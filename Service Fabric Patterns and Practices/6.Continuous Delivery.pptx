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4082" r:id="rId1"/>
  </p:sldMasterIdLst>
  <p:notesMasterIdLst>
    <p:notesMasterId r:id="rId24"/>
  </p:notesMasterIdLst>
  <p:handoutMasterIdLst>
    <p:handoutMasterId r:id="rId25"/>
  </p:handoutMasterIdLst>
  <p:sldIdLst>
    <p:sldId id="283" r:id="rId2"/>
    <p:sldId id="279" r:id="rId3"/>
    <p:sldId id="330" r:id="rId4"/>
    <p:sldId id="331" r:id="rId5"/>
    <p:sldId id="329" r:id="rId6"/>
    <p:sldId id="338" r:id="rId7"/>
    <p:sldId id="357" r:id="rId8"/>
    <p:sldId id="361" r:id="rId9"/>
    <p:sldId id="356" r:id="rId10"/>
    <p:sldId id="358" r:id="rId11"/>
    <p:sldId id="335" r:id="rId12"/>
    <p:sldId id="350" r:id="rId13"/>
    <p:sldId id="339" r:id="rId14"/>
    <p:sldId id="359" r:id="rId15"/>
    <p:sldId id="340" r:id="rId16"/>
    <p:sldId id="360" r:id="rId17"/>
    <p:sldId id="353" r:id="rId18"/>
    <p:sldId id="362" r:id="rId19"/>
    <p:sldId id="363" r:id="rId20"/>
    <p:sldId id="364" r:id="rId21"/>
    <p:sldId id="354" r:id="rId22"/>
    <p:sldId id="257" r:id="rId23"/>
  </p:sldIdLst>
  <p:sldSz cx="12436475" cy="6994525"/>
  <p:notesSz cx="68580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slides" id="{73C69594-0ADE-4BE2-8ADD-1BD08A5CD6F4}">
          <p14:sldIdLst>
            <p14:sldId id="283"/>
          </p14:sldIdLst>
        </p14:section>
        <p14:section name="Jumpstart" id="{44E445C4-3E2C-4D9C-90F6-0610BC1E1F41}">
          <p14:sldIdLst>
            <p14:sldId id="279"/>
            <p14:sldId id="330"/>
            <p14:sldId id="331"/>
            <p14:sldId id="329"/>
            <p14:sldId id="338"/>
            <p14:sldId id="357"/>
            <p14:sldId id="361"/>
            <p14:sldId id="356"/>
            <p14:sldId id="358"/>
            <p14:sldId id="335"/>
            <p14:sldId id="350"/>
            <p14:sldId id="339"/>
            <p14:sldId id="359"/>
            <p14:sldId id="340"/>
            <p14:sldId id="360"/>
            <p14:sldId id="353"/>
            <p14:sldId id="362"/>
            <p14:sldId id="363"/>
            <p14:sldId id="364"/>
            <p14:sldId id="354"/>
            <p14:sldId id="257"/>
          </p14:sldIdLst>
        </p14:section>
      </p14:sectionLst>
    </p:ext>
    <p:ext uri="{EFAFB233-063F-42B5-8137-9DF3F51BA10A}">
      <p15:sldGuideLst xmlns:p15="http://schemas.microsoft.com/office/powerpoint/2012/main">
        <p15:guide id="1" orient="horz" pos="2203">
          <p15:clr>
            <a:srgbClr val="A4A3A4"/>
          </p15:clr>
        </p15:guide>
        <p15:guide id="2" pos="3917">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5" name="作者"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C3C00"/>
    <a:srgbClr val="002050"/>
    <a:srgbClr val="0072C6"/>
    <a:srgbClr val="EEEEEE"/>
    <a:srgbClr val="737373"/>
    <a:srgbClr val="333333"/>
    <a:srgbClr val="0078D7"/>
    <a:srgbClr val="3C3C3C"/>
    <a:srgbClr val="D83B01"/>
    <a:srgbClr val="DCDCD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15" autoAdjust="0"/>
    <p:restoredTop sz="79542" autoAdjust="0"/>
  </p:normalViewPr>
  <p:slideViewPr>
    <p:cSldViewPr>
      <p:cViewPr varScale="1">
        <p:scale>
          <a:sx n="51" d="100"/>
          <a:sy n="51" d="100"/>
        </p:scale>
        <p:origin x="624" y="34"/>
      </p:cViewPr>
      <p:guideLst>
        <p:guide orient="horz" pos="2203"/>
        <p:guide pos="3917"/>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showGuides="1">
      <p:cViewPr varScale="1">
        <p:scale>
          <a:sx n="70" d="100"/>
          <a:sy n="70" d="100"/>
        </p:scale>
        <p:origin x="2440" y="21"/>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commentAuthors" Target="commentAuthor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E0FC8B-7A46-448D-889F-318C2695732F}" type="doc">
      <dgm:prSet loTypeId="urn:microsoft.com/office/officeart/2005/8/layout/process1" loCatId="process" qsTypeId="urn:microsoft.com/office/officeart/2005/8/quickstyle/simple1" qsCatId="simple" csTypeId="urn:microsoft.com/office/officeart/2005/8/colors/colorful2" csCatId="colorful" phldr="1"/>
      <dgm:spPr/>
    </dgm:pt>
    <dgm:pt modelId="{C624D65E-78B5-4608-8FE1-CFE45E882D5F}">
      <dgm:prSet phldrT="[Text]" custT="1"/>
      <dgm:spPr/>
      <dgm:t>
        <a:bodyPr anchor="t"/>
        <a:lstStyle/>
        <a:p>
          <a:r>
            <a:rPr lang="en-US" sz="2800" dirty="0"/>
            <a:t>Repo</a:t>
          </a:r>
        </a:p>
      </dgm:t>
    </dgm:pt>
    <dgm:pt modelId="{59C39BDB-1CAC-40E6-B15A-1D39C7464B8D}" type="parTrans" cxnId="{FDCFA122-5E7C-4AB5-96B4-DD68C585ACCB}">
      <dgm:prSet/>
      <dgm:spPr/>
      <dgm:t>
        <a:bodyPr/>
        <a:lstStyle/>
        <a:p>
          <a:endParaRPr lang="en-US" sz="2800"/>
        </a:p>
      </dgm:t>
    </dgm:pt>
    <dgm:pt modelId="{2538BDD2-7C86-45CF-AE36-3D32098D3815}" type="sibTrans" cxnId="{FDCFA122-5E7C-4AB5-96B4-DD68C585ACCB}">
      <dgm:prSet custT="1"/>
      <dgm:spPr/>
      <dgm:t>
        <a:bodyPr/>
        <a:lstStyle/>
        <a:p>
          <a:endParaRPr lang="en-US" sz="2000"/>
        </a:p>
      </dgm:t>
    </dgm:pt>
    <dgm:pt modelId="{2FE5D819-EEEB-4E06-A876-84922E5B35FA}">
      <dgm:prSet phldrT="[Text]" custT="1"/>
      <dgm:spPr/>
      <dgm:t>
        <a:bodyPr/>
        <a:lstStyle/>
        <a:p>
          <a:r>
            <a:rPr lang="en-US" sz="2800" dirty="0"/>
            <a:t>Build</a:t>
          </a:r>
        </a:p>
      </dgm:t>
    </dgm:pt>
    <dgm:pt modelId="{CF305853-D836-4A3F-9641-91E6A5A4C638}" type="parTrans" cxnId="{9F8A35C8-7225-4795-865F-C26388ECE02F}">
      <dgm:prSet/>
      <dgm:spPr/>
      <dgm:t>
        <a:bodyPr/>
        <a:lstStyle/>
        <a:p>
          <a:endParaRPr lang="en-US" sz="2800"/>
        </a:p>
      </dgm:t>
    </dgm:pt>
    <dgm:pt modelId="{78F01E21-3A6E-4451-AC5F-9E4E722F91E6}" type="sibTrans" cxnId="{9F8A35C8-7225-4795-865F-C26388ECE02F}">
      <dgm:prSet custT="1"/>
      <dgm:spPr/>
      <dgm:t>
        <a:bodyPr/>
        <a:lstStyle/>
        <a:p>
          <a:endParaRPr lang="en-US" sz="2000"/>
        </a:p>
      </dgm:t>
    </dgm:pt>
    <dgm:pt modelId="{DDECE7EA-9D0B-4331-9A24-1BE84F2716C6}">
      <dgm:prSet phldrT="[Text]" custT="1"/>
      <dgm:spPr/>
      <dgm:t>
        <a:bodyPr/>
        <a:lstStyle/>
        <a:p>
          <a:r>
            <a:rPr lang="en-US" sz="2000" dirty="0"/>
            <a:t>Restore</a:t>
          </a:r>
        </a:p>
      </dgm:t>
    </dgm:pt>
    <dgm:pt modelId="{15EEF514-83ED-4198-88CF-FABD5F3264DA}" type="parTrans" cxnId="{E08A22FE-0C18-4CA5-8540-B61C192F2E1C}">
      <dgm:prSet/>
      <dgm:spPr/>
      <dgm:t>
        <a:bodyPr/>
        <a:lstStyle/>
        <a:p>
          <a:endParaRPr lang="en-US" sz="2800"/>
        </a:p>
      </dgm:t>
    </dgm:pt>
    <dgm:pt modelId="{77F242C7-C8A4-41B5-8F49-3ACE846ADB8E}" type="sibTrans" cxnId="{E08A22FE-0C18-4CA5-8540-B61C192F2E1C}">
      <dgm:prSet/>
      <dgm:spPr/>
      <dgm:t>
        <a:bodyPr/>
        <a:lstStyle/>
        <a:p>
          <a:endParaRPr lang="en-US" sz="2800"/>
        </a:p>
      </dgm:t>
    </dgm:pt>
    <dgm:pt modelId="{7814F9D1-045B-447E-8F56-E8A55F7EC797}">
      <dgm:prSet phldrT="[Text]" custT="1"/>
      <dgm:spPr/>
      <dgm:t>
        <a:bodyPr/>
        <a:lstStyle/>
        <a:p>
          <a:r>
            <a:rPr lang="en-US" sz="2000" dirty="0"/>
            <a:t>Build</a:t>
          </a:r>
        </a:p>
      </dgm:t>
    </dgm:pt>
    <dgm:pt modelId="{CE918F91-8E6B-4BE0-AC34-F4142D3153B3}" type="parTrans" cxnId="{9E262D5E-22B1-4399-A4EE-03233EBFB40C}">
      <dgm:prSet/>
      <dgm:spPr/>
      <dgm:t>
        <a:bodyPr/>
        <a:lstStyle/>
        <a:p>
          <a:endParaRPr lang="en-US" sz="2800"/>
        </a:p>
      </dgm:t>
    </dgm:pt>
    <dgm:pt modelId="{3A77E6CD-DBE7-4530-9535-B9B809494807}" type="sibTrans" cxnId="{9E262D5E-22B1-4399-A4EE-03233EBFB40C}">
      <dgm:prSet/>
      <dgm:spPr/>
      <dgm:t>
        <a:bodyPr/>
        <a:lstStyle/>
        <a:p>
          <a:endParaRPr lang="en-US" sz="2800"/>
        </a:p>
      </dgm:t>
    </dgm:pt>
    <dgm:pt modelId="{9536FE99-7EA9-49B3-9816-13B74DF24AA2}">
      <dgm:prSet phldrT="[Text]" custT="1"/>
      <dgm:spPr/>
      <dgm:t>
        <a:bodyPr/>
        <a:lstStyle/>
        <a:p>
          <a:r>
            <a:rPr lang="en-US" sz="2000" dirty="0"/>
            <a:t>Package</a:t>
          </a:r>
        </a:p>
      </dgm:t>
    </dgm:pt>
    <dgm:pt modelId="{FCDAE686-0B01-4B6F-A276-E106527952AD}" type="parTrans" cxnId="{CCC1B701-FCA3-46BD-8D93-9BA6AB8C882D}">
      <dgm:prSet/>
      <dgm:spPr/>
      <dgm:t>
        <a:bodyPr/>
        <a:lstStyle/>
        <a:p>
          <a:endParaRPr lang="en-US" sz="2800"/>
        </a:p>
      </dgm:t>
    </dgm:pt>
    <dgm:pt modelId="{C5A5A63E-0910-44D1-AEAC-429AAC87EFD9}" type="sibTrans" cxnId="{CCC1B701-FCA3-46BD-8D93-9BA6AB8C882D}">
      <dgm:prSet/>
      <dgm:spPr/>
      <dgm:t>
        <a:bodyPr/>
        <a:lstStyle/>
        <a:p>
          <a:endParaRPr lang="en-US" sz="2800"/>
        </a:p>
      </dgm:t>
    </dgm:pt>
    <dgm:pt modelId="{E79D335A-9790-4776-9400-384B2E09489D}">
      <dgm:prSet phldrT="[Text]" custT="1"/>
      <dgm:spPr/>
      <dgm:t>
        <a:bodyPr/>
        <a:lstStyle/>
        <a:p>
          <a:r>
            <a:rPr lang="en-US" sz="2000" dirty="0"/>
            <a:t>Publish Artifacts</a:t>
          </a:r>
        </a:p>
      </dgm:t>
    </dgm:pt>
    <dgm:pt modelId="{F350373A-2BCF-4A44-A555-F15CE4BA2972}" type="parTrans" cxnId="{943F908B-7B84-496C-8A50-FF0848ED226D}">
      <dgm:prSet/>
      <dgm:spPr/>
      <dgm:t>
        <a:bodyPr/>
        <a:lstStyle/>
        <a:p>
          <a:endParaRPr lang="en-US" sz="2800"/>
        </a:p>
      </dgm:t>
    </dgm:pt>
    <dgm:pt modelId="{97C1E764-5FA0-4C7D-B847-9EDC91865C58}" type="sibTrans" cxnId="{943F908B-7B84-496C-8A50-FF0848ED226D}">
      <dgm:prSet/>
      <dgm:spPr/>
      <dgm:t>
        <a:bodyPr/>
        <a:lstStyle/>
        <a:p>
          <a:endParaRPr lang="en-US" sz="2800"/>
        </a:p>
      </dgm:t>
    </dgm:pt>
    <dgm:pt modelId="{4B3ABFFC-FBE8-4C39-B956-B65FE70B106D}">
      <dgm:prSet phldrT="[Text]" custT="1"/>
      <dgm:spPr/>
      <dgm:t>
        <a:bodyPr/>
        <a:lstStyle/>
        <a:p>
          <a:r>
            <a:rPr lang="en-US" sz="2800" dirty="0"/>
            <a:t>Release</a:t>
          </a:r>
        </a:p>
      </dgm:t>
    </dgm:pt>
    <dgm:pt modelId="{E975085E-70B4-4B3B-BB87-FBD7B345768C}" type="parTrans" cxnId="{1B83D942-F499-4824-81E9-E0ED7A166C54}">
      <dgm:prSet/>
      <dgm:spPr/>
      <dgm:t>
        <a:bodyPr/>
        <a:lstStyle/>
        <a:p>
          <a:endParaRPr lang="en-US" sz="2800"/>
        </a:p>
      </dgm:t>
    </dgm:pt>
    <dgm:pt modelId="{2C6DFCAC-B584-4C91-A04E-949575E95122}" type="sibTrans" cxnId="{1B83D942-F499-4824-81E9-E0ED7A166C54}">
      <dgm:prSet/>
      <dgm:spPr/>
      <dgm:t>
        <a:bodyPr/>
        <a:lstStyle/>
        <a:p>
          <a:endParaRPr lang="en-US" sz="2800"/>
        </a:p>
      </dgm:t>
    </dgm:pt>
    <dgm:pt modelId="{C2C1E871-E4D4-4205-98EE-632585B5275C}">
      <dgm:prSet phldrT="[Text]" custT="1"/>
      <dgm:spPr/>
      <dgm:t>
        <a:bodyPr/>
        <a:lstStyle/>
        <a:p>
          <a:r>
            <a:rPr lang="en-US" sz="2000"/>
            <a:t>Environment A</a:t>
          </a:r>
          <a:endParaRPr lang="en-US" sz="2000" dirty="0"/>
        </a:p>
      </dgm:t>
    </dgm:pt>
    <dgm:pt modelId="{0FC39466-47D8-4912-8819-E98E4F11F094}" type="parTrans" cxnId="{FBCC08B0-F2A4-4439-9492-497DDD9E4F72}">
      <dgm:prSet/>
      <dgm:spPr/>
      <dgm:t>
        <a:bodyPr/>
        <a:lstStyle/>
        <a:p>
          <a:endParaRPr lang="en-US" sz="2800"/>
        </a:p>
      </dgm:t>
    </dgm:pt>
    <dgm:pt modelId="{591C9AED-B108-453C-BA17-ECC0E8555818}" type="sibTrans" cxnId="{FBCC08B0-F2A4-4439-9492-497DDD9E4F72}">
      <dgm:prSet/>
      <dgm:spPr/>
      <dgm:t>
        <a:bodyPr/>
        <a:lstStyle/>
        <a:p>
          <a:endParaRPr lang="en-US" sz="2800"/>
        </a:p>
      </dgm:t>
    </dgm:pt>
    <dgm:pt modelId="{D28BAAD7-CE18-40DA-9825-82F8F081C709}">
      <dgm:prSet phldrT="[Text]" custT="1"/>
      <dgm:spPr/>
      <dgm:t>
        <a:bodyPr/>
        <a:lstStyle/>
        <a:p>
          <a:r>
            <a:rPr lang="en-US" sz="2000" dirty="0"/>
            <a:t>Deploy</a:t>
          </a:r>
        </a:p>
      </dgm:t>
    </dgm:pt>
    <dgm:pt modelId="{DE335C49-3531-4F8F-B2E1-CB92F5ABB774}" type="parTrans" cxnId="{50B1B433-4E28-4696-900E-2838BC7FAD9C}">
      <dgm:prSet/>
      <dgm:spPr/>
      <dgm:t>
        <a:bodyPr/>
        <a:lstStyle/>
        <a:p>
          <a:endParaRPr lang="en-US" sz="2800"/>
        </a:p>
      </dgm:t>
    </dgm:pt>
    <dgm:pt modelId="{D8AB9659-8810-49EA-BA70-B24A1D3DCCC0}" type="sibTrans" cxnId="{50B1B433-4E28-4696-900E-2838BC7FAD9C}">
      <dgm:prSet/>
      <dgm:spPr/>
      <dgm:t>
        <a:bodyPr/>
        <a:lstStyle/>
        <a:p>
          <a:endParaRPr lang="en-US" sz="2800"/>
        </a:p>
      </dgm:t>
    </dgm:pt>
    <dgm:pt modelId="{05225B9D-1473-463B-98B8-3CAB16AA714E}">
      <dgm:prSet phldrT="[Text]" custT="1"/>
      <dgm:spPr/>
      <dgm:t>
        <a:bodyPr/>
        <a:lstStyle/>
        <a:p>
          <a:r>
            <a:rPr lang="en-US" sz="2000" dirty="0"/>
            <a:t>Environment B</a:t>
          </a:r>
          <a:endParaRPr lang="en-US" sz="2000" b="1" dirty="0"/>
        </a:p>
      </dgm:t>
    </dgm:pt>
    <dgm:pt modelId="{BA8DA205-63DA-414D-A3F6-E43B74DFDF3F}" type="parTrans" cxnId="{1F400EF5-1CCB-4A2A-9803-578C33A310BF}">
      <dgm:prSet/>
      <dgm:spPr/>
      <dgm:t>
        <a:bodyPr/>
        <a:lstStyle/>
        <a:p>
          <a:endParaRPr lang="en-US" sz="2800"/>
        </a:p>
      </dgm:t>
    </dgm:pt>
    <dgm:pt modelId="{03805045-1DC5-431D-8160-F4A291C58DF9}" type="sibTrans" cxnId="{1F400EF5-1CCB-4A2A-9803-578C33A310BF}">
      <dgm:prSet/>
      <dgm:spPr/>
      <dgm:t>
        <a:bodyPr/>
        <a:lstStyle/>
        <a:p>
          <a:endParaRPr lang="en-US" sz="2800"/>
        </a:p>
      </dgm:t>
    </dgm:pt>
    <dgm:pt modelId="{1515C0A9-E714-4633-B0A1-D7AE19A3EDDD}">
      <dgm:prSet phldrT="[Text]" custT="1"/>
      <dgm:spPr/>
      <dgm:t>
        <a:bodyPr/>
        <a:lstStyle/>
        <a:p>
          <a:r>
            <a:rPr lang="en-US" sz="2000" b="0" dirty="0"/>
            <a:t>Deploy</a:t>
          </a:r>
        </a:p>
      </dgm:t>
    </dgm:pt>
    <dgm:pt modelId="{290905DC-576A-40D3-BFAF-343FB91A2A8D}" type="parTrans" cxnId="{476ED163-F6C9-4953-8573-060A5E086AA1}">
      <dgm:prSet/>
      <dgm:spPr/>
      <dgm:t>
        <a:bodyPr/>
        <a:lstStyle/>
        <a:p>
          <a:endParaRPr lang="en-US" sz="2800"/>
        </a:p>
      </dgm:t>
    </dgm:pt>
    <dgm:pt modelId="{B47A693E-B048-48B1-8740-19B6C7D9525A}" type="sibTrans" cxnId="{476ED163-F6C9-4953-8573-060A5E086AA1}">
      <dgm:prSet/>
      <dgm:spPr/>
      <dgm:t>
        <a:bodyPr/>
        <a:lstStyle/>
        <a:p>
          <a:endParaRPr lang="en-US" sz="2800"/>
        </a:p>
      </dgm:t>
    </dgm:pt>
    <dgm:pt modelId="{05A697AB-079F-46B4-B7F2-6C99801BF42C}">
      <dgm:prSet phldrT="[Text]" custT="1"/>
      <dgm:spPr/>
      <dgm:t>
        <a:bodyPr anchor="t"/>
        <a:lstStyle/>
        <a:p>
          <a:r>
            <a:rPr lang="en-US" sz="2000" dirty="0"/>
            <a:t>Commit</a:t>
          </a:r>
        </a:p>
      </dgm:t>
    </dgm:pt>
    <dgm:pt modelId="{B5EDBC56-02B7-4AB2-A603-679B6AA1E86C}" type="parTrans" cxnId="{D568EBA3-02F5-4EE4-A200-BD102DA2802F}">
      <dgm:prSet/>
      <dgm:spPr/>
      <dgm:t>
        <a:bodyPr/>
        <a:lstStyle/>
        <a:p>
          <a:endParaRPr lang="en-US"/>
        </a:p>
      </dgm:t>
    </dgm:pt>
    <dgm:pt modelId="{DC9CD185-EE25-4DB5-9CE1-A4867D50BC8A}" type="sibTrans" cxnId="{D568EBA3-02F5-4EE4-A200-BD102DA2802F}">
      <dgm:prSet/>
      <dgm:spPr/>
      <dgm:t>
        <a:bodyPr/>
        <a:lstStyle/>
        <a:p>
          <a:endParaRPr lang="en-US"/>
        </a:p>
      </dgm:t>
    </dgm:pt>
    <dgm:pt modelId="{0EE0308F-1790-4909-B674-726121492ADB}" type="pres">
      <dgm:prSet presAssocID="{07E0FC8B-7A46-448D-889F-318C2695732F}" presName="Name0" presStyleCnt="0">
        <dgm:presLayoutVars>
          <dgm:dir/>
          <dgm:resizeHandles val="exact"/>
        </dgm:presLayoutVars>
      </dgm:prSet>
      <dgm:spPr/>
    </dgm:pt>
    <dgm:pt modelId="{18FB9DDC-73CF-4E88-9806-BE3E9E6431E4}" type="pres">
      <dgm:prSet presAssocID="{C624D65E-78B5-4608-8FE1-CFE45E882D5F}" presName="node" presStyleLbl="node1" presStyleIdx="0" presStyleCnt="3">
        <dgm:presLayoutVars>
          <dgm:bulletEnabled val="1"/>
        </dgm:presLayoutVars>
      </dgm:prSet>
      <dgm:spPr/>
      <dgm:t>
        <a:bodyPr/>
        <a:lstStyle/>
        <a:p>
          <a:endParaRPr lang="zh-CN" altLang="en-US"/>
        </a:p>
      </dgm:t>
    </dgm:pt>
    <dgm:pt modelId="{799550D1-D24A-42AA-973C-8166D8FD7BC4}" type="pres">
      <dgm:prSet presAssocID="{2538BDD2-7C86-45CF-AE36-3D32098D3815}" presName="sibTrans" presStyleLbl="sibTrans2D1" presStyleIdx="0" presStyleCnt="2"/>
      <dgm:spPr/>
      <dgm:t>
        <a:bodyPr/>
        <a:lstStyle/>
        <a:p>
          <a:endParaRPr lang="zh-CN" altLang="en-US"/>
        </a:p>
      </dgm:t>
    </dgm:pt>
    <dgm:pt modelId="{A577A2D7-8D09-47CE-AA18-C4667C944FEA}" type="pres">
      <dgm:prSet presAssocID="{2538BDD2-7C86-45CF-AE36-3D32098D3815}" presName="connectorText" presStyleLbl="sibTrans2D1" presStyleIdx="0" presStyleCnt="2"/>
      <dgm:spPr/>
      <dgm:t>
        <a:bodyPr/>
        <a:lstStyle/>
        <a:p>
          <a:endParaRPr lang="zh-CN" altLang="en-US"/>
        </a:p>
      </dgm:t>
    </dgm:pt>
    <dgm:pt modelId="{54595707-8FF3-4435-BD24-ACFDAC8603DE}" type="pres">
      <dgm:prSet presAssocID="{2FE5D819-EEEB-4E06-A876-84922E5B35FA}" presName="node" presStyleLbl="node1" presStyleIdx="1" presStyleCnt="3">
        <dgm:presLayoutVars>
          <dgm:bulletEnabled val="1"/>
        </dgm:presLayoutVars>
      </dgm:prSet>
      <dgm:spPr/>
      <dgm:t>
        <a:bodyPr/>
        <a:lstStyle/>
        <a:p>
          <a:endParaRPr lang="zh-CN" altLang="en-US"/>
        </a:p>
      </dgm:t>
    </dgm:pt>
    <dgm:pt modelId="{D7475AD3-E451-42C2-B303-842C66DE8D14}" type="pres">
      <dgm:prSet presAssocID="{78F01E21-3A6E-4451-AC5F-9E4E722F91E6}" presName="sibTrans" presStyleLbl="sibTrans2D1" presStyleIdx="1" presStyleCnt="2"/>
      <dgm:spPr/>
      <dgm:t>
        <a:bodyPr/>
        <a:lstStyle/>
        <a:p>
          <a:endParaRPr lang="zh-CN" altLang="en-US"/>
        </a:p>
      </dgm:t>
    </dgm:pt>
    <dgm:pt modelId="{CD4492F0-636A-48CE-8A0C-8A2A86E06A4D}" type="pres">
      <dgm:prSet presAssocID="{78F01E21-3A6E-4451-AC5F-9E4E722F91E6}" presName="connectorText" presStyleLbl="sibTrans2D1" presStyleIdx="1" presStyleCnt="2"/>
      <dgm:spPr/>
      <dgm:t>
        <a:bodyPr/>
        <a:lstStyle/>
        <a:p>
          <a:endParaRPr lang="zh-CN" altLang="en-US"/>
        </a:p>
      </dgm:t>
    </dgm:pt>
    <dgm:pt modelId="{16F2E5BC-2651-4C2C-BED0-907A85D16F97}" type="pres">
      <dgm:prSet presAssocID="{4B3ABFFC-FBE8-4C39-B956-B65FE70B106D}" presName="node" presStyleLbl="node1" presStyleIdx="2" presStyleCnt="3">
        <dgm:presLayoutVars>
          <dgm:bulletEnabled val="1"/>
        </dgm:presLayoutVars>
      </dgm:prSet>
      <dgm:spPr/>
      <dgm:t>
        <a:bodyPr/>
        <a:lstStyle/>
        <a:p>
          <a:endParaRPr lang="zh-CN" altLang="en-US"/>
        </a:p>
      </dgm:t>
    </dgm:pt>
  </dgm:ptLst>
  <dgm:cxnLst>
    <dgm:cxn modelId="{FBCC08B0-F2A4-4439-9492-497DDD9E4F72}" srcId="{4B3ABFFC-FBE8-4C39-B956-B65FE70B106D}" destId="{C2C1E871-E4D4-4205-98EE-632585B5275C}" srcOrd="0" destOrd="0" parTransId="{0FC39466-47D8-4912-8819-E98E4F11F094}" sibTransId="{591C9AED-B108-453C-BA17-ECC0E8555818}"/>
    <dgm:cxn modelId="{39872477-ECFE-4EDB-A1E0-A1C26FB7DBA5}" type="presOf" srcId="{05A697AB-079F-46B4-B7F2-6C99801BF42C}" destId="{18FB9DDC-73CF-4E88-9806-BE3E9E6431E4}" srcOrd="0" destOrd="1" presId="urn:microsoft.com/office/officeart/2005/8/layout/process1"/>
    <dgm:cxn modelId="{ADBAA066-EF37-4D21-9D61-766A2F63C335}" type="presOf" srcId="{2538BDD2-7C86-45CF-AE36-3D32098D3815}" destId="{A577A2D7-8D09-47CE-AA18-C4667C944FEA}" srcOrd="1" destOrd="0" presId="urn:microsoft.com/office/officeart/2005/8/layout/process1"/>
    <dgm:cxn modelId="{62A30492-DA04-4B0C-B585-447888F5EA72}" type="presOf" srcId="{4B3ABFFC-FBE8-4C39-B956-B65FE70B106D}" destId="{16F2E5BC-2651-4C2C-BED0-907A85D16F97}" srcOrd="0" destOrd="0" presId="urn:microsoft.com/office/officeart/2005/8/layout/process1"/>
    <dgm:cxn modelId="{9E262D5E-22B1-4399-A4EE-03233EBFB40C}" srcId="{2FE5D819-EEEB-4E06-A876-84922E5B35FA}" destId="{7814F9D1-045B-447E-8F56-E8A55F7EC797}" srcOrd="1" destOrd="0" parTransId="{CE918F91-8E6B-4BE0-AC34-F4142D3153B3}" sibTransId="{3A77E6CD-DBE7-4530-9535-B9B809494807}"/>
    <dgm:cxn modelId="{6E984C04-D30F-41F7-B0B9-8077F3B19275}" type="presOf" srcId="{07E0FC8B-7A46-448D-889F-318C2695732F}" destId="{0EE0308F-1790-4909-B674-726121492ADB}" srcOrd="0" destOrd="0" presId="urn:microsoft.com/office/officeart/2005/8/layout/process1"/>
    <dgm:cxn modelId="{1F400EF5-1CCB-4A2A-9803-578C33A310BF}" srcId="{4B3ABFFC-FBE8-4C39-B956-B65FE70B106D}" destId="{05225B9D-1473-463B-98B8-3CAB16AA714E}" srcOrd="1" destOrd="0" parTransId="{BA8DA205-63DA-414D-A3F6-E43B74DFDF3F}" sibTransId="{03805045-1DC5-431D-8160-F4A291C58DF9}"/>
    <dgm:cxn modelId="{3AFBF484-C792-45CF-B86C-E13F1F0E61E5}" type="presOf" srcId="{DDECE7EA-9D0B-4331-9A24-1BE84F2716C6}" destId="{54595707-8FF3-4435-BD24-ACFDAC8603DE}" srcOrd="0" destOrd="1" presId="urn:microsoft.com/office/officeart/2005/8/layout/process1"/>
    <dgm:cxn modelId="{2CEBCEB8-20EF-498E-8649-DAA9099960CE}" type="presOf" srcId="{D28BAAD7-CE18-40DA-9825-82F8F081C709}" destId="{16F2E5BC-2651-4C2C-BED0-907A85D16F97}" srcOrd="0" destOrd="2" presId="urn:microsoft.com/office/officeart/2005/8/layout/process1"/>
    <dgm:cxn modelId="{239A7480-7502-4217-BBB3-62B04F7DF5B5}" type="presOf" srcId="{9536FE99-7EA9-49B3-9816-13B74DF24AA2}" destId="{54595707-8FF3-4435-BD24-ACFDAC8603DE}" srcOrd="0" destOrd="3" presId="urn:microsoft.com/office/officeart/2005/8/layout/process1"/>
    <dgm:cxn modelId="{50B1B433-4E28-4696-900E-2838BC7FAD9C}" srcId="{C2C1E871-E4D4-4205-98EE-632585B5275C}" destId="{D28BAAD7-CE18-40DA-9825-82F8F081C709}" srcOrd="0" destOrd="0" parTransId="{DE335C49-3531-4F8F-B2E1-CB92F5ABB774}" sibTransId="{D8AB9659-8810-49EA-BA70-B24A1D3DCCC0}"/>
    <dgm:cxn modelId="{9F8A35C8-7225-4795-865F-C26388ECE02F}" srcId="{07E0FC8B-7A46-448D-889F-318C2695732F}" destId="{2FE5D819-EEEB-4E06-A876-84922E5B35FA}" srcOrd="1" destOrd="0" parTransId="{CF305853-D836-4A3F-9641-91E6A5A4C638}" sibTransId="{78F01E21-3A6E-4451-AC5F-9E4E722F91E6}"/>
    <dgm:cxn modelId="{E08A22FE-0C18-4CA5-8540-B61C192F2E1C}" srcId="{2FE5D819-EEEB-4E06-A876-84922E5B35FA}" destId="{DDECE7EA-9D0B-4331-9A24-1BE84F2716C6}" srcOrd="0" destOrd="0" parTransId="{15EEF514-83ED-4198-88CF-FABD5F3264DA}" sibTransId="{77F242C7-C8A4-41B5-8F49-3ACE846ADB8E}"/>
    <dgm:cxn modelId="{45833443-FF69-481F-899E-8E70CC791625}" type="presOf" srcId="{C624D65E-78B5-4608-8FE1-CFE45E882D5F}" destId="{18FB9DDC-73CF-4E88-9806-BE3E9E6431E4}" srcOrd="0" destOrd="0" presId="urn:microsoft.com/office/officeart/2005/8/layout/process1"/>
    <dgm:cxn modelId="{FDCFA122-5E7C-4AB5-96B4-DD68C585ACCB}" srcId="{07E0FC8B-7A46-448D-889F-318C2695732F}" destId="{C624D65E-78B5-4608-8FE1-CFE45E882D5F}" srcOrd="0" destOrd="0" parTransId="{59C39BDB-1CAC-40E6-B15A-1D39C7464B8D}" sibTransId="{2538BDD2-7C86-45CF-AE36-3D32098D3815}"/>
    <dgm:cxn modelId="{CCC1B701-FCA3-46BD-8D93-9BA6AB8C882D}" srcId="{2FE5D819-EEEB-4E06-A876-84922E5B35FA}" destId="{9536FE99-7EA9-49B3-9816-13B74DF24AA2}" srcOrd="2" destOrd="0" parTransId="{FCDAE686-0B01-4B6F-A276-E106527952AD}" sibTransId="{C5A5A63E-0910-44D1-AEAC-429AAC87EFD9}"/>
    <dgm:cxn modelId="{FBC727C4-CB13-40E1-9694-FBA89AEDA399}" type="presOf" srcId="{E79D335A-9790-4776-9400-384B2E09489D}" destId="{54595707-8FF3-4435-BD24-ACFDAC8603DE}" srcOrd="0" destOrd="4" presId="urn:microsoft.com/office/officeart/2005/8/layout/process1"/>
    <dgm:cxn modelId="{306BBBB6-485E-4046-80C5-9E81A646B4FF}" type="presOf" srcId="{C2C1E871-E4D4-4205-98EE-632585B5275C}" destId="{16F2E5BC-2651-4C2C-BED0-907A85D16F97}" srcOrd="0" destOrd="1" presId="urn:microsoft.com/office/officeart/2005/8/layout/process1"/>
    <dgm:cxn modelId="{1B83D942-F499-4824-81E9-E0ED7A166C54}" srcId="{07E0FC8B-7A46-448D-889F-318C2695732F}" destId="{4B3ABFFC-FBE8-4C39-B956-B65FE70B106D}" srcOrd="2" destOrd="0" parTransId="{E975085E-70B4-4B3B-BB87-FBD7B345768C}" sibTransId="{2C6DFCAC-B584-4C91-A04E-949575E95122}"/>
    <dgm:cxn modelId="{476ED163-F6C9-4953-8573-060A5E086AA1}" srcId="{05225B9D-1473-463B-98B8-3CAB16AA714E}" destId="{1515C0A9-E714-4633-B0A1-D7AE19A3EDDD}" srcOrd="0" destOrd="0" parTransId="{290905DC-576A-40D3-BFAF-343FB91A2A8D}" sibTransId="{B47A693E-B048-48B1-8740-19B6C7D9525A}"/>
    <dgm:cxn modelId="{EDF5FC9D-2096-43E4-8E59-A81E0432F7D8}" type="presOf" srcId="{78F01E21-3A6E-4451-AC5F-9E4E722F91E6}" destId="{D7475AD3-E451-42C2-B303-842C66DE8D14}" srcOrd="0" destOrd="0" presId="urn:microsoft.com/office/officeart/2005/8/layout/process1"/>
    <dgm:cxn modelId="{E11BD57E-0595-430F-AB70-28F00AF77668}" type="presOf" srcId="{7814F9D1-045B-447E-8F56-E8A55F7EC797}" destId="{54595707-8FF3-4435-BD24-ACFDAC8603DE}" srcOrd="0" destOrd="2" presId="urn:microsoft.com/office/officeart/2005/8/layout/process1"/>
    <dgm:cxn modelId="{45795AEB-2099-4BF7-8C47-07C725B03107}" type="presOf" srcId="{78F01E21-3A6E-4451-AC5F-9E4E722F91E6}" destId="{CD4492F0-636A-48CE-8A0C-8A2A86E06A4D}" srcOrd="1" destOrd="0" presId="urn:microsoft.com/office/officeart/2005/8/layout/process1"/>
    <dgm:cxn modelId="{D88A0D1E-4068-4B23-852E-87E46409E3C3}" type="presOf" srcId="{2538BDD2-7C86-45CF-AE36-3D32098D3815}" destId="{799550D1-D24A-42AA-973C-8166D8FD7BC4}" srcOrd="0" destOrd="0" presId="urn:microsoft.com/office/officeart/2005/8/layout/process1"/>
    <dgm:cxn modelId="{F99291B8-5B56-4F47-9F94-D46E1D3FB002}" type="presOf" srcId="{2FE5D819-EEEB-4E06-A876-84922E5B35FA}" destId="{54595707-8FF3-4435-BD24-ACFDAC8603DE}" srcOrd="0" destOrd="0" presId="urn:microsoft.com/office/officeart/2005/8/layout/process1"/>
    <dgm:cxn modelId="{600D5614-F8FE-411F-B227-4CD0A4A40BA1}" type="presOf" srcId="{1515C0A9-E714-4633-B0A1-D7AE19A3EDDD}" destId="{16F2E5BC-2651-4C2C-BED0-907A85D16F97}" srcOrd="0" destOrd="4" presId="urn:microsoft.com/office/officeart/2005/8/layout/process1"/>
    <dgm:cxn modelId="{943F908B-7B84-496C-8A50-FF0848ED226D}" srcId="{2FE5D819-EEEB-4E06-A876-84922E5B35FA}" destId="{E79D335A-9790-4776-9400-384B2E09489D}" srcOrd="3" destOrd="0" parTransId="{F350373A-2BCF-4A44-A555-F15CE4BA2972}" sibTransId="{97C1E764-5FA0-4C7D-B847-9EDC91865C58}"/>
    <dgm:cxn modelId="{D568EBA3-02F5-4EE4-A200-BD102DA2802F}" srcId="{C624D65E-78B5-4608-8FE1-CFE45E882D5F}" destId="{05A697AB-079F-46B4-B7F2-6C99801BF42C}" srcOrd="0" destOrd="0" parTransId="{B5EDBC56-02B7-4AB2-A603-679B6AA1E86C}" sibTransId="{DC9CD185-EE25-4DB5-9CE1-A4867D50BC8A}"/>
    <dgm:cxn modelId="{C52B0BDB-AEAB-4E4E-9D4C-D3F5F443605F}" type="presOf" srcId="{05225B9D-1473-463B-98B8-3CAB16AA714E}" destId="{16F2E5BC-2651-4C2C-BED0-907A85D16F97}" srcOrd="0" destOrd="3" presId="urn:microsoft.com/office/officeart/2005/8/layout/process1"/>
    <dgm:cxn modelId="{842D6C64-5C80-43EE-B024-F107735B5404}" type="presParOf" srcId="{0EE0308F-1790-4909-B674-726121492ADB}" destId="{18FB9DDC-73CF-4E88-9806-BE3E9E6431E4}" srcOrd="0" destOrd="0" presId="urn:microsoft.com/office/officeart/2005/8/layout/process1"/>
    <dgm:cxn modelId="{54C89C99-2E95-4CC9-96DB-11FBA1727D38}" type="presParOf" srcId="{0EE0308F-1790-4909-B674-726121492ADB}" destId="{799550D1-D24A-42AA-973C-8166D8FD7BC4}" srcOrd="1" destOrd="0" presId="urn:microsoft.com/office/officeart/2005/8/layout/process1"/>
    <dgm:cxn modelId="{3C12B78B-0D97-4A21-8C2D-63636D1D3FD4}" type="presParOf" srcId="{799550D1-D24A-42AA-973C-8166D8FD7BC4}" destId="{A577A2D7-8D09-47CE-AA18-C4667C944FEA}" srcOrd="0" destOrd="0" presId="urn:microsoft.com/office/officeart/2005/8/layout/process1"/>
    <dgm:cxn modelId="{BCF8F9EC-6D0D-4732-98DC-FC4894ED77E7}" type="presParOf" srcId="{0EE0308F-1790-4909-B674-726121492ADB}" destId="{54595707-8FF3-4435-BD24-ACFDAC8603DE}" srcOrd="2" destOrd="0" presId="urn:microsoft.com/office/officeart/2005/8/layout/process1"/>
    <dgm:cxn modelId="{35276445-686C-4E48-85F4-9F64DB02D313}" type="presParOf" srcId="{0EE0308F-1790-4909-B674-726121492ADB}" destId="{D7475AD3-E451-42C2-B303-842C66DE8D14}" srcOrd="3" destOrd="0" presId="urn:microsoft.com/office/officeart/2005/8/layout/process1"/>
    <dgm:cxn modelId="{8E9D12D9-4B5F-48A5-9269-2CE18D23762E}" type="presParOf" srcId="{D7475AD3-E451-42C2-B303-842C66DE8D14}" destId="{CD4492F0-636A-48CE-8A0C-8A2A86E06A4D}" srcOrd="0" destOrd="0" presId="urn:microsoft.com/office/officeart/2005/8/layout/process1"/>
    <dgm:cxn modelId="{CE1D56D3-3D76-492D-AD7B-955B9B9DEBAD}" type="presParOf" srcId="{0EE0308F-1790-4909-B674-726121492ADB}" destId="{16F2E5BC-2651-4C2C-BED0-907A85D16F97}"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7E0FC8B-7A46-448D-889F-318C2695732F}" type="doc">
      <dgm:prSet loTypeId="urn:microsoft.com/office/officeart/2005/8/layout/process1" loCatId="process" qsTypeId="urn:microsoft.com/office/officeart/2005/8/quickstyle/simple1" qsCatId="simple" csTypeId="urn:microsoft.com/office/officeart/2005/8/colors/colorful2" csCatId="colorful" phldr="1"/>
      <dgm:spPr/>
    </dgm:pt>
    <dgm:pt modelId="{C624D65E-78B5-4608-8FE1-CFE45E882D5F}">
      <dgm:prSet phldrT="[Text]" custT="1"/>
      <dgm:spPr/>
      <dgm:t>
        <a:bodyPr anchor="t"/>
        <a:lstStyle/>
        <a:p>
          <a:r>
            <a:rPr lang="en-US" sz="2800" dirty="0"/>
            <a:t>Repo</a:t>
          </a:r>
        </a:p>
      </dgm:t>
    </dgm:pt>
    <dgm:pt modelId="{59C39BDB-1CAC-40E6-B15A-1D39C7464B8D}" type="parTrans" cxnId="{FDCFA122-5E7C-4AB5-96B4-DD68C585ACCB}">
      <dgm:prSet/>
      <dgm:spPr/>
      <dgm:t>
        <a:bodyPr/>
        <a:lstStyle/>
        <a:p>
          <a:endParaRPr lang="en-US" sz="3200"/>
        </a:p>
      </dgm:t>
    </dgm:pt>
    <dgm:pt modelId="{2538BDD2-7C86-45CF-AE36-3D32098D3815}" type="sibTrans" cxnId="{FDCFA122-5E7C-4AB5-96B4-DD68C585ACCB}">
      <dgm:prSet custT="1"/>
      <dgm:spPr/>
      <dgm:t>
        <a:bodyPr/>
        <a:lstStyle/>
        <a:p>
          <a:endParaRPr lang="en-US" sz="2400"/>
        </a:p>
      </dgm:t>
    </dgm:pt>
    <dgm:pt modelId="{2FE5D819-EEEB-4E06-A876-84922E5B35FA}">
      <dgm:prSet phldrT="[Text]" custT="1"/>
      <dgm:spPr/>
      <dgm:t>
        <a:bodyPr/>
        <a:lstStyle/>
        <a:p>
          <a:r>
            <a:rPr lang="en-US" sz="2800" dirty="0"/>
            <a:t>Build</a:t>
          </a:r>
        </a:p>
      </dgm:t>
    </dgm:pt>
    <dgm:pt modelId="{CF305853-D836-4A3F-9641-91E6A5A4C638}" type="parTrans" cxnId="{9F8A35C8-7225-4795-865F-C26388ECE02F}">
      <dgm:prSet/>
      <dgm:spPr/>
      <dgm:t>
        <a:bodyPr/>
        <a:lstStyle/>
        <a:p>
          <a:endParaRPr lang="en-US" sz="3200"/>
        </a:p>
      </dgm:t>
    </dgm:pt>
    <dgm:pt modelId="{78F01E21-3A6E-4451-AC5F-9E4E722F91E6}" type="sibTrans" cxnId="{9F8A35C8-7225-4795-865F-C26388ECE02F}">
      <dgm:prSet custT="1"/>
      <dgm:spPr/>
      <dgm:t>
        <a:bodyPr/>
        <a:lstStyle/>
        <a:p>
          <a:endParaRPr lang="en-US" sz="2400"/>
        </a:p>
      </dgm:t>
    </dgm:pt>
    <dgm:pt modelId="{DDECE7EA-9D0B-4331-9A24-1BE84F2716C6}">
      <dgm:prSet phldrT="[Text]" custT="1"/>
      <dgm:spPr/>
      <dgm:t>
        <a:bodyPr/>
        <a:lstStyle/>
        <a:p>
          <a:r>
            <a:rPr lang="en-US" sz="2000" dirty="0"/>
            <a:t>Restore</a:t>
          </a:r>
        </a:p>
      </dgm:t>
    </dgm:pt>
    <dgm:pt modelId="{15EEF514-83ED-4198-88CF-FABD5F3264DA}" type="parTrans" cxnId="{E08A22FE-0C18-4CA5-8540-B61C192F2E1C}">
      <dgm:prSet/>
      <dgm:spPr/>
      <dgm:t>
        <a:bodyPr/>
        <a:lstStyle/>
        <a:p>
          <a:endParaRPr lang="en-US" sz="3200"/>
        </a:p>
      </dgm:t>
    </dgm:pt>
    <dgm:pt modelId="{77F242C7-C8A4-41B5-8F49-3ACE846ADB8E}" type="sibTrans" cxnId="{E08A22FE-0C18-4CA5-8540-B61C192F2E1C}">
      <dgm:prSet/>
      <dgm:spPr/>
      <dgm:t>
        <a:bodyPr/>
        <a:lstStyle/>
        <a:p>
          <a:endParaRPr lang="en-US" sz="3200"/>
        </a:p>
      </dgm:t>
    </dgm:pt>
    <dgm:pt modelId="{7814F9D1-045B-447E-8F56-E8A55F7EC797}">
      <dgm:prSet phldrT="[Text]" custT="1"/>
      <dgm:spPr/>
      <dgm:t>
        <a:bodyPr/>
        <a:lstStyle/>
        <a:p>
          <a:r>
            <a:rPr lang="en-US" sz="2000" dirty="0"/>
            <a:t>Build</a:t>
          </a:r>
        </a:p>
      </dgm:t>
    </dgm:pt>
    <dgm:pt modelId="{CE918F91-8E6B-4BE0-AC34-F4142D3153B3}" type="parTrans" cxnId="{9E262D5E-22B1-4399-A4EE-03233EBFB40C}">
      <dgm:prSet/>
      <dgm:spPr/>
      <dgm:t>
        <a:bodyPr/>
        <a:lstStyle/>
        <a:p>
          <a:endParaRPr lang="en-US" sz="3200"/>
        </a:p>
      </dgm:t>
    </dgm:pt>
    <dgm:pt modelId="{3A77E6CD-DBE7-4530-9535-B9B809494807}" type="sibTrans" cxnId="{9E262D5E-22B1-4399-A4EE-03233EBFB40C}">
      <dgm:prSet/>
      <dgm:spPr/>
      <dgm:t>
        <a:bodyPr/>
        <a:lstStyle/>
        <a:p>
          <a:endParaRPr lang="en-US" sz="3200"/>
        </a:p>
      </dgm:t>
    </dgm:pt>
    <dgm:pt modelId="{9536FE99-7EA9-49B3-9816-13B74DF24AA2}">
      <dgm:prSet phldrT="[Text]" custT="1"/>
      <dgm:spPr/>
      <dgm:t>
        <a:bodyPr/>
        <a:lstStyle/>
        <a:p>
          <a:r>
            <a:rPr lang="en-US" sz="2000" dirty="0"/>
            <a:t>Package</a:t>
          </a:r>
        </a:p>
      </dgm:t>
    </dgm:pt>
    <dgm:pt modelId="{FCDAE686-0B01-4B6F-A276-E106527952AD}" type="parTrans" cxnId="{CCC1B701-FCA3-46BD-8D93-9BA6AB8C882D}">
      <dgm:prSet/>
      <dgm:spPr/>
      <dgm:t>
        <a:bodyPr/>
        <a:lstStyle/>
        <a:p>
          <a:endParaRPr lang="en-US" sz="3200"/>
        </a:p>
      </dgm:t>
    </dgm:pt>
    <dgm:pt modelId="{C5A5A63E-0910-44D1-AEAC-429AAC87EFD9}" type="sibTrans" cxnId="{CCC1B701-FCA3-46BD-8D93-9BA6AB8C882D}">
      <dgm:prSet/>
      <dgm:spPr/>
      <dgm:t>
        <a:bodyPr/>
        <a:lstStyle/>
        <a:p>
          <a:endParaRPr lang="en-US" sz="3200"/>
        </a:p>
      </dgm:t>
    </dgm:pt>
    <dgm:pt modelId="{E79D335A-9790-4776-9400-384B2E09489D}">
      <dgm:prSet phldrT="[Text]" custT="1"/>
      <dgm:spPr/>
      <dgm:t>
        <a:bodyPr/>
        <a:lstStyle/>
        <a:p>
          <a:r>
            <a:rPr lang="en-US" sz="2000" dirty="0"/>
            <a:t>Publish Artifacts</a:t>
          </a:r>
        </a:p>
      </dgm:t>
    </dgm:pt>
    <dgm:pt modelId="{F350373A-2BCF-4A44-A555-F15CE4BA2972}" type="parTrans" cxnId="{943F908B-7B84-496C-8A50-FF0848ED226D}">
      <dgm:prSet/>
      <dgm:spPr/>
      <dgm:t>
        <a:bodyPr/>
        <a:lstStyle/>
        <a:p>
          <a:endParaRPr lang="en-US" sz="3200"/>
        </a:p>
      </dgm:t>
    </dgm:pt>
    <dgm:pt modelId="{97C1E764-5FA0-4C7D-B847-9EDC91865C58}" type="sibTrans" cxnId="{943F908B-7B84-496C-8A50-FF0848ED226D}">
      <dgm:prSet/>
      <dgm:spPr/>
      <dgm:t>
        <a:bodyPr/>
        <a:lstStyle/>
        <a:p>
          <a:endParaRPr lang="en-US" sz="3200"/>
        </a:p>
      </dgm:t>
    </dgm:pt>
    <dgm:pt modelId="{4B3ABFFC-FBE8-4C39-B956-B65FE70B106D}">
      <dgm:prSet phldrT="[Text]" custT="1"/>
      <dgm:spPr/>
      <dgm:t>
        <a:bodyPr/>
        <a:lstStyle/>
        <a:p>
          <a:r>
            <a:rPr lang="en-US" sz="2800" dirty="0"/>
            <a:t>Release</a:t>
          </a:r>
        </a:p>
      </dgm:t>
    </dgm:pt>
    <dgm:pt modelId="{E975085E-70B4-4B3B-BB87-FBD7B345768C}" type="parTrans" cxnId="{1B83D942-F499-4824-81E9-E0ED7A166C54}">
      <dgm:prSet/>
      <dgm:spPr/>
      <dgm:t>
        <a:bodyPr/>
        <a:lstStyle/>
        <a:p>
          <a:endParaRPr lang="en-US" sz="3200"/>
        </a:p>
      </dgm:t>
    </dgm:pt>
    <dgm:pt modelId="{2C6DFCAC-B584-4C91-A04E-949575E95122}" type="sibTrans" cxnId="{1B83D942-F499-4824-81E9-E0ED7A166C54}">
      <dgm:prSet/>
      <dgm:spPr/>
      <dgm:t>
        <a:bodyPr/>
        <a:lstStyle/>
        <a:p>
          <a:endParaRPr lang="en-US" sz="3200"/>
        </a:p>
      </dgm:t>
    </dgm:pt>
    <dgm:pt modelId="{C2C1E871-E4D4-4205-98EE-632585B5275C}">
      <dgm:prSet phldrT="[Text]" custT="1"/>
      <dgm:spPr/>
      <dgm:t>
        <a:bodyPr/>
        <a:lstStyle/>
        <a:p>
          <a:r>
            <a:rPr lang="en-US" sz="2000" dirty="0"/>
            <a:t>Deploy</a:t>
          </a:r>
        </a:p>
      </dgm:t>
    </dgm:pt>
    <dgm:pt modelId="{0FC39466-47D8-4912-8819-E98E4F11F094}" type="parTrans" cxnId="{FBCC08B0-F2A4-4439-9492-497DDD9E4F72}">
      <dgm:prSet/>
      <dgm:spPr/>
      <dgm:t>
        <a:bodyPr/>
        <a:lstStyle/>
        <a:p>
          <a:endParaRPr lang="en-US" sz="3200"/>
        </a:p>
      </dgm:t>
    </dgm:pt>
    <dgm:pt modelId="{591C9AED-B108-453C-BA17-ECC0E8555818}" type="sibTrans" cxnId="{FBCC08B0-F2A4-4439-9492-497DDD9E4F72}">
      <dgm:prSet/>
      <dgm:spPr/>
      <dgm:t>
        <a:bodyPr/>
        <a:lstStyle/>
        <a:p>
          <a:endParaRPr lang="en-US" sz="3200"/>
        </a:p>
      </dgm:t>
    </dgm:pt>
    <dgm:pt modelId="{A7EC0CB6-8588-4F48-B8F3-835829DE3DCA}">
      <dgm:prSet phldrT="[Text]" custT="1"/>
      <dgm:spPr/>
      <dgm:t>
        <a:bodyPr/>
        <a:lstStyle/>
        <a:p>
          <a:r>
            <a:rPr lang="en-US" sz="2000" b="1" dirty="0"/>
            <a:t>Unit Tests</a:t>
          </a:r>
        </a:p>
      </dgm:t>
    </dgm:pt>
    <dgm:pt modelId="{EC1AEBCA-D9CB-4DA8-8840-B52975F15FD3}" type="parTrans" cxnId="{C72E9382-F97D-4DF4-AB07-CE8DFEFC64D2}">
      <dgm:prSet/>
      <dgm:spPr/>
      <dgm:t>
        <a:bodyPr/>
        <a:lstStyle/>
        <a:p>
          <a:endParaRPr lang="en-US" sz="3200"/>
        </a:p>
      </dgm:t>
    </dgm:pt>
    <dgm:pt modelId="{921639AA-678B-4026-8B0A-2905FDE3D879}" type="sibTrans" cxnId="{C72E9382-F97D-4DF4-AB07-CE8DFEFC64D2}">
      <dgm:prSet/>
      <dgm:spPr/>
      <dgm:t>
        <a:bodyPr/>
        <a:lstStyle/>
        <a:p>
          <a:endParaRPr lang="en-US" sz="3200"/>
        </a:p>
      </dgm:t>
    </dgm:pt>
    <dgm:pt modelId="{61AA7185-7135-4C15-9E46-126BEB180348}">
      <dgm:prSet phldrT="[Text]" custT="1"/>
      <dgm:spPr/>
      <dgm:t>
        <a:bodyPr/>
        <a:lstStyle/>
        <a:p>
          <a:r>
            <a:rPr lang="en-US" sz="2000" b="1" dirty="0"/>
            <a:t>Run tests</a:t>
          </a:r>
        </a:p>
      </dgm:t>
    </dgm:pt>
    <dgm:pt modelId="{8C60FFA3-EF97-4DE9-A0CF-1D95A83EFA32}" type="parTrans" cxnId="{439BB8DB-DD12-4561-8F0E-D936E701B47C}">
      <dgm:prSet/>
      <dgm:spPr/>
      <dgm:t>
        <a:bodyPr/>
        <a:lstStyle/>
        <a:p>
          <a:endParaRPr lang="en-US" sz="3200"/>
        </a:p>
      </dgm:t>
    </dgm:pt>
    <dgm:pt modelId="{AB4DB274-4C5D-49BB-BB24-387303542A51}" type="sibTrans" cxnId="{439BB8DB-DD12-4561-8F0E-D936E701B47C}">
      <dgm:prSet/>
      <dgm:spPr/>
      <dgm:t>
        <a:bodyPr/>
        <a:lstStyle/>
        <a:p>
          <a:endParaRPr lang="en-US" sz="3200"/>
        </a:p>
      </dgm:t>
    </dgm:pt>
    <dgm:pt modelId="{EF4EC2AD-CA6E-47B5-ACA0-3664978E942B}">
      <dgm:prSet phldrT="[Text]" custT="1"/>
      <dgm:spPr/>
      <dgm:t>
        <a:bodyPr/>
        <a:lstStyle/>
        <a:p>
          <a:r>
            <a:rPr lang="en-US" sz="2000" b="1" dirty="0"/>
            <a:t>Approve</a:t>
          </a:r>
        </a:p>
      </dgm:t>
    </dgm:pt>
    <dgm:pt modelId="{7E18461B-D779-49D5-994F-0C54E6BB4348}" type="parTrans" cxnId="{62E097BF-E3D9-453D-9D05-5F13A4556E4E}">
      <dgm:prSet/>
      <dgm:spPr/>
      <dgm:t>
        <a:bodyPr/>
        <a:lstStyle/>
        <a:p>
          <a:endParaRPr lang="en-US" sz="3200"/>
        </a:p>
      </dgm:t>
    </dgm:pt>
    <dgm:pt modelId="{D98AA3B4-DE1C-4025-8846-8AA597906DFE}" type="sibTrans" cxnId="{62E097BF-E3D9-453D-9D05-5F13A4556E4E}">
      <dgm:prSet/>
      <dgm:spPr/>
      <dgm:t>
        <a:bodyPr/>
        <a:lstStyle/>
        <a:p>
          <a:endParaRPr lang="en-US" sz="3200"/>
        </a:p>
      </dgm:t>
    </dgm:pt>
    <dgm:pt modelId="{5710F43E-ADF5-4721-B778-AB0889A150F9}">
      <dgm:prSet phldrT="[Text]" custT="1"/>
      <dgm:spPr/>
      <dgm:t>
        <a:bodyPr/>
        <a:lstStyle/>
        <a:p>
          <a:r>
            <a:rPr lang="en-US" sz="2000" dirty="0"/>
            <a:t>Environment A</a:t>
          </a:r>
        </a:p>
      </dgm:t>
    </dgm:pt>
    <dgm:pt modelId="{18B5546A-AB80-4445-B14A-8D6FE1E9DD86}" type="parTrans" cxnId="{DC7BF6AF-F333-4D56-99B1-870B0A9E0C24}">
      <dgm:prSet/>
      <dgm:spPr/>
      <dgm:t>
        <a:bodyPr/>
        <a:lstStyle/>
        <a:p>
          <a:endParaRPr lang="en-US" sz="3200"/>
        </a:p>
      </dgm:t>
    </dgm:pt>
    <dgm:pt modelId="{F4D0B49F-EA33-4153-9EB6-DA646DE3E4EB}" type="sibTrans" cxnId="{DC7BF6AF-F333-4D56-99B1-870B0A9E0C24}">
      <dgm:prSet/>
      <dgm:spPr/>
      <dgm:t>
        <a:bodyPr/>
        <a:lstStyle/>
        <a:p>
          <a:endParaRPr lang="en-US" sz="3200"/>
        </a:p>
      </dgm:t>
    </dgm:pt>
    <dgm:pt modelId="{44E5DA23-F99A-456A-9EDB-B7AF48971F06}">
      <dgm:prSet phldrT="[Text]" custT="1"/>
      <dgm:spPr/>
      <dgm:t>
        <a:bodyPr/>
        <a:lstStyle/>
        <a:p>
          <a:r>
            <a:rPr lang="en-US" sz="2000" dirty="0"/>
            <a:t>Environment B</a:t>
          </a:r>
          <a:endParaRPr lang="en-US" sz="2000" b="1" dirty="0"/>
        </a:p>
      </dgm:t>
    </dgm:pt>
    <dgm:pt modelId="{7D124D14-E98D-455E-91D9-60E0AAD653BE}" type="parTrans" cxnId="{A12222C0-31D6-4487-AA63-80CF9D7AAFE2}">
      <dgm:prSet/>
      <dgm:spPr/>
      <dgm:t>
        <a:bodyPr/>
        <a:lstStyle/>
        <a:p>
          <a:endParaRPr lang="en-US" sz="3200"/>
        </a:p>
      </dgm:t>
    </dgm:pt>
    <dgm:pt modelId="{3B610B43-4C76-4B5D-BD6E-9E8D07E9DE0A}" type="sibTrans" cxnId="{A12222C0-31D6-4487-AA63-80CF9D7AAFE2}">
      <dgm:prSet/>
      <dgm:spPr/>
      <dgm:t>
        <a:bodyPr/>
        <a:lstStyle/>
        <a:p>
          <a:endParaRPr lang="en-US" sz="3200"/>
        </a:p>
      </dgm:t>
    </dgm:pt>
    <dgm:pt modelId="{B1680632-7482-4074-9637-5918659B9FBE}">
      <dgm:prSet phldrT="[Text]" custT="1"/>
      <dgm:spPr/>
      <dgm:t>
        <a:bodyPr/>
        <a:lstStyle/>
        <a:p>
          <a:r>
            <a:rPr lang="en-US" sz="2000" dirty="0"/>
            <a:t>Deploy</a:t>
          </a:r>
        </a:p>
      </dgm:t>
    </dgm:pt>
    <dgm:pt modelId="{306255F5-9448-4B02-A219-775BF96E71E8}" type="parTrans" cxnId="{B314AD9F-B2CE-4503-A9E2-2125919CCD83}">
      <dgm:prSet/>
      <dgm:spPr/>
      <dgm:t>
        <a:bodyPr/>
        <a:lstStyle/>
        <a:p>
          <a:endParaRPr lang="en-US" sz="3200"/>
        </a:p>
      </dgm:t>
    </dgm:pt>
    <dgm:pt modelId="{B0100840-8D7B-435F-8618-2F338B0869D5}" type="sibTrans" cxnId="{B314AD9F-B2CE-4503-A9E2-2125919CCD83}">
      <dgm:prSet/>
      <dgm:spPr/>
      <dgm:t>
        <a:bodyPr/>
        <a:lstStyle/>
        <a:p>
          <a:endParaRPr lang="en-US" sz="3200"/>
        </a:p>
      </dgm:t>
    </dgm:pt>
    <dgm:pt modelId="{77A96DDE-3717-4E4F-984C-023D36330FB7}">
      <dgm:prSet phldrT="[Text]" custT="1"/>
      <dgm:spPr/>
      <dgm:t>
        <a:bodyPr/>
        <a:lstStyle/>
        <a:p>
          <a:r>
            <a:rPr lang="en-US" sz="2000" b="1" dirty="0"/>
            <a:t>Run tests</a:t>
          </a:r>
        </a:p>
      </dgm:t>
    </dgm:pt>
    <dgm:pt modelId="{0220FFD6-FFF6-4B95-945B-FC4B0EA61CC4}" type="parTrans" cxnId="{6BDF0196-785E-44C8-964C-56C33A3A8175}">
      <dgm:prSet/>
      <dgm:spPr/>
      <dgm:t>
        <a:bodyPr/>
        <a:lstStyle/>
        <a:p>
          <a:endParaRPr lang="en-US" sz="3200"/>
        </a:p>
      </dgm:t>
    </dgm:pt>
    <dgm:pt modelId="{4ADE9DF0-7A3C-47D7-925B-0296FDEB3212}" type="sibTrans" cxnId="{6BDF0196-785E-44C8-964C-56C33A3A8175}">
      <dgm:prSet/>
      <dgm:spPr/>
      <dgm:t>
        <a:bodyPr/>
        <a:lstStyle/>
        <a:p>
          <a:endParaRPr lang="en-US" sz="3200"/>
        </a:p>
      </dgm:t>
    </dgm:pt>
    <dgm:pt modelId="{D1EEF6C7-D042-4BF0-A698-65A63C63EC9A}">
      <dgm:prSet phldrT="[Text]" custT="1"/>
      <dgm:spPr/>
      <dgm:t>
        <a:bodyPr/>
        <a:lstStyle/>
        <a:p>
          <a:r>
            <a:rPr lang="en-US" sz="2000" b="1" dirty="0"/>
            <a:t>Approve</a:t>
          </a:r>
        </a:p>
      </dgm:t>
    </dgm:pt>
    <dgm:pt modelId="{5EB7B617-84DD-4600-9BA2-F4EFAED88826}" type="parTrans" cxnId="{631C787D-B49A-449A-8E17-161E21DE72D5}">
      <dgm:prSet/>
      <dgm:spPr/>
      <dgm:t>
        <a:bodyPr/>
        <a:lstStyle/>
        <a:p>
          <a:endParaRPr lang="en-US" sz="3200"/>
        </a:p>
      </dgm:t>
    </dgm:pt>
    <dgm:pt modelId="{8C67BB51-A43F-43A2-8A1F-47D29F47B926}" type="sibTrans" cxnId="{631C787D-B49A-449A-8E17-161E21DE72D5}">
      <dgm:prSet/>
      <dgm:spPr/>
      <dgm:t>
        <a:bodyPr/>
        <a:lstStyle/>
        <a:p>
          <a:endParaRPr lang="en-US" sz="3200"/>
        </a:p>
      </dgm:t>
    </dgm:pt>
    <dgm:pt modelId="{B9D075F6-C8E4-4B52-A114-BCD86A20AAF4}">
      <dgm:prSet phldrT="[Text]" custT="1"/>
      <dgm:spPr/>
      <dgm:t>
        <a:bodyPr anchor="t"/>
        <a:lstStyle/>
        <a:p>
          <a:r>
            <a:rPr lang="en-US" sz="2000" dirty="0"/>
            <a:t>Commit</a:t>
          </a:r>
        </a:p>
      </dgm:t>
    </dgm:pt>
    <dgm:pt modelId="{B559F32F-E98D-42EC-8A1D-E57FADC5FB2D}" type="parTrans" cxnId="{0BC8D318-A34A-4C1E-82D3-A72E2E601BE5}">
      <dgm:prSet/>
      <dgm:spPr/>
      <dgm:t>
        <a:bodyPr/>
        <a:lstStyle/>
        <a:p>
          <a:endParaRPr lang="en-US"/>
        </a:p>
      </dgm:t>
    </dgm:pt>
    <dgm:pt modelId="{74ABA5B8-C300-4C21-8CA3-A4421D9BB9AE}" type="sibTrans" cxnId="{0BC8D318-A34A-4C1E-82D3-A72E2E601BE5}">
      <dgm:prSet/>
      <dgm:spPr/>
      <dgm:t>
        <a:bodyPr/>
        <a:lstStyle/>
        <a:p>
          <a:endParaRPr lang="en-US"/>
        </a:p>
      </dgm:t>
    </dgm:pt>
    <dgm:pt modelId="{77338B78-2698-4478-B88D-03AE12882CCA}">
      <dgm:prSet phldrT="[Text]" custT="1"/>
      <dgm:spPr/>
      <dgm:t>
        <a:bodyPr/>
        <a:lstStyle/>
        <a:p>
          <a:r>
            <a:rPr lang="en-US" sz="2000" b="1" dirty="0"/>
            <a:t>Update Versions</a:t>
          </a:r>
        </a:p>
      </dgm:t>
    </dgm:pt>
    <dgm:pt modelId="{5ED8923F-F229-4DB2-986C-8D7B3F7C3C92}" type="parTrans" cxnId="{C912F05D-1AA0-4297-B52E-4B9626062747}">
      <dgm:prSet/>
      <dgm:spPr/>
    </dgm:pt>
    <dgm:pt modelId="{45CFD838-999A-445F-8620-B1C358AFFD5A}" type="sibTrans" cxnId="{C912F05D-1AA0-4297-B52E-4B9626062747}">
      <dgm:prSet/>
      <dgm:spPr/>
    </dgm:pt>
    <dgm:pt modelId="{A3E55C27-F643-4CA6-90B9-B9E2B16577D3}" type="pres">
      <dgm:prSet presAssocID="{07E0FC8B-7A46-448D-889F-318C2695732F}" presName="Name0" presStyleCnt="0">
        <dgm:presLayoutVars>
          <dgm:dir/>
          <dgm:resizeHandles val="exact"/>
        </dgm:presLayoutVars>
      </dgm:prSet>
      <dgm:spPr/>
    </dgm:pt>
    <dgm:pt modelId="{400E2311-E527-4F53-829F-E0474A5D30F9}" type="pres">
      <dgm:prSet presAssocID="{C624D65E-78B5-4608-8FE1-CFE45E882D5F}" presName="node" presStyleLbl="node1" presStyleIdx="0" presStyleCnt="3">
        <dgm:presLayoutVars>
          <dgm:bulletEnabled val="1"/>
        </dgm:presLayoutVars>
      </dgm:prSet>
      <dgm:spPr/>
      <dgm:t>
        <a:bodyPr/>
        <a:lstStyle/>
        <a:p>
          <a:endParaRPr lang="zh-CN" altLang="en-US"/>
        </a:p>
      </dgm:t>
    </dgm:pt>
    <dgm:pt modelId="{38509C2A-2B5B-4270-A8BF-67B399C00034}" type="pres">
      <dgm:prSet presAssocID="{2538BDD2-7C86-45CF-AE36-3D32098D3815}" presName="sibTrans" presStyleLbl="sibTrans2D1" presStyleIdx="0" presStyleCnt="2"/>
      <dgm:spPr/>
      <dgm:t>
        <a:bodyPr/>
        <a:lstStyle/>
        <a:p>
          <a:endParaRPr lang="zh-CN" altLang="en-US"/>
        </a:p>
      </dgm:t>
    </dgm:pt>
    <dgm:pt modelId="{2564F059-081B-49F0-8510-0D97A9B90D7E}" type="pres">
      <dgm:prSet presAssocID="{2538BDD2-7C86-45CF-AE36-3D32098D3815}" presName="connectorText" presStyleLbl="sibTrans2D1" presStyleIdx="0" presStyleCnt="2"/>
      <dgm:spPr/>
      <dgm:t>
        <a:bodyPr/>
        <a:lstStyle/>
        <a:p>
          <a:endParaRPr lang="zh-CN" altLang="en-US"/>
        </a:p>
      </dgm:t>
    </dgm:pt>
    <dgm:pt modelId="{26BFB647-9ECC-4C2E-8922-5739044E2B05}" type="pres">
      <dgm:prSet presAssocID="{2FE5D819-EEEB-4E06-A876-84922E5B35FA}" presName="node" presStyleLbl="node1" presStyleIdx="1" presStyleCnt="3">
        <dgm:presLayoutVars>
          <dgm:bulletEnabled val="1"/>
        </dgm:presLayoutVars>
      </dgm:prSet>
      <dgm:spPr/>
      <dgm:t>
        <a:bodyPr/>
        <a:lstStyle/>
        <a:p>
          <a:endParaRPr lang="zh-CN" altLang="en-US"/>
        </a:p>
      </dgm:t>
    </dgm:pt>
    <dgm:pt modelId="{47349079-BDA7-4D98-AB3D-04644BEC6278}" type="pres">
      <dgm:prSet presAssocID="{78F01E21-3A6E-4451-AC5F-9E4E722F91E6}" presName="sibTrans" presStyleLbl="sibTrans2D1" presStyleIdx="1" presStyleCnt="2"/>
      <dgm:spPr/>
      <dgm:t>
        <a:bodyPr/>
        <a:lstStyle/>
        <a:p>
          <a:endParaRPr lang="zh-CN" altLang="en-US"/>
        </a:p>
      </dgm:t>
    </dgm:pt>
    <dgm:pt modelId="{4C490857-1DD9-4728-B71D-5D1208CDCD90}" type="pres">
      <dgm:prSet presAssocID="{78F01E21-3A6E-4451-AC5F-9E4E722F91E6}" presName="connectorText" presStyleLbl="sibTrans2D1" presStyleIdx="1" presStyleCnt="2"/>
      <dgm:spPr/>
      <dgm:t>
        <a:bodyPr/>
        <a:lstStyle/>
        <a:p>
          <a:endParaRPr lang="zh-CN" altLang="en-US"/>
        </a:p>
      </dgm:t>
    </dgm:pt>
    <dgm:pt modelId="{4F4F84D2-D7CB-4ABA-8B44-4CD2DCD1D429}" type="pres">
      <dgm:prSet presAssocID="{4B3ABFFC-FBE8-4C39-B956-B65FE70B106D}" presName="node" presStyleLbl="node1" presStyleIdx="2" presStyleCnt="3">
        <dgm:presLayoutVars>
          <dgm:bulletEnabled val="1"/>
        </dgm:presLayoutVars>
      </dgm:prSet>
      <dgm:spPr/>
      <dgm:t>
        <a:bodyPr/>
        <a:lstStyle/>
        <a:p>
          <a:endParaRPr lang="zh-CN" altLang="en-US"/>
        </a:p>
      </dgm:t>
    </dgm:pt>
  </dgm:ptLst>
  <dgm:cxnLst>
    <dgm:cxn modelId="{B314AD9F-B2CE-4503-A9E2-2125919CCD83}" srcId="{44E5DA23-F99A-456A-9EDB-B7AF48971F06}" destId="{B1680632-7482-4074-9637-5918659B9FBE}" srcOrd="1" destOrd="0" parTransId="{306255F5-9448-4B02-A219-775BF96E71E8}" sibTransId="{B0100840-8D7B-435F-8618-2F338B0869D5}"/>
    <dgm:cxn modelId="{00FFACE3-9F48-4290-B10A-4622CDB85343}" type="presOf" srcId="{D1EEF6C7-D042-4BF0-A698-65A63C63EC9A}" destId="{4F4F84D2-D7CB-4ABA-8B44-4CD2DCD1D429}" srcOrd="0" destOrd="6" presId="urn:microsoft.com/office/officeart/2005/8/layout/process1"/>
    <dgm:cxn modelId="{767BE6E8-CBBE-4E58-9471-E772EFAEB073}" type="presOf" srcId="{4B3ABFFC-FBE8-4C39-B956-B65FE70B106D}" destId="{4F4F84D2-D7CB-4ABA-8B44-4CD2DCD1D429}" srcOrd="0" destOrd="0" presId="urn:microsoft.com/office/officeart/2005/8/layout/process1"/>
    <dgm:cxn modelId="{68DA7700-4727-41C7-A6F9-DCF5C1922255}" type="presOf" srcId="{E79D335A-9790-4776-9400-384B2E09489D}" destId="{26BFB647-9ECC-4C2E-8922-5739044E2B05}" srcOrd="0" destOrd="6" presId="urn:microsoft.com/office/officeart/2005/8/layout/process1"/>
    <dgm:cxn modelId="{DD767086-5625-4165-8979-AECEAA0DAA56}" type="presOf" srcId="{B9D075F6-C8E4-4B52-A114-BCD86A20AAF4}" destId="{400E2311-E527-4F53-829F-E0474A5D30F9}" srcOrd="0" destOrd="1" presId="urn:microsoft.com/office/officeart/2005/8/layout/process1"/>
    <dgm:cxn modelId="{A12222C0-31D6-4487-AA63-80CF9D7AAFE2}" srcId="{4B3ABFFC-FBE8-4C39-B956-B65FE70B106D}" destId="{44E5DA23-F99A-456A-9EDB-B7AF48971F06}" srcOrd="1" destOrd="0" parTransId="{7D124D14-E98D-455E-91D9-60E0AAD653BE}" sibTransId="{3B610B43-4C76-4B5D-BD6E-9E8D07E9DE0A}"/>
    <dgm:cxn modelId="{9E262D5E-22B1-4399-A4EE-03233EBFB40C}" srcId="{2FE5D819-EEEB-4E06-A876-84922E5B35FA}" destId="{7814F9D1-045B-447E-8F56-E8A55F7EC797}" srcOrd="1" destOrd="0" parTransId="{CE918F91-8E6B-4BE0-AC34-F4142D3153B3}" sibTransId="{3A77E6CD-DBE7-4530-9535-B9B809494807}"/>
    <dgm:cxn modelId="{13DCC00C-1986-4AA5-89E2-035129E2A890}" type="presOf" srcId="{78F01E21-3A6E-4451-AC5F-9E4E722F91E6}" destId="{47349079-BDA7-4D98-AB3D-04644BEC6278}" srcOrd="0" destOrd="0" presId="urn:microsoft.com/office/officeart/2005/8/layout/process1"/>
    <dgm:cxn modelId="{9040E74B-969C-493E-87D4-99461987A01D}" type="presOf" srcId="{2538BDD2-7C86-45CF-AE36-3D32098D3815}" destId="{38509C2A-2B5B-4270-A8BF-67B399C00034}" srcOrd="0" destOrd="0" presId="urn:microsoft.com/office/officeart/2005/8/layout/process1"/>
    <dgm:cxn modelId="{2D6D1F56-81FA-4C48-8C21-0D05D6DB369D}" type="presOf" srcId="{C2C1E871-E4D4-4205-98EE-632585B5275C}" destId="{4F4F84D2-D7CB-4ABA-8B44-4CD2DCD1D429}" srcOrd="0" destOrd="2" presId="urn:microsoft.com/office/officeart/2005/8/layout/process1"/>
    <dgm:cxn modelId="{DC7BF6AF-F333-4D56-99B1-870B0A9E0C24}" srcId="{4B3ABFFC-FBE8-4C39-B956-B65FE70B106D}" destId="{5710F43E-ADF5-4721-B778-AB0889A150F9}" srcOrd="0" destOrd="0" parTransId="{18B5546A-AB80-4445-B14A-8D6FE1E9DD86}" sibTransId="{F4D0B49F-EA33-4153-9EB6-DA646DE3E4EB}"/>
    <dgm:cxn modelId="{C72E9382-F97D-4DF4-AB07-CE8DFEFC64D2}" srcId="{2FE5D819-EEEB-4E06-A876-84922E5B35FA}" destId="{A7EC0CB6-8588-4F48-B8F3-835829DE3DCA}" srcOrd="2" destOrd="0" parTransId="{EC1AEBCA-D9CB-4DA8-8840-B52975F15FD3}" sibTransId="{921639AA-678B-4026-8B0A-2905FDE3D879}"/>
    <dgm:cxn modelId="{FDCFA122-5E7C-4AB5-96B4-DD68C585ACCB}" srcId="{07E0FC8B-7A46-448D-889F-318C2695732F}" destId="{C624D65E-78B5-4608-8FE1-CFE45E882D5F}" srcOrd="0" destOrd="0" parTransId="{59C39BDB-1CAC-40E6-B15A-1D39C7464B8D}" sibTransId="{2538BDD2-7C86-45CF-AE36-3D32098D3815}"/>
    <dgm:cxn modelId="{C73837A0-575A-4CA2-83E7-93E981752B9D}" type="presOf" srcId="{7814F9D1-045B-447E-8F56-E8A55F7EC797}" destId="{26BFB647-9ECC-4C2E-8922-5739044E2B05}" srcOrd="0" destOrd="2" presId="urn:microsoft.com/office/officeart/2005/8/layout/process1"/>
    <dgm:cxn modelId="{631C787D-B49A-449A-8E17-161E21DE72D5}" srcId="{44E5DA23-F99A-456A-9EDB-B7AF48971F06}" destId="{D1EEF6C7-D042-4BF0-A698-65A63C63EC9A}" srcOrd="0" destOrd="0" parTransId="{5EB7B617-84DD-4600-9BA2-F4EFAED88826}" sibTransId="{8C67BB51-A43F-43A2-8A1F-47D29F47B926}"/>
    <dgm:cxn modelId="{35537D47-FE54-4425-B4BA-10CCAF2E5022}" type="presOf" srcId="{61AA7185-7135-4C15-9E46-126BEB180348}" destId="{4F4F84D2-D7CB-4ABA-8B44-4CD2DCD1D429}" srcOrd="0" destOrd="3" presId="urn:microsoft.com/office/officeart/2005/8/layout/process1"/>
    <dgm:cxn modelId="{6BDF0196-785E-44C8-964C-56C33A3A8175}" srcId="{44E5DA23-F99A-456A-9EDB-B7AF48971F06}" destId="{77A96DDE-3717-4E4F-984C-023D36330FB7}" srcOrd="2" destOrd="0" parTransId="{0220FFD6-FFF6-4B95-945B-FC4B0EA61CC4}" sibTransId="{4ADE9DF0-7A3C-47D7-925B-0296FDEB3212}"/>
    <dgm:cxn modelId="{0BC8D318-A34A-4C1E-82D3-A72E2E601BE5}" srcId="{C624D65E-78B5-4608-8FE1-CFE45E882D5F}" destId="{B9D075F6-C8E4-4B52-A114-BCD86A20AAF4}" srcOrd="0" destOrd="0" parTransId="{B559F32F-E98D-42EC-8A1D-E57FADC5FB2D}" sibTransId="{74ABA5B8-C300-4C21-8CA3-A4421D9BB9AE}"/>
    <dgm:cxn modelId="{0DB1223F-956A-4E8D-86A7-037DDCA7B21C}" type="presOf" srcId="{2538BDD2-7C86-45CF-AE36-3D32098D3815}" destId="{2564F059-081B-49F0-8510-0D97A9B90D7E}" srcOrd="1" destOrd="0" presId="urn:microsoft.com/office/officeart/2005/8/layout/process1"/>
    <dgm:cxn modelId="{C912F05D-1AA0-4297-B52E-4B9626062747}" srcId="{2FE5D819-EEEB-4E06-A876-84922E5B35FA}" destId="{77338B78-2698-4478-B88D-03AE12882CCA}" srcOrd="4" destOrd="0" parTransId="{5ED8923F-F229-4DB2-986C-8D7B3F7C3C92}" sibTransId="{45CFD838-999A-445F-8620-B1C358AFFD5A}"/>
    <dgm:cxn modelId="{9F8A35C8-7225-4795-865F-C26388ECE02F}" srcId="{07E0FC8B-7A46-448D-889F-318C2695732F}" destId="{2FE5D819-EEEB-4E06-A876-84922E5B35FA}" srcOrd="1" destOrd="0" parTransId="{CF305853-D836-4A3F-9641-91E6A5A4C638}" sibTransId="{78F01E21-3A6E-4451-AC5F-9E4E722F91E6}"/>
    <dgm:cxn modelId="{CCC1B701-FCA3-46BD-8D93-9BA6AB8C882D}" srcId="{2FE5D819-EEEB-4E06-A876-84922E5B35FA}" destId="{9536FE99-7EA9-49B3-9816-13B74DF24AA2}" srcOrd="3" destOrd="0" parTransId="{FCDAE686-0B01-4B6F-A276-E106527952AD}" sibTransId="{C5A5A63E-0910-44D1-AEAC-429AAC87EFD9}"/>
    <dgm:cxn modelId="{62E097BF-E3D9-453D-9D05-5F13A4556E4E}" srcId="{5710F43E-ADF5-4721-B778-AB0889A150F9}" destId="{EF4EC2AD-CA6E-47B5-ACA0-3664978E942B}" srcOrd="2" destOrd="0" parTransId="{7E18461B-D779-49D5-994F-0C54E6BB4348}" sibTransId="{D98AA3B4-DE1C-4025-8846-8AA597906DFE}"/>
    <dgm:cxn modelId="{6CE31243-F511-4FD0-AB61-3D442E78516D}" type="presOf" srcId="{44E5DA23-F99A-456A-9EDB-B7AF48971F06}" destId="{4F4F84D2-D7CB-4ABA-8B44-4CD2DCD1D429}" srcOrd="0" destOrd="5" presId="urn:microsoft.com/office/officeart/2005/8/layout/process1"/>
    <dgm:cxn modelId="{8362B778-EB82-41A7-8D90-6FBD060C3AE2}" type="presOf" srcId="{A7EC0CB6-8588-4F48-B8F3-835829DE3DCA}" destId="{26BFB647-9ECC-4C2E-8922-5739044E2B05}" srcOrd="0" destOrd="3" presId="urn:microsoft.com/office/officeart/2005/8/layout/process1"/>
    <dgm:cxn modelId="{6457853A-AAB7-4F45-A2D1-19C795C293F3}" type="presOf" srcId="{78F01E21-3A6E-4451-AC5F-9E4E722F91E6}" destId="{4C490857-1DD9-4728-B71D-5D1208CDCD90}" srcOrd="1" destOrd="0" presId="urn:microsoft.com/office/officeart/2005/8/layout/process1"/>
    <dgm:cxn modelId="{943F908B-7B84-496C-8A50-FF0848ED226D}" srcId="{2FE5D819-EEEB-4E06-A876-84922E5B35FA}" destId="{E79D335A-9790-4776-9400-384B2E09489D}" srcOrd="5" destOrd="0" parTransId="{F350373A-2BCF-4A44-A555-F15CE4BA2972}" sibTransId="{97C1E764-5FA0-4C7D-B847-9EDC91865C58}"/>
    <dgm:cxn modelId="{BFF9C041-F07B-4B81-832A-4AD060AEB6E9}" type="presOf" srcId="{DDECE7EA-9D0B-4331-9A24-1BE84F2716C6}" destId="{26BFB647-9ECC-4C2E-8922-5739044E2B05}" srcOrd="0" destOrd="1" presId="urn:microsoft.com/office/officeart/2005/8/layout/process1"/>
    <dgm:cxn modelId="{38AB517A-A00D-4182-A721-CE88D55E2AFC}" type="presOf" srcId="{07E0FC8B-7A46-448D-889F-318C2695732F}" destId="{A3E55C27-F643-4CA6-90B9-B9E2B16577D3}" srcOrd="0" destOrd="0" presId="urn:microsoft.com/office/officeart/2005/8/layout/process1"/>
    <dgm:cxn modelId="{AA87031D-94D5-40AD-8EB9-A33B2165E959}" type="presOf" srcId="{5710F43E-ADF5-4721-B778-AB0889A150F9}" destId="{4F4F84D2-D7CB-4ABA-8B44-4CD2DCD1D429}" srcOrd="0" destOrd="1" presId="urn:microsoft.com/office/officeart/2005/8/layout/process1"/>
    <dgm:cxn modelId="{439BB8DB-DD12-4561-8F0E-D936E701B47C}" srcId="{5710F43E-ADF5-4721-B778-AB0889A150F9}" destId="{61AA7185-7135-4C15-9E46-126BEB180348}" srcOrd="1" destOrd="0" parTransId="{8C60FFA3-EF97-4DE9-A0CF-1D95A83EFA32}" sibTransId="{AB4DB274-4C5D-49BB-BB24-387303542A51}"/>
    <dgm:cxn modelId="{12F896C6-412B-468F-8B48-99D0B05C4884}" type="presOf" srcId="{B1680632-7482-4074-9637-5918659B9FBE}" destId="{4F4F84D2-D7CB-4ABA-8B44-4CD2DCD1D429}" srcOrd="0" destOrd="7" presId="urn:microsoft.com/office/officeart/2005/8/layout/process1"/>
    <dgm:cxn modelId="{7438BC3C-57C9-4497-9549-1716642AB7DA}" type="presOf" srcId="{C624D65E-78B5-4608-8FE1-CFE45E882D5F}" destId="{400E2311-E527-4F53-829F-E0474A5D30F9}" srcOrd="0" destOrd="0" presId="urn:microsoft.com/office/officeart/2005/8/layout/process1"/>
    <dgm:cxn modelId="{A7C23FDE-10F8-4C50-8781-0607B0414697}" type="presOf" srcId="{77338B78-2698-4478-B88D-03AE12882CCA}" destId="{26BFB647-9ECC-4C2E-8922-5739044E2B05}" srcOrd="0" destOrd="5" presId="urn:microsoft.com/office/officeart/2005/8/layout/process1"/>
    <dgm:cxn modelId="{A9B25305-7846-45CC-B51E-F888702F281B}" type="presOf" srcId="{77A96DDE-3717-4E4F-984C-023D36330FB7}" destId="{4F4F84D2-D7CB-4ABA-8B44-4CD2DCD1D429}" srcOrd="0" destOrd="8" presId="urn:microsoft.com/office/officeart/2005/8/layout/process1"/>
    <dgm:cxn modelId="{E99F4622-3D3F-4300-992E-BB0DA3D65602}" type="presOf" srcId="{EF4EC2AD-CA6E-47B5-ACA0-3664978E942B}" destId="{4F4F84D2-D7CB-4ABA-8B44-4CD2DCD1D429}" srcOrd="0" destOrd="4" presId="urn:microsoft.com/office/officeart/2005/8/layout/process1"/>
    <dgm:cxn modelId="{1B83D942-F499-4824-81E9-E0ED7A166C54}" srcId="{07E0FC8B-7A46-448D-889F-318C2695732F}" destId="{4B3ABFFC-FBE8-4C39-B956-B65FE70B106D}" srcOrd="2" destOrd="0" parTransId="{E975085E-70B4-4B3B-BB87-FBD7B345768C}" sibTransId="{2C6DFCAC-B584-4C91-A04E-949575E95122}"/>
    <dgm:cxn modelId="{D5358553-3FF8-41E0-8252-D2C5E3158EBE}" type="presOf" srcId="{2FE5D819-EEEB-4E06-A876-84922E5B35FA}" destId="{26BFB647-9ECC-4C2E-8922-5739044E2B05}" srcOrd="0" destOrd="0" presId="urn:microsoft.com/office/officeart/2005/8/layout/process1"/>
    <dgm:cxn modelId="{E1BD8B8D-2DB6-45DC-A722-0E5EFEE91997}" type="presOf" srcId="{9536FE99-7EA9-49B3-9816-13B74DF24AA2}" destId="{26BFB647-9ECC-4C2E-8922-5739044E2B05}" srcOrd="0" destOrd="4" presId="urn:microsoft.com/office/officeart/2005/8/layout/process1"/>
    <dgm:cxn modelId="{FBCC08B0-F2A4-4439-9492-497DDD9E4F72}" srcId="{5710F43E-ADF5-4721-B778-AB0889A150F9}" destId="{C2C1E871-E4D4-4205-98EE-632585B5275C}" srcOrd="0" destOrd="0" parTransId="{0FC39466-47D8-4912-8819-E98E4F11F094}" sibTransId="{591C9AED-B108-453C-BA17-ECC0E8555818}"/>
    <dgm:cxn modelId="{E08A22FE-0C18-4CA5-8540-B61C192F2E1C}" srcId="{2FE5D819-EEEB-4E06-A876-84922E5B35FA}" destId="{DDECE7EA-9D0B-4331-9A24-1BE84F2716C6}" srcOrd="0" destOrd="0" parTransId="{15EEF514-83ED-4198-88CF-FABD5F3264DA}" sibTransId="{77F242C7-C8A4-41B5-8F49-3ACE846ADB8E}"/>
    <dgm:cxn modelId="{5D58122A-49F0-40AB-AE26-0B2CA4406D9B}" type="presParOf" srcId="{A3E55C27-F643-4CA6-90B9-B9E2B16577D3}" destId="{400E2311-E527-4F53-829F-E0474A5D30F9}" srcOrd="0" destOrd="0" presId="urn:microsoft.com/office/officeart/2005/8/layout/process1"/>
    <dgm:cxn modelId="{0F465C34-CF1F-4260-9FB6-82385398CD9F}" type="presParOf" srcId="{A3E55C27-F643-4CA6-90B9-B9E2B16577D3}" destId="{38509C2A-2B5B-4270-A8BF-67B399C00034}" srcOrd="1" destOrd="0" presId="urn:microsoft.com/office/officeart/2005/8/layout/process1"/>
    <dgm:cxn modelId="{9B8EF0F8-F2B9-4957-B7E1-CEDD1D822912}" type="presParOf" srcId="{38509C2A-2B5B-4270-A8BF-67B399C00034}" destId="{2564F059-081B-49F0-8510-0D97A9B90D7E}" srcOrd="0" destOrd="0" presId="urn:microsoft.com/office/officeart/2005/8/layout/process1"/>
    <dgm:cxn modelId="{5AEA6EB9-FC86-45BC-818F-372BE4387630}" type="presParOf" srcId="{A3E55C27-F643-4CA6-90B9-B9E2B16577D3}" destId="{26BFB647-9ECC-4C2E-8922-5739044E2B05}" srcOrd="2" destOrd="0" presId="urn:microsoft.com/office/officeart/2005/8/layout/process1"/>
    <dgm:cxn modelId="{9227C4E8-AFAE-496C-B552-73C0439877C9}" type="presParOf" srcId="{A3E55C27-F643-4CA6-90B9-B9E2B16577D3}" destId="{47349079-BDA7-4D98-AB3D-04644BEC6278}" srcOrd="3" destOrd="0" presId="urn:microsoft.com/office/officeart/2005/8/layout/process1"/>
    <dgm:cxn modelId="{DCAD1D77-A13F-4937-8F19-16C6FD087615}" type="presParOf" srcId="{47349079-BDA7-4D98-AB3D-04644BEC6278}" destId="{4C490857-1DD9-4728-B71D-5D1208CDCD90}" srcOrd="0" destOrd="0" presId="urn:microsoft.com/office/officeart/2005/8/layout/process1"/>
    <dgm:cxn modelId="{E8AAC770-C93C-4A7B-AC7A-B93C0387733F}" type="presParOf" srcId="{A3E55C27-F643-4CA6-90B9-B9E2B16577D3}" destId="{4F4F84D2-D7CB-4ABA-8B44-4CD2DCD1D429}"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E7F4776-12A8-4F92-8E98-4D7A245A20F9}" type="doc">
      <dgm:prSet loTypeId="urn:microsoft.com/office/officeart/2005/8/layout/process1" loCatId="process" qsTypeId="urn:microsoft.com/office/officeart/2005/8/quickstyle/simple1" qsCatId="simple" csTypeId="urn:microsoft.com/office/officeart/2005/8/colors/accent1_2" csCatId="accent1" phldr="1"/>
      <dgm:spPr/>
    </dgm:pt>
    <dgm:pt modelId="{E1FDB728-0B7E-4CF7-968F-229D55EBB502}">
      <dgm:prSet phldrT="[Text]" custT="1"/>
      <dgm:spPr/>
      <dgm:t>
        <a:bodyPr/>
        <a:lstStyle/>
        <a:p>
          <a:r>
            <a:rPr lang="en-US" sz="2000" dirty="0"/>
            <a:t>Copy Application Package</a:t>
          </a:r>
        </a:p>
      </dgm:t>
    </dgm:pt>
    <dgm:pt modelId="{B1A250FE-C469-4BF5-BE61-B1DEB101C401}" type="parTrans" cxnId="{4FA9BCF5-2915-4019-A997-D566368A698B}">
      <dgm:prSet/>
      <dgm:spPr/>
      <dgm:t>
        <a:bodyPr/>
        <a:lstStyle/>
        <a:p>
          <a:endParaRPr lang="en-US" sz="1600"/>
        </a:p>
      </dgm:t>
    </dgm:pt>
    <dgm:pt modelId="{C35EAF97-1811-4AED-BD6B-DBE23831CB84}" type="sibTrans" cxnId="{4FA9BCF5-2915-4019-A997-D566368A698B}">
      <dgm:prSet custT="1"/>
      <dgm:spPr/>
      <dgm:t>
        <a:bodyPr/>
        <a:lstStyle/>
        <a:p>
          <a:endParaRPr lang="en-US" sz="1600"/>
        </a:p>
      </dgm:t>
    </dgm:pt>
    <dgm:pt modelId="{A2119532-0B44-4A0B-9368-89E1F0AAD474}">
      <dgm:prSet phldrT="[Text]" custT="1"/>
      <dgm:spPr/>
      <dgm:t>
        <a:bodyPr/>
        <a:lstStyle/>
        <a:p>
          <a:r>
            <a:rPr lang="en-US" sz="2000" dirty="0"/>
            <a:t>Register Application</a:t>
          </a:r>
        </a:p>
      </dgm:t>
    </dgm:pt>
    <dgm:pt modelId="{2A9A6C32-1EDE-4A72-885D-08B3B0AB61F2}" type="parTrans" cxnId="{0E9F08E8-3E19-490A-B2CA-CC25EBEB36EB}">
      <dgm:prSet/>
      <dgm:spPr/>
      <dgm:t>
        <a:bodyPr/>
        <a:lstStyle/>
        <a:p>
          <a:endParaRPr lang="en-US" sz="1600"/>
        </a:p>
      </dgm:t>
    </dgm:pt>
    <dgm:pt modelId="{01F59C79-8DA0-437E-A852-E76B8A71F13D}" type="sibTrans" cxnId="{0E9F08E8-3E19-490A-B2CA-CC25EBEB36EB}">
      <dgm:prSet custT="1"/>
      <dgm:spPr/>
      <dgm:t>
        <a:bodyPr/>
        <a:lstStyle/>
        <a:p>
          <a:endParaRPr lang="en-US" sz="1600"/>
        </a:p>
      </dgm:t>
    </dgm:pt>
    <dgm:pt modelId="{5C0CC403-30A6-4DA0-B310-AE807E9AAD2A}">
      <dgm:prSet phldrT="[Text]" custT="1"/>
      <dgm:spPr/>
      <dgm:t>
        <a:bodyPr/>
        <a:lstStyle/>
        <a:p>
          <a:r>
            <a:rPr lang="en-US" sz="2000" dirty="0"/>
            <a:t>Create Named Application</a:t>
          </a:r>
        </a:p>
      </dgm:t>
    </dgm:pt>
    <dgm:pt modelId="{0A5FF589-C37B-4C91-9182-776F99EEC40E}" type="parTrans" cxnId="{F71C4F7A-D045-42F2-AEF4-A89E4D0F8AC8}">
      <dgm:prSet/>
      <dgm:spPr/>
      <dgm:t>
        <a:bodyPr/>
        <a:lstStyle/>
        <a:p>
          <a:endParaRPr lang="en-US" sz="1600"/>
        </a:p>
      </dgm:t>
    </dgm:pt>
    <dgm:pt modelId="{7CDBC521-3876-427B-8B1C-938196B7FB13}" type="sibTrans" cxnId="{F71C4F7A-D045-42F2-AEF4-A89E4D0F8AC8}">
      <dgm:prSet/>
      <dgm:spPr/>
      <dgm:t>
        <a:bodyPr/>
        <a:lstStyle/>
        <a:p>
          <a:endParaRPr lang="en-US" sz="1600"/>
        </a:p>
      </dgm:t>
    </dgm:pt>
    <dgm:pt modelId="{2E1197C6-99CF-4BF5-937E-A7DD6F509E61}">
      <dgm:prSet phldrT="[Text]" custT="1"/>
      <dgm:spPr/>
      <dgm:t>
        <a:bodyPr/>
        <a:lstStyle/>
        <a:p>
          <a:r>
            <a:rPr lang="en-US" sz="1600" dirty="0"/>
            <a:t>Application Instance</a:t>
          </a:r>
        </a:p>
      </dgm:t>
    </dgm:pt>
    <dgm:pt modelId="{5B34BD24-E390-408A-97CC-CCF1A51B08C3}" type="parTrans" cxnId="{1AED2B6C-B90B-4FBA-BC17-3831F91D224F}">
      <dgm:prSet/>
      <dgm:spPr/>
      <dgm:t>
        <a:bodyPr/>
        <a:lstStyle/>
        <a:p>
          <a:endParaRPr lang="en-US" sz="1600"/>
        </a:p>
      </dgm:t>
    </dgm:pt>
    <dgm:pt modelId="{DF3B512D-2CAB-46BB-86C5-726B8D999066}" type="sibTrans" cxnId="{1AED2B6C-B90B-4FBA-BC17-3831F91D224F}">
      <dgm:prSet/>
      <dgm:spPr/>
      <dgm:t>
        <a:bodyPr/>
        <a:lstStyle/>
        <a:p>
          <a:endParaRPr lang="en-US" sz="1600"/>
        </a:p>
      </dgm:t>
    </dgm:pt>
    <dgm:pt modelId="{96074192-D926-42B8-9139-049B8622E5B7}">
      <dgm:prSet phldrT="[Text]" custT="1"/>
      <dgm:spPr/>
      <dgm:t>
        <a:bodyPr/>
        <a:lstStyle/>
        <a:p>
          <a:r>
            <a:rPr lang="en-US" sz="1600" dirty="0"/>
            <a:t>Application Type and Version</a:t>
          </a:r>
        </a:p>
      </dgm:t>
    </dgm:pt>
    <dgm:pt modelId="{E29F5C7D-1EA0-4721-A5A2-E8AF7BEB4E3A}" type="parTrans" cxnId="{2C1A43DC-3BB9-4318-8DFD-C2DF9CDA2C00}">
      <dgm:prSet/>
      <dgm:spPr/>
      <dgm:t>
        <a:bodyPr/>
        <a:lstStyle/>
        <a:p>
          <a:endParaRPr lang="en-US" sz="1600"/>
        </a:p>
      </dgm:t>
    </dgm:pt>
    <dgm:pt modelId="{6BAD2EF0-1FBB-4E46-8280-CA842E7C02EC}" type="sibTrans" cxnId="{2C1A43DC-3BB9-4318-8DFD-C2DF9CDA2C00}">
      <dgm:prSet/>
      <dgm:spPr/>
      <dgm:t>
        <a:bodyPr/>
        <a:lstStyle/>
        <a:p>
          <a:endParaRPr lang="en-US" sz="1600"/>
        </a:p>
      </dgm:t>
    </dgm:pt>
    <dgm:pt modelId="{4A2F653B-21D2-4CFE-A65F-D40AA6E761D1}" type="pres">
      <dgm:prSet presAssocID="{7E7F4776-12A8-4F92-8E98-4D7A245A20F9}" presName="Name0" presStyleCnt="0">
        <dgm:presLayoutVars>
          <dgm:dir/>
          <dgm:resizeHandles val="exact"/>
        </dgm:presLayoutVars>
      </dgm:prSet>
      <dgm:spPr/>
    </dgm:pt>
    <dgm:pt modelId="{8B800FBA-DE95-4F93-8E52-0040F9B6D979}" type="pres">
      <dgm:prSet presAssocID="{E1FDB728-0B7E-4CF7-968F-229D55EBB502}" presName="node" presStyleLbl="node1" presStyleIdx="0" presStyleCnt="3">
        <dgm:presLayoutVars>
          <dgm:bulletEnabled val="1"/>
        </dgm:presLayoutVars>
      </dgm:prSet>
      <dgm:spPr/>
      <dgm:t>
        <a:bodyPr/>
        <a:lstStyle/>
        <a:p>
          <a:endParaRPr lang="zh-CN" altLang="en-US"/>
        </a:p>
      </dgm:t>
    </dgm:pt>
    <dgm:pt modelId="{3127F5E2-86F6-41C4-BC0D-EBBB5FE4C263}" type="pres">
      <dgm:prSet presAssocID="{C35EAF97-1811-4AED-BD6B-DBE23831CB84}" presName="sibTrans" presStyleLbl="sibTrans2D1" presStyleIdx="0" presStyleCnt="2"/>
      <dgm:spPr/>
      <dgm:t>
        <a:bodyPr/>
        <a:lstStyle/>
        <a:p>
          <a:endParaRPr lang="zh-CN" altLang="en-US"/>
        </a:p>
      </dgm:t>
    </dgm:pt>
    <dgm:pt modelId="{01DA9860-6A2D-4747-88AE-B5E8D99C6D62}" type="pres">
      <dgm:prSet presAssocID="{C35EAF97-1811-4AED-BD6B-DBE23831CB84}" presName="connectorText" presStyleLbl="sibTrans2D1" presStyleIdx="0" presStyleCnt="2"/>
      <dgm:spPr/>
      <dgm:t>
        <a:bodyPr/>
        <a:lstStyle/>
        <a:p>
          <a:endParaRPr lang="zh-CN" altLang="en-US"/>
        </a:p>
      </dgm:t>
    </dgm:pt>
    <dgm:pt modelId="{9A580654-0CAA-4271-99A3-171780A4FE8B}" type="pres">
      <dgm:prSet presAssocID="{A2119532-0B44-4A0B-9368-89E1F0AAD474}" presName="node" presStyleLbl="node1" presStyleIdx="1" presStyleCnt="3">
        <dgm:presLayoutVars>
          <dgm:bulletEnabled val="1"/>
        </dgm:presLayoutVars>
      </dgm:prSet>
      <dgm:spPr/>
      <dgm:t>
        <a:bodyPr/>
        <a:lstStyle/>
        <a:p>
          <a:endParaRPr lang="zh-CN" altLang="en-US"/>
        </a:p>
      </dgm:t>
    </dgm:pt>
    <dgm:pt modelId="{5FBE9F75-D3E2-4376-8154-DF621486F1E2}" type="pres">
      <dgm:prSet presAssocID="{01F59C79-8DA0-437E-A852-E76B8A71F13D}" presName="sibTrans" presStyleLbl="sibTrans2D1" presStyleIdx="1" presStyleCnt="2"/>
      <dgm:spPr/>
      <dgm:t>
        <a:bodyPr/>
        <a:lstStyle/>
        <a:p>
          <a:endParaRPr lang="zh-CN" altLang="en-US"/>
        </a:p>
      </dgm:t>
    </dgm:pt>
    <dgm:pt modelId="{AE52D301-002B-485C-928C-52AA0E2AC069}" type="pres">
      <dgm:prSet presAssocID="{01F59C79-8DA0-437E-A852-E76B8A71F13D}" presName="connectorText" presStyleLbl="sibTrans2D1" presStyleIdx="1" presStyleCnt="2"/>
      <dgm:spPr/>
      <dgm:t>
        <a:bodyPr/>
        <a:lstStyle/>
        <a:p>
          <a:endParaRPr lang="zh-CN" altLang="en-US"/>
        </a:p>
      </dgm:t>
    </dgm:pt>
    <dgm:pt modelId="{ECF88837-B64E-4DF2-8EF7-E1647EAB58B7}" type="pres">
      <dgm:prSet presAssocID="{5C0CC403-30A6-4DA0-B310-AE807E9AAD2A}" presName="node" presStyleLbl="node1" presStyleIdx="2" presStyleCnt="3">
        <dgm:presLayoutVars>
          <dgm:bulletEnabled val="1"/>
        </dgm:presLayoutVars>
      </dgm:prSet>
      <dgm:spPr/>
      <dgm:t>
        <a:bodyPr/>
        <a:lstStyle/>
        <a:p>
          <a:endParaRPr lang="zh-CN" altLang="en-US"/>
        </a:p>
      </dgm:t>
    </dgm:pt>
  </dgm:ptLst>
  <dgm:cxnLst>
    <dgm:cxn modelId="{8F8321D5-EE17-44C5-A57A-AFFC078A014C}" type="presOf" srcId="{01F59C79-8DA0-437E-A852-E76B8A71F13D}" destId="{5FBE9F75-D3E2-4376-8154-DF621486F1E2}" srcOrd="0" destOrd="0" presId="urn:microsoft.com/office/officeart/2005/8/layout/process1"/>
    <dgm:cxn modelId="{424633B3-0478-4429-991A-324C86AF889F}" type="presOf" srcId="{7E7F4776-12A8-4F92-8E98-4D7A245A20F9}" destId="{4A2F653B-21D2-4CFE-A65F-D40AA6E761D1}" srcOrd="0" destOrd="0" presId="urn:microsoft.com/office/officeart/2005/8/layout/process1"/>
    <dgm:cxn modelId="{3E2F0698-E3B8-407E-90EB-C7A17AB8F9EF}" type="presOf" srcId="{96074192-D926-42B8-9139-049B8622E5B7}" destId="{9A580654-0CAA-4271-99A3-171780A4FE8B}" srcOrd="0" destOrd="1" presId="urn:microsoft.com/office/officeart/2005/8/layout/process1"/>
    <dgm:cxn modelId="{1D9D94CE-E3F9-4C18-A39C-CB970C8BCF41}" type="presOf" srcId="{2E1197C6-99CF-4BF5-937E-A7DD6F509E61}" destId="{ECF88837-B64E-4DF2-8EF7-E1647EAB58B7}" srcOrd="0" destOrd="1" presId="urn:microsoft.com/office/officeart/2005/8/layout/process1"/>
    <dgm:cxn modelId="{0E9F08E8-3E19-490A-B2CA-CC25EBEB36EB}" srcId="{7E7F4776-12A8-4F92-8E98-4D7A245A20F9}" destId="{A2119532-0B44-4A0B-9368-89E1F0AAD474}" srcOrd="1" destOrd="0" parTransId="{2A9A6C32-1EDE-4A72-885D-08B3B0AB61F2}" sibTransId="{01F59C79-8DA0-437E-A852-E76B8A71F13D}"/>
    <dgm:cxn modelId="{2C1A43DC-3BB9-4318-8DFD-C2DF9CDA2C00}" srcId="{A2119532-0B44-4A0B-9368-89E1F0AAD474}" destId="{96074192-D926-42B8-9139-049B8622E5B7}" srcOrd="0" destOrd="0" parTransId="{E29F5C7D-1EA0-4721-A5A2-E8AF7BEB4E3A}" sibTransId="{6BAD2EF0-1FBB-4E46-8280-CA842E7C02EC}"/>
    <dgm:cxn modelId="{36EB9DF8-DB9F-4010-A366-949B7E4D3CD3}" type="presOf" srcId="{C35EAF97-1811-4AED-BD6B-DBE23831CB84}" destId="{01DA9860-6A2D-4747-88AE-B5E8D99C6D62}" srcOrd="1" destOrd="0" presId="urn:microsoft.com/office/officeart/2005/8/layout/process1"/>
    <dgm:cxn modelId="{FB0C03B9-BEFA-4D61-BBCE-6BD91515D8C6}" type="presOf" srcId="{5C0CC403-30A6-4DA0-B310-AE807E9AAD2A}" destId="{ECF88837-B64E-4DF2-8EF7-E1647EAB58B7}" srcOrd="0" destOrd="0" presId="urn:microsoft.com/office/officeart/2005/8/layout/process1"/>
    <dgm:cxn modelId="{C6F89E49-5D40-442C-9500-4102751D4241}" type="presOf" srcId="{A2119532-0B44-4A0B-9368-89E1F0AAD474}" destId="{9A580654-0CAA-4271-99A3-171780A4FE8B}" srcOrd="0" destOrd="0" presId="urn:microsoft.com/office/officeart/2005/8/layout/process1"/>
    <dgm:cxn modelId="{016EC0EE-9E3D-44D0-81F7-2BCCEB5A2F75}" type="presOf" srcId="{E1FDB728-0B7E-4CF7-968F-229D55EBB502}" destId="{8B800FBA-DE95-4F93-8E52-0040F9B6D979}" srcOrd="0" destOrd="0" presId="urn:microsoft.com/office/officeart/2005/8/layout/process1"/>
    <dgm:cxn modelId="{1AED2B6C-B90B-4FBA-BC17-3831F91D224F}" srcId="{5C0CC403-30A6-4DA0-B310-AE807E9AAD2A}" destId="{2E1197C6-99CF-4BF5-937E-A7DD6F509E61}" srcOrd="0" destOrd="0" parTransId="{5B34BD24-E390-408A-97CC-CCF1A51B08C3}" sibTransId="{DF3B512D-2CAB-46BB-86C5-726B8D999066}"/>
    <dgm:cxn modelId="{F71C4F7A-D045-42F2-AEF4-A89E4D0F8AC8}" srcId="{7E7F4776-12A8-4F92-8E98-4D7A245A20F9}" destId="{5C0CC403-30A6-4DA0-B310-AE807E9AAD2A}" srcOrd="2" destOrd="0" parTransId="{0A5FF589-C37B-4C91-9182-776F99EEC40E}" sibTransId="{7CDBC521-3876-427B-8B1C-938196B7FB13}"/>
    <dgm:cxn modelId="{24BB30BE-B474-4FC4-A027-C6125513831E}" type="presOf" srcId="{01F59C79-8DA0-437E-A852-E76B8A71F13D}" destId="{AE52D301-002B-485C-928C-52AA0E2AC069}" srcOrd="1" destOrd="0" presId="urn:microsoft.com/office/officeart/2005/8/layout/process1"/>
    <dgm:cxn modelId="{0B1DBDAD-EFD7-47D0-BE06-AA6C05D6756B}" type="presOf" srcId="{C35EAF97-1811-4AED-BD6B-DBE23831CB84}" destId="{3127F5E2-86F6-41C4-BC0D-EBBB5FE4C263}" srcOrd="0" destOrd="0" presId="urn:microsoft.com/office/officeart/2005/8/layout/process1"/>
    <dgm:cxn modelId="{4FA9BCF5-2915-4019-A997-D566368A698B}" srcId="{7E7F4776-12A8-4F92-8E98-4D7A245A20F9}" destId="{E1FDB728-0B7E-4CF7-968F-229D55EBB502}" srcOrd="0" destOrd="0" parTransId="{B1A250FE-C469-4BF5-BE61-B1DEB101C401}" sibTransId="{C35EAF97-1811-4AED-BD6B-DBE23831CB84}"/>
    <dgm:cxn modelId="{ED3B7D6F-5285-4591-8423-3831C6B27571}" type="presParOf" srcId="{4A2F653B-21D2-4CFE-A65F-D40AA6E761D1}" destId="{8B800FBA-DE95-4F93-8E52-0040F9B6D979}" srcOrd="0" destOrd="0" presId="urn:microsoft.com/office/officeart/2005/8/layout/process1"/>
    <dgm:cxn modelId="{E6A75000-6D88-48B8-A81F-0E3CDB4DA018}" type="presParOf" srcId="{4A2F653B-21D2-4CFE-A65F-D40AA6E761D1}" destId="{3127F5E2-86F6-41C4-BC0D-EBBB5FE4C263}" srcOrd="1" destOrd="0" presId="urn:microsoft.com/office/officeart/2005/8/layout/process1"/>
    <dgm:cxn modelId="{BDB44E92-5FA5-4CC7-AC72-353AA1C25B2D}" type="presParOf" srcId="{3127F5E2-86F6-41C4-BC0D-EBBB5FE4C263}" destId="{01DA9860-6A2D-4747-88AE-B5E8D99C6D62}" srcOrd="0" destOrd="0" presId="urn:microsoft.com/office/officeart/2005/8/layout/process1"/>
    <dgm:cxn modelId="{5FEF460F-E3FF-49A7-8124-7EB64EFCE476}" type="presParOf" srcId="{4A2F653B-21D2-4CFE-A65F-D40AA6E761D1}" destId="{9A580654-0CAA-4271-99A3-171780A4FE8B}" srcOrd="2" destOrd="0" presId="urn:microsoft.com/office/officeart/2005/8/layout/process1"/>
    <dgm:cxn modelId="{6F067C08-C546-4A50-B400-818D4188D0BF}" type="presParOf" srcId="{4A2F653B-21D2-4CFE-A65F-D40AA6E761D1}" destId="{5FBE9F75-D3E2-4376-8154-DF621486F1E2}" srcOrd="3" destOrd="0" presId="urn:microsoft.com/office/officeart/2005/8/layout/process1"/>
    <dgm:cxn modelId="{ACFC8BB0-B902-4676-A838-2DB07D4B478B}" type="presParOf" srcId="{5FBE9F75-D3E2-4376-8154-DF621486F1E2}" destId="{AE52D301-002B-485C-928C-52AA0E2AC069}" srcOrd="0" destOrd="0" presId="urn:microsoft.com/office/officeart/2005/8/layout/process1"/>
    <dgm:cxn modelId="{152D2187-4AAE-4D79-8080-2F7348323F13}" type="presParOf" srcId="{4A2F653B-21D2-4CFE-A65F-D40AA6E761D1}" destId="{ECF88837-B64E-4DF2-8EF7-E1647EAB58B7}"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6BCFAB4-DDBB-46A4-BFB3-B579E2849EE1}"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6679633F-F58C-4918-8AD3-2DDE7A927A50}">
      <dgm:prSet phldrT="[Text]" custT="1"/>
      <dgm:spPr/>
      <dgm:t>
        <a:bodyPr/>
        <a:lstStyle/>
        <a:p>
          <a:r>
            <a:rPr lang="en-US" sz="2400" dirty="0"/>
            <a:t>Copy </a:t>
          </a:r>
        </a:p>
      </dgm:t>
    </dgm:pt>
    <dgm:pt modelId="{1CB5FBF1-6340-4777-B1A1-62C3BFB26DD6}" type="parTrans" cxnId="{526F8DE9-D0AD-432C-A852-F0F65C0F3042}">
      <dgm:prSet/>
      <dgm:spPr/>
      <dgm:t>
        <a:bodyPr/>
        <a:lstStyle/>
        <a:p>
          <a:endParaRPr lang="en-US" sz="2400"/>
        </a:p>
      </dgm:t>
    </dgm:pt>
    <dgm:pt modelId="{31A25257-32BF-40E8-85DF-9A409DC27445}" type="sibTrans" cxnId="{526F8DE9-D0AD-432C-A852-F0F65C0F3042}">
      <dgm:prSet/>
      <dgm:spPr/>
      <dgm:t>
        <a:bodyPr/>
        <a:lstStyle/>
        <a:p>
          <a:endParaRPr lang="en-US" sz="2400"/>
        </a:p>
      </dgm:t>
    </dgm:pt>
    <dgm:pt modelId="{645F0F2E-2FA5-41A1-9160-1931EC610AFC}">
      <dgm:prSet phldrT="[Text]" custT="1"/>
      <dgm:spPr/>
      <dgm:t>
        <a:bodyPr/>
        <a:lstStyle/>
        <a:p>
          <a:r>
            <a:rPr lang="en-US" sz="2400" dirty="0"/>
            <a:t>Register</a:t>
          </a:r>
        </a:p>
      </dgm:t>
    </dgm:pt>
    <dgm:pt modelId="{7018E93B-A184-4A8C-93D7-67ADC0E69877}" type="parTrans" cxnId="{5E0F325C-60E1-4EF6-A155-8EF367C1535A}">
      <dgm:prSet/>
      <dgm:spPr/>
      <dgm:t>
        <a:bodyPr/>
        <a:lstStyle/>
        <a:p>
          <a:endParaRPr lang="en-US" sz="2400"/>
        </a:p>
      </dgm:t>
    </dgm:pt>
    <dgm:pt modelId="{A526E673-BB0A-4170-A1F7-488095D80AE3}" type="sibTrans" cxnId="{5E0F325C-60E1-4EF6-A155-8EF367C1535A}">
      <dgm:prSet/>
      <dgm:spPr/>
      <dgm:t>
        <a:bodyPr/>
        <a:lstStyle/>
        <a:p>
          <a:endParaRPr lang="en-US" sz="2400"/>
        </a:p>
      </dgm:t>
    </dgm:pt>
    <dgm:pt modelId="{A6C4DFD2-A752-43C4-87B7-7CEE266BAD7B}">
      <dgm:prSet phldrT="[Text]" custT="1"/>
      <dgm:spPr/>
      <dgm:t>
        <a:bodyPr/>
        <a:lstStyle/>
        <a:p>
          <a:r>
            <a:rPr lang="en-US" sz="2400" dirty="0"/>
            <a:t>Create</a:t>
          </a:r>
        </a:p>
      </dgm:t>
    </dgm:pt>
    <dgm:pt modelId="{2C01A3C6-B970-4020-BA91-BB0BD70AE74E}" type="parTrans" cxnId="{73313FAD-B638-427A-9BFD-D8A12BFEDB64}">
      <dgm:prSet/>
      <dgm:spPr/>
      <dgm:t>
        <a:bodyPr/>
        <a:lstStyle/>
        <a:p>
          <a:endParaRPr lang="en-US" sz="2400"/>
        </a:p>
      </dgm:t>
    </dgm:pt>
    <dgm:pt modelId="{981ACBC8-CB7E-424E-84E9-7EEEE317F435}" type="sibTrans" cxnId="{73313FAD-B638-427A-9BFD-D8A12BFEDB64}">
      <dgm:prSet/>
      <dgm:spPr/>
      <dgm:t>
        <a:bodyPr/>
        <a:lstStyle/>
        <a:p>
          <a:endParaRPr lang="en-US" sz="2400"/>
        </a:p>
      </dgm:t>
    </dgm:pt>
    <dgm:pt modelId="{DE3969B0-1A67-4882-94A1-4CA714B27F28}">
      <dgm:prSet phldrT="[Text]" custT="1"/>
      <dgm:spPr/>
      <dgm:t>
        <a:bodyPr/>
        <a:lstStyle/>
        <a:p>
          <a:r>
            <a:rPr lang="en-US" sz="2400" dirty="0"/>
            <a:t>Publish</a:t>
          </a:r>
        </a:p>
      </dgm:t>
    </dgm:pt>
    <dgm:pt modelId="{454EE0ED-06B5-4BDB-95E9-7F75635A03C2}" type="sibTrans" cxnId="{87894B32-BB9B-45B7-B376-EE43422C1D3F}">
      <dgm:prSet/>
      <dgm:spPr/>
      <dgm:t>
        <a:bodyPr/>
        <a:lstStyle/>
        <a:p>
          <a:endParaRPr lang="en-US" sz="2400"/>
        </a:p>
      </dgm:t>
    </dgm:pt>
    <dgm:pt modelId="{B3AAC353-958A-49DC-8D11-D5A303305615}" type="parTrans" cxnId="{87894B32-BB9B-45B7-B376-EE43422C1D3F}">
      <dgm:prSet/>
      <dgm:spPr/>
      <dgm:t>
        <a:bodyPr/>
        <a:lstStyle/>
        <a:p>
          <a:endParaRPr lang="en-US" sz="2400"/>
        </a:p>
      </dgm:t>
    </dgm:pt>
    <dgm:pt modelId="{58D614BA-48EC-43E7-A122-E3EF656E90E5}" type="pres">
      <dgm:prSet presAssocID="{D6BCFAB4-DDBB-46A4-BFB3-B579E2849EE1}" presName="Name0" presStyleCnt="0">
        <dgm:presLayoutVars>
          <dgm:dir/>
          <dgm:resizeHandles val="exact"/>
        </dgm:presLayoutVars>
      </dgm:prSet>
      <dgm:spPr/>
      <dgm:t>
        <a:bodyPr/>
        <a:lstStyle/>
        <a:p>
          <a:endParaRPr lang="zh-CN" altLang="en-US"/>
        </a:p>
      </dgm:t>
    </dgm:pt>
    <dgm:pt modelId="{0AA8F314-E05D-490C-A590-214F48E551EC}" type="pres">
      <dgm:prSet presAssocID="{DE3969B0-1A67-4882-94A1-4CA714B27F28}" presName="node" presStyleLbl="node1" presStyleIdx="0" presStyleCnt="4">
        <dgm:presLayoutVars>
          <dgm:bulletEnabled val="1"/>
        </dgm:presLayoutVars>
      </dgm:prSet>
      <dgm:spPr/>
      <dgm:t>
        <a:bodyPr/>
        <a:lstStyle/>
        <a:p>
          <a:endParaRPr lang="zh-CN" altLang="en-US"/>
        </a:p>
      </dgm:t>
    </dgm:pt>
    <dgm:pt modelId="{D5C16F51-C595-461A-A280-3B9CF24789FC}" type="pres">
      <dgm:prSet presAssocID="{454EE0ED-06B5-4BDB-95E9-7F75635A03C2}" presName="sibTrans" presStyleLbl="sibTrans2D1" presStyleIdx="0" presStyleCnt="3"/>
      <dgm:spPr/>
      <dgm:t>
        <a:bodyPr/>
        <a:lstStyle/>
        <a:p>
          <a:endParaRPr lang="zh-CN" altLang="en-US"/>
        </a:p>
      </dgm:t>
    </dgm:pt>
    <dgm:pt modelId="{97DEAE5C-694F-4BCF-9E55-22750A562F4F}" type="pres">
      <dgm:prSet presAssocID="{454EE0ED-06B5-4BDB-95E9-7F75635A03C2}" presName="connectorText" presStyleLbl="sibTrans2D1" presStyleIdx="0" presStyleCnt="3"/>
      <dgm:spPr/>
      <dgm:t>
        <a:bodyPr/>
        <a:lstStyle/>
        <a:p>
          <a:endParaRPr lang="zh-CN" altLang="en-US"/>
        </a:p>
      </dgm:t>
    </dgm:pt>
    <dgm:pt modelId="{51306054-A830-4F5F-9719-00C837416B1C}" type="pres">
      <dgm:prSet presAssocID="{6679633F-F58C-4918-8AD3-2DDE7A927A50}" presName="node" presStyleLbl="node1" presStyleIdx="1" presStyleCnt="4">
        <dgm:presLayoutVars>
          <dgm:bulletEnabled val="1"/>
        </dgm:presLayoutVars>
      </dgm:prSet>
      <dgm:spPr/>
      <dgm:t>
        <a:bodyPr/>
        <a:lstStyle/>
        <a:p>
          <a:endParaRPr lang="zh-CN" altLang="en-US"/>
        </a:p>
      </dgm:t>
    </dgm:pt>
    <dgm:pt modelId="{EF499B89-54B5-4473-B0AF-C13011BCC9D0}" type="pres">
      <dgm:prSet presAssocID="{31A25257-32BF-40E8-85DF-9A409DC27445}" presName="sibTrans" presStyleLbl="sibTrans2D1" presStyleIdx="1" presStyleCnt="3"/>
      <dgm:spPr/>
      <dgm:t>
        <a:bodyPr/>
        <a:lstStyle/>
        <a:p>
          <a:endParaRPr lang="zh-CN" altLang="en-US"/>
        </a:p>
      </dgm:t>
    </dgm:pt>
    <dgm:pt modelId="{641534CA-6EDE-48E1-9C05-48E80809DB02}" type="pres">
      <dgm:prSet presAssocID="{31A25257-32BF-40E8-85DF-9A409DC27445}" presName="connectorText" presStyleLbl="sibTrans2D1" presStyleIdx="1" presStyleCnt="3"/>
      <dgm:spPr/>
      <dgm:t>
        <a:bodyPr/>
        <a:lstStyle/>
        <a:p>
          <a:endParaRPr lang="zh-CN" altLang="en-US"/>
        </a:p>
      </dgm:t>
    </dgm:pt>
    <dgm:pt modelId="{C119F702-A871-4E1B-BD48-F579A0ABD2F0}" type="pres">
      <dgm:prSet presAssocID="{645F0F2E-2FA5-41A1-9160-1931EC610AFC}" presName="node" presStyleLbl="node1" presStyleIdx="2" presStyleCnt="4">
        <dgm:presLayoutVars>
          <dgm:bulletEnabled val="1"/>
        </dgm:presLayoutVars>
      </dgm:prSet>
      <dgm:spPr/>
      <dgm:t>
        <a:bodyPr/>
        <a:lstStyle/>
        <a:p>
          <a:endParaRPr lang="zh-CN" altLang="en-US"/>
        </a:p>
      </dgm:t>
    </dgm:pt>
    <dgm:pt modelId="{6DD1DB4A-B670-4938-B91A-2653A28B3D21}" type="pres">
      <dgm:prSet presAssocID="{A526E673-BB0A-4170-A1F7-488095D80AE3}" presName="sibTrans" presStyleLbl="sibTrans2D1" presStyleIdx="2" presStyleCnt="3"/>
      <dgm:spPr/>
      <dgm:t>
        <a:bodyPr/>
        <a:lstStyle/>
        <a:p>
          <a:endParaRPr lang="zh-CN" altLang="en-US"/>
        </a:p>
      </dgm:t>
    </dgm:pt>
    <dgm:pt modelId="{5BB1DD31-2D45-4F72-9C10-F8B6747DA871}" type="pres">
      <dgm:prSet presAssocID="{A526E673-BB0A-4170-A1F7-488095D80AE3}" presName="connectorText" presStyleLbl="sibTrans2D1" presStyleIdx="2" presStyleCnt="3"/>
      <dgm:spPr/>
      <dgm:t>
        <a:bodyPr/>
        <a:lstStyle/>
        <a:p>
          <a:endParaRPr lang="zh-CN" altLang="en-US"/>
        </a:p>
      </dgm:t>
    </dgm:pt>
    <dgm:pt modelId="{77C19278-CAD6-482F-A9EF-83B9E565A882}" type="pres">
      <dgm:prSet presAssocID="{A6C4DFD2-A752-43C4-87B7-7CEE266BAD7B}" presName="node" presStyleLbl="node1" presStyleIdx="3" presStyleCnt="4">
        <dgm:presLayoutVars>
          <dgm:bulletEnabled val="1"/>
        </dgm:presLayoutVars>
      </dgm:prSet>
      <dgm:spPr/>
      <dgm:t>
        <a:bodyPr/>
        <a:lstStyle/>
        <a:p>
          <a:endParaRPr lang="zh-CN" altLang="en-US"/>
        </a:p>
      </dgm:t>
    </dgm:pt>
  </dgm:ptLst>
  <dgm:cxnLst>
    <dgm:cxn modelId="{A43D4531-D5AF-4683-8AC9-DBD1065F3582}" type="presOf" srcId="{454EE0ED-06B5-4BDB-95E9-7F75635A03C2}" destId="{97DEAE5C-694F-4BCF-9E55-22750A562F4F}" srcOrd="1" destOrd="0" presId="urn:microsoft.com/office/officeart/2005/8/layout/process1"/>
    <dgm:cxn modelId="{A5958C14-47B7-4872-8F6F-69174A027819}" type="presOf" srcId="{454EE0ED-06B5-4BDB-95E9-7F75635A03C2}" destId="{D5C16F51-C595-461A-A280-3B9CF24789FC}" srcOrd="0" destOrd="0" presId="urn:microsoft.com/office/officeart/2005/8/layout/process1"/>
    <dgm:cxn modelId="{7F63CE32-55CB-4121-BF45-A3CF02F42E3C}" type="presOf" srcId="{31A25257-32BF-40E8-85DF-9A409DC27445}" destId="{641534CA-6EDE-48E1-9C05-48E80809DB02}" srcOrd="1" destOrd="0" presId="urn:microsoft.com/office/officeart/2005/8/layout/process1"/>
    <dgm:cxn modelId="{136B8832-8171-4985-9510-33F429E20446}" type="presOf" srcId="{31A25257-32BF-40E8-85DF-9A409DC27445}" destId="{EF499B89-54B5-4473-B0AF-C13011BCC9D0}" srcOrd="0" destOrd="0" presId="urn:microsoft.com/office/officeart/2005/8/layout/process1"/>
    <dgm:cxn modelId="{73313FAD-B638-427A-9BFD-D8A12BFEDB64}" srcId="{D6BCFAB4-DDBB-46A4-BFB3-B579E2849EE1}" destId="{A6C4DFD2-A752-43C4-87B7-7CEE266BAD7B}" srcOrd="3" destOrd="0" parTransId="{2C01A3C6-B970-4020-BA91-BB0BD70AE74E}" sibTransId="{981ACBC8-CB7E-424E-84E9-7EEEE317F435}"/>
    <dgm:cxn modelId="{87894B32-BB9B-45B7-B376-EE43422C1D3F}" srcId="{D6BCFAB4-DDBB-46A4-BFB3-B579E2849EE1}" destId="{DE3969B0-1A67-4882-94A1-4CA714B27F28}" srcOrd="0" destOrd="0" parTransId="{B3AAC353-958A-49DC-8D11-D5A303305615}" sibTransId="{454EE0ED-06B5-4BDB-95E9-7F75635A03C2}"/>
    <dgm:cxn modelId="{70F27589-5139-4C9F-A564-F4D23D0FCDC6}" type="presOf" srcId="{DE3969B0-1A67-4882-94A1-4CA714B27F28}" destId="{0AA8F314-E05D-490C-A590-214F48E551EC}" srcOrd="0" destOrd="0" presId="urn:microsoft.com/office/officeart/2005/8/layout/process1"/>
    <dgm:cxn modelId="{4B310631-FF1B-4257-873C-5F7D7B85CB74}" type="presOf" srcId="{A526E673-BB0A-4170-A1F7-488095D80AE3}" destId="{5BB1DD31-2D45-4F72-9C10-F8B6747DA871}" srcOrd="1" destOrd="0" presId="urn:microsoft.com/office/officeart/2005/8/layout/process1"/>
    <dgm:cxn modelId="{CEDE48F1-E31B-4A4B-989C-3F47A0A4CB56}" type="presOf" srcId="{6679633F-F58C-4918-8AD3-2DDE7A927A50}" destId="{51306054-A830-4F5F-9719-00C837416B1C}" srcOrd="0" destOrd="0" presId="urn:microsoft.com/office/officeart/2005/8/layout/process1"/>
    <dgm:cxn modelId="{E42E65ED-5FCC-4514-9B99-79C99CE92B6B}" type="presOf" srcId="{A526E673-BB0A-4170-A1F7-488095D80AE3}" destId="{6DD1DB4A-B670-4938-B91A-2653A28B3D21}" srcOrd="0" destOrd="0" presId="urn:microsoft.com/office/officeart/2005/8/layout/process1"/>
    <dgm:cxn modelId="{5E0F325C-60E1-4EF6-A155-8EF367C1535A}" srcId="{D6BCFAB4-DDBB-46A4-BFB3-B579E2849EE1}" destId="{645F0F2E-2FA5-41A1-9160-1931EC610AFC}" srcOrd="2" destOrd="0" parTransId="{7018E93B-A184-4A8C-93D7-67ADC0E69877}" sibTransId="{A526E673-BB0A-4170-A1F7-488095D80AE3}"/>
    <dgm:cxn modelId="{448F8D74-D8A8-4E0D-BB7E-89787825EDBC}" type="presOf" srcId="{D6BCFAB4-DDBB-46A4-BFB3-B579E2849EE1}" destId="{58D614BA-48EC-43E7-A122-E3EF656E90E5}" srcOrd="0" destOrd="0" presId="urn:microsoft.com/office/officeart/2005/8/layout/process1"/>
    <dgm:cxn modelId="{FF52BE15-4705-468F-8311-ADF6CDF03997}" type="presOf" srcId="{645F0F2E-2FA5-41A1-9160-1931EC610AFC}" destId="{C119F702-A871-4E1B-BD48-F579A0ABD2F0}" srcOrd="0" destOrd="0" presId="urn:microsoft.com/office/officeart/2005/8/layout/process1"/>
    <dgm:cxn modelId="{526F8DE9-D0AD-432C-A852-F0F65C0F3042}" srcId="{D6BCFAB4-DDBB-46A4-BFB3-B579E2849EE1}" destId="{6679633F-F58C-4918-8AD3-2DDE7A927A50}" srcOrd="1" destOrd="0" parTransId="{1CB5FBF1-6340-4777-B1A1-62C3BFB26DD6}" sibTransId="{31A25257-32BF-40E8-85DF-9A409DC27445}"/>
    <dgm:cxn modelId="{D03AF1C0-244A-496F-9307-F9FC8747C39E}" type="presOf" srcId="{A6C4DFD2-A752-43C4-87B7-7CEE266BAD7B}" destId="{77C19278-CAD6-482F-A9EF-83B9E565A882}" srcOrd="0" destOrd="0" presId="urn:microsoft.com/office/officeart/2005/8/layout/process1"/>
    <dgm:cxn modelId="{953D0BC1-C19B-4476-832B-BBF6BB844766}" type="presParOf" srcId="{58D614BA-48EC-43E7-A122-E3EF656E90E5}" destId="{0AA8F314-E05D-490C-A590-214F48E551EC}" srcOrd="0" destOrd="0" presId="urn:microsoft.com/office/officeart/2005/8/layout/process1"/>
    <dgm:cxn modelId="{99784FCC-CE1E-48CD-86DE-959D75BA333D}" type="presParOf" srcId="{58D614BA-48EC-43E7-A122-E3EF656E90E5}" destId="{D5C16F51-C595-461A-A280-3B9CF24789FC}" srcOrd="1" destOrd="0" presId="urn:microsoft.com/office/officeart/2005/8/layout/process1"/>
    <dgm:cxn modelId="{2E14931B-08C1-4B45-8807-58396AB79B6D}" type="presParOf" srcId="{D5C16F51-C595-461A-A280-3B9CF24789FC}" destId="{97DEAE5C-694F-4BCF-9E55-22750A562F4F}" srcOrd="0" destOrd="0" presId="urn:microsoft.com/office/officeart/2005/8/layout/process1"/>
    <dgm:cxn modelId="{41CB140C-8315-41BD-8EE0-766EDA7DD76B}" type="presParOf" srcId="{58D614BA-48EC-43E7-A122-E3EF656E90E5}" destId="{51306054-A830-4F5F-9719-00C837416B1C}" srcOrd="2" destOrd="0" presId="urn:microsoft.com/office/officeart/2005/8/layout/process1"/>
    <dgm:cxn modelId="{94727323-4211-420F-893F-7074219CE56D}" type="presParOf" srcId="{58D614BA-48EC-43E7-A122-E3EF656E90E5}" destId="{EF499B89-54B5-4473-B0AF-C13011BCC9D0}" srcOrd="3" destOrd="0" presId="urn:microsoft.com/office/officeart/2005/8/layout/process1"/>
    <dgm:cxn modelId="{B4A3D1B9-6BAB-4732-A89E-AD65394AC1B5}" type="presParOf" srcId="{EF499B89-54B5-4473-B0AF-C13011BCC9D0}" destId="{641534CA-6EDE-48E1-9C05-48E80809DB02}" srcOrd="0" destOrd="0" presId="urn:microsoft.com/office/officeart/2005/8/layout/process1"/>
    <dgm:cxn modelId="{04FCCCB0-ADED-4BB8-AFDF-F97D76BBCCDB}" type="presParOf" srcId="{58D614BA-48EC-43E7-A122-E3EF656E90E5}" destId="{C119F702-A871-4E1B-BD48-F579A0ABD2F0}" srcOrd="4" destOrd="0" presId="urn:microsoft.com/office/officeart/2005/8/layout/process1"/>
    <dgm:cxn modelId="{EC3590A0-ED4F-4381-847D-B5F9A33A2E17}" type="presParOf" srcId="{58D614BA-48EC-43E7-A122-E3EF656E90E5}" destId="{6DD1DB4A-B670-4938-B91A-2653A28B3D21}" srcOrd="5" destOrd="0" presId="urn:microsoft.com/office/officeart/2005/8/layout/process1"/>
    <dgm:cxn modelId="{03FAEC0D-995C-4165-86A6-923A5616A1BC}" type="presParOf" srcId="{6DD1DB4A-B670-4938-B91A-2653A28B3D21}" destId="{5BB1DD31-2D45-4F72-9C10-F8B6747DA871}" srcOrd="0" destOrd="0" presId="urn:microsoft.com/office/officeart/2005/8/layout/process1"/>
    <dgm:cxn modelId="{9C1E9B6E-CA47-4B3F-A360-61FA11CD9FEE}" type="presParOf" srcId="{58D614BA-48EC-43E7-A122-E3EF656E90E5}" destId="{77C19278-CAD6-482F-A9EF-83B9E565A882}" srcOrd="6"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7EB6A5BD-3EF8-4E29-BD79-F48CC93AA48B}" type="doc">
      <dgm:prSet loTypeId="urn:microsoft.com/office/officeart/2005/8/layout/hList1" loCatId="list" qsTypeId="urn:microsoft.com/office/officeart/2005/8/quickstyle/simple1" qsCatId="simple" csTypeId="urn:microsoft.com/office/officeart/2005/8/colors/accent2_2" csCatId="accent2" phldr="1"/>
      <dgm:spPr/>
      <dgm:t>
        <a:bodyPr/>
        <a:lstStyle/>
        <a:p>
          <a:endParaRPr lang="en-US"/>
        </a:p>
      </dgm:t>
    </dgm:pt>
    <dgm:pt modelId="{34E9D44F-C6E4-4242-854D-BF80A3C96E34}">
      <dgm:prSet custT="1"/>
      <dgm:spPr/>
      <dgm:t>
        <a:bodyPr/>
        <a:lstStyle/>
        <a:p>
          <a:r>
            <a:rPr lang="en-US" sz="2800"/>
            <a:t>Binary Sharing</a:t>
          </a:r>
          <a:endParaRPr lang="en-US" sz="2800" dirty="0"/>
        </a:p>
      </dgm:t>
    </dgm:pt>
    <dgm:pt modelId="{0EFBD756-10D2-40DB-B7A7-606F1A7EBAE9}" type="parTrans" cxnId="{7D64D9DC-0A9A-4BCC-97CE-F7B1EA2A87D3}">
      <dgm:prSet/>
      <dgm:spPr/>
      <dgm:t>
        <a:bodyPr/>
        <a:lstStyle/>
        <a:p>
          <a:endParaRPr lang="en-US" sz="1600"/>
        </a:p>
      </dgm:t>
    </dgm:pt>
    <dgm:pt modelId="{9B2785F2-71E2-417D-960A-BFE3A7673884}" type="sibTrans" cxnId="{7D64D9DC-0A9A-4BCC-97CE-F7B1EA2A87D3}">
      <dgm:prSet/>
      <dgm:spPr/>
      <dgm:t>
        <a:bodyPr/>
        <a:lstStyle/>
        <a:p>
          <a:endParaRPr lang="en-US" sz="1600"/>
        </a:p>
      </dgm:t>
    </dgm:pt>
    <dgm:pt modelId="{B4A16067-CF93-4EE2-ACD2-14007EFB6CAA}">
      <dgm:prSet custT="1"/>
      <dgm:spPr/>
      <dgm:t>
        <a:bodyPr/>
        <a:lstStyle/>
        <a:p>
          <a:r>
            <a:rPr lang="en-US" sz="2800"/>
            <a:t>Generic purpose service you run as part of your application</a:t>
          </a:r>
          <a:endParaRPr lang="en-US" sz="2800" dirty="0"/>
        </a:p>
      </dgm:t>
    </dgm:pt>
    <dgm:pt modelId="{4E444A43-6031-41FE-B657-DCEBA2E5199B}" type="parTrans" cxnId="{A1DC1192-D789-4508-B583-275579126195}">
      <dgm:prSet/>
      <dgm:spPr/>
      <dgm:t>
        <a:bodyPr/>
        <a:lstStyle/>
        <a:p>
          <a:endParaRPr lang="en-US" sz="1600"/>
        </a:p>
      </dgm:t>
    </dgm:pt>
    <dgm:pt modelId="{B9492B4A-BB59-4526-A382-23FC8A4136D1}" type="sibTrans" cxnId="{A1DC1192-D789-4508-B583-275579126195}">
      <dgm:prSet/>
      <dgm:spPr/>
      <dgm:t>
        <a:bodyPr/>
        <a:lstStyle/>
        <a:p>
          <a:endParaRPr lang="en-US" sz="1600"/>
        </a:p>
      </dgm:t>
    </dgm:pt>
    <dgm:pt modelId="{D4407BBA-CACB-4D5B-A86E-927FBF20A56B}">
      <dgm:prSet custT="1"/>
      <dgm:spPr/>
      <dgm:t>
        <a:bodyPr/>
        <a:lstStyle/>
        <a:p>
          <a:r>
            <a:rPr lang="en-US" sz="2800"/>
            <a:t>Runtime Sharing</a:t>
          </a:r>
          <a:endParaRPr lang="en-US" sz="2800" dirty="0"/>
        </a:p>
      </dgm:t>
    </dgm:pt>
    <dgm:pt modelId="{94356204-6933-41DF-97F3-F8A08D993DC4}" type="parTrans" cxnId="{A68FA893-8088-468C-8F98-10FA3AA09171}">
      <dgm:prSet/>
      <dgm:spPr/>
      <dgm:t>
        <a:bodyPr/>
        <a:lstStyle/>
        <a:p>
          <a:endParaRPr lang="en-US" sz="1600"/>
        </a:p>
      </dgm:t>
    </dgm:pt>
    <dgm:pt modelId="{8A7C0153-1CF3-4935-ADCC-BA543B9712C6}" type="sibTrans" cxnId="{A68FA893-8088-468C-8F98-10FA3AA09171}">
      <dgm:prSet/>
      <dgm:spPr/>
      <dgm:t>
        <a:bodyPr/>
        <a:lstStyle/>
        <a:p>
          <a:endParaRPr lang="en-US" sz="1600"/>
        </a:p>
      </dgm:t>
    </dgm:pt>
    <dgm:pt modelId="{7C214392-A5D6-47EE-9395-46128DA26E2C}">
      <dgm:prSet custT="1"/>
      <dgm:spPr/>
      <dgm:t>
        <a:bodyPr/>
        <a:lstStyle/>
        <a:p>
          <a:r>
            <a:rPr lang="en-US" sz="2800"/>
            <a:t>Services to be used in a larger application / system</a:t>
          </a:r>
          <a:endParaRPr lang="en-US" sz="2800" dirty="0"/>
        </a:p>
      </dgm:t>
    </dgm:pt>
    <dgm:pt modelId="{905AFB8F-1ADD-482C-AC05-DFDC700BE1B1}" type="parTrans" cxnId="{820B14F1-8335-4359-8EFD-DED5B7915D63}">
      <dgm:prSet/>
      <dgm:spPr/>
      <dgm:t>
        <a:bodyPr/>
        <a:lstStyle/>
        <a:p>
          <a:endParaRPr lang="en-US" sz="1600"/>
        </a:p>
      </dgm:t>
    </dgm:pt>
    <dgm:pt modelId="{74DB5ADD-7601-49EA-AC6A-60B1E2E1C36B}" type="sibTrans" cxnId="{820B14F1-8335-4359-8EFD-DED5B7915D63}">
      <dgm:prSet/>
      <dgm:spPr/>
      <dgm:t>
        <a:bodyPr/>
        <a:lstStyle/>
        <a:p>
          <a:endParaRPr lang="en-US" sz="1600"/>
        </a:p>
      </dgm:t>
    </dgm:pt>
    <dgm:pt modelId="{7B08D48E-5836-4290-A382-486758A1FFF7}">
      <dgm:prSet custT="1"/>
      <dgm:spPr/>
      <dgm:t>
        <a:bodyPr/>
        <a:lstStyle/>
        <a:p>
          <a:r>
            <a:rPr lang="en-US" sz="2800"/>
            <a:t>SFNuget</a:t>
          </a:r>
          <a:endParaRPr lang="en-US" sz="2800" dirty="0"/>
        </a:p>
      </dgm:t>
    </dgm:pt>
    <dgm:pt modelId="{11A0D3DD-4FEC-47C8-9AA3-A4AA0A535B4C}" type="parTrans" cxnId="{4A405EB5-8F84-40FC-834B-CC70FF1F6A8C}">
      <dgm:prSet/>
      <dgm:spPr/>
      <dgm:t>
        <a:bodyPr/>
        <a:lstStyle/>
        <a:p>
          <a:endParaRPr lang="en-US" sz="1600"/>
        </a:p>
      </dgm:t>
    </dgm:pt>
    <dgm:pt modelId="{CC77A86E-5DBE-448F-878E-B06022F48DD6}" type="sibTrans" cxnId="{4A405EB5-8F84-40FC-834B-CC70FF1F6A8C}">
      <dgm:prSet/>
      <dgm:spPr/>
      <dgm:t>
        <a:bodyPr/>
        <a:lstStyle/>
        <a:p>
          <a:endParaRPr lang="en-US" sz="1600"/>
        </a:p>
      </dgm:t>
    </dgm:pt>
    <dgm:pt modelId="{B3F9FFBA-80E6-48C3-8485-D2996239D0CC}">
      <dgm:prSet custT="1"/>
      <dgm:spPr/>
      <dgm:t>
        <a:bodyPr/>
        <a:lstStyle/>
        <a:p>
          <a:r>
            <a:rPr lang="en-US" sz="2800" dirty="0"/>
            <a:t>Merging Manifests</a:t>
          </a:r>
        </a:p>
      </dgm:t>
    </dgm:pt>
    <dgm:pt modelId="{5FCE2E26-C7CD-4F17-B492-AA34AEAD0F5C}" type="parTrans" cxnId="{4C05AC38-2B92-4F47-906B-6F2927664D96}">
      <dgm:prSet/>
      <dgm:spPr/>
      <dgm:t>
        <a:bodyPr/>
        <a:lstStyle/>
        <a:p>
          <a:endParaRPr lang="en-US" sz="1600"/>
        </a:p>
      </dgm:t>
    </dgm:pt>
    <dgm:pt modelId="{09569B5C-8F7A-44DF-B8D6-C1568EF95322}" type="sibTrans" cxnId="{4C05AC38-2B92-4F47-906B-6F2927664D96}">
      <dgm:prSet/>
      <dgm:spPr/>
      <dgm:t>
        <a:bodyPr/>
        <a:lstStyle/>
        <a:p>
          <a:endParaRPr lang="en-US" sz="1600"/>
        </a:p>
      </dgm:t>
    </dgm:pt>
    <dgm:pt modelId="{9232C8A8-EDF5-40CC-9543-4D4CBCAB3D32}" type="pres">
      <dgm:prSet presAssocID="{7EB6A5BD-3EF8-4E29-BD79-F48CC93AA48B}" presName="Name0" presStyleCnt="0">
        <dgm:presLayoutVars>
          <dgm:dir/>
          <dgm:animLvl val="lvl"/>
          <dgm:resizeHandles val="exact"/>
        </dgm:presLayoutVars>
      </dgm:prSet>
      <dgm:spPr/>
      <dgm:t>
        <a:bodyPr/>
        <a:lstStyle/>
        <a:p>
          <a:endParaRPr lang="zh-CN" altLang="en-US"/>
        </a:p>
      </dgm:t>
    </dgm:pt>
    <dgm:pt modelId="{E437E00F-009B-4552-84F1-1245659994FE}" type="pres">
      <dgm:prSet presAssocID="{34E9D44F-C6E4-4242-854D-BF80A3C96E34}" presName="composite" presStyleCnt="0"/>
      <dgm:spPr/>
    </dgm:pt>
    <dgm:pt modelId="{4828AB61-60A4-439E-A293-BB4DF58D3C7A}" type="pres">
      <dgm:prSet presAssocID="{34E9D44F-C6E4-4242-854D-BF80A3C96E34}" presName="parTx" presStyleLbl="alignNode1" presStyleIdx="0" presStyleCnt="2">
        <dgm:presLayoutVars>
          <dgm:chMax val="0"/>
          <dgm:chPref val="0"/>
          <dgm:bulletEnabled val="1"/>
        </dgm:presLayoutVars>
      </dgm:prSet>
      <dgm:spPr/>
      <dgm:t>
        <a:bodyPr/>
        <a:lstStyle/>
        <a:p>
          <a:endParaRPr lang="zh-CN" altLang="en-US"/>
        </a:p>
      </dgm:t>
    </dgm:pt>
    <dgm:pt modelId="{73028F48-83E2-43CF-9C6D-837F471F517A}" type="pres">
      <dgm:prSet presAssocID="{34E9D44F-C6E4-4242-854D-BF80A3C96E34}" presName="desTx" presStyleLbl="alignAccFollowNode1" presStyleIdx="0" presStyleCnt="2">
        <dgm:presLayoutVars>
          <dgm:bulletEnabled val="1"/>
        </dgm:presLayoutVars>
      </dgm:prSet>
      <dgm:spPr/>
      <dgm:t>
        <a:bodyPr/>
        <a:lstStyle/>
        <a:p>
          <a:endParaRPr lang="zh-CN" altLang="en-US"/>
        </a:p>
      </dgm:t>
    </dgm:pt>
    <dgm:pt modelId="{AEBE6189-964D-4A1D-9C30-2FAAB98D7E2B}" type="pres">
      <dgm:prSet presAssocID="{9B2785F2-71E2-417D-960A-BFE3A7673884}" presName="space" presStyleCnt="0"/>
      <dgm:spPr/>
    </dgm:pt>
    <dgm:pt modelId="{6DB3001F-CDA5-4D60-AE1A-DC03645496FE}" type="pres">
      <dgm:prSet presAssocID="{D4407BBA-CACB-4D5B-A86E-927FBF20A56B}" presName="composite" presStyleCnt="0"/>
      <dgm:spPr/>
    </dgm:pt>
    <dgm:pt modelId="{D4D9111F-F421-4383-BCA4-2D6D065527C2}" type="pres">
      <dgm:prSet presAssocID="{D4407BBA-CACB-4D5B-A86E-927FBF20A56B}" presName="parTx" presStyleLbl="alignNode1" presStyleIdx="1" presStyleCnt="2">
        <dgm:presLayoutVars>
          <dgm:chMax val="0"/>
          <dgm:chPref val="0"/>
          <dgm:bulletEnabled val="1"/>
        </dgm:presLayoutVars>
      </dgm:prSet>
      <dgm:spPr/>
      <dgm:t>
        <a:bodyPr/>
        <a:lstStyle/>
        <a:p>
          <a:endParaRPr lang="zh-CN" altLang="en-US"/>
        </a:p>
      </dgm:t>
    </dgm:pt>
    <dgm:pt modelId="{19C97C07-C60E-495F-9670-404703148DF9}" type="pres">
      <dgm:prSet presAssocID="{D4407BBA-CACB-4D5B-A86E-927FBF20A56B}" presName="desTx" presStyleLbl="alignAccFollowNode1" presStyleIdx="1" presStyleCnt="2">
        <dgm:presLayoutVars>
          <dgm:bulletEnabled val="1"/>
        </dgm:presLayoutVars>
      </dgm:prSet>
      <dgm:spPr/>
      <dgm:t>
        <a:bodyPr/>
        <a:lstStyle/>
        <a:p>
          <a:endParaRPr lang="zh-CN" altLang="en-US"/>
        </a:p>
      </dgm:t>
    </dgm:pt>
  </dgm:ptLst>
  <dgm:cxnLst>
    <dgm:cxn modelId="{4A405EB5-8F84-40FC-834B-CC70FF1F6A8C}" srcId="{34E9D44F-C6E4-4242-854D-BF80A3C96E34}" destId="{7B08D48E-5836-4290-A382-486758A1FFF7}" srcOrd="1" destOrd="0" parTransId="{11A0D3DD-4FEC-47C8-9AA3-A4AA0A535B4C}" sibTransId="{CC77A86E-5DBE-448F-878E-B06022F48DD6}"/>
    <dgm:cxn modelId="{A68FA893-8088-468C-8F98-10FA3AA09171}" srcId="{7EB6A5BD-3EF8-4E29-BD79-F48CC93AA48B}" destId="{D4407BBA-CACB-4D5B-A86E-927FBF20A56B}" srcOrd="1" destOrd="0" parTransId="{94356204-6933-41DF-97F3-F8A08D993DC4}" sibTransId="{8A7C0153-1CF3-4935-ADCC-BA543B9712C6}"/>
    <dgm:cxn modelId="{7D64D9DC-0A9A-4BCC-97CE-F7B1EA2A87D3}" srcId="{7EB6A5BD-3EF8-4E29-BD79-F48CC93AA48B}" destId="{34E9D44F-C6E4-4242-854D-BF80A3C96E34}" srcOrd="0" destOrd="0" parTransId="{0EFBD756-10D2-40DB-B7A7-606F1A7EBAE9}" sibTransId="{9B2785F2-71E2-417D-960A-BFE3A7673884}"/>
    <dgm:cxn modelId="{36CF929E-85E8-4D4B-A860-5DC9A58D4CD2}" type="presOf" srcId="{B4A16067-CF93-4EE2-ACD2-14007EFB6CAA}" destId="{73028F48-83E2-43CF-9C6D-837F471F517A}" srcOrd="0" destOrd="0" presId="urn:microsoft.com/office/officeart/2005/8/layout/hList1"/>
    <dgm:cxn modelId="{A1DC1192-D789-4508-B583-275579126195}" srcId="{34E9D44F-C6E4-4242-854D-BF80A3C96E34}" destId="{B4A16067-CF93-4EE2-ACD2-14007EFB6CAA}" srcOrd="0" destOrd="0" parTransId="{4E444A43-6031-41FE-B657-DCEBA2E5199B}" sibTransId="{B9492B4A-BB59-4526-A382-23FC8A4136D1}"/>
    <dgm:cxn modelId="{1D03EDE8-1FBF-4250-8F45-6ED157B49B22}" type="presOf" srcId="{7EB6A5BD-3EF8-4E29-BD79-F48CC93AA48B}" destId="{9232C8A8-EDF5-40CC-9543-4D4CBCAB3D32}" srcOrd="0" destOrd="0" presId="urn:microsoft.com/office/officeart/2005/8/layout/hList1"/>
    <dgm:cxn modelId="{280DDA1C-5A9F-435A-AC22-8038275E4ADB}" type="presOf" srcId="{7B08D48E-5836-4290-A382-486758A1FFF7}" destId="{73028F48-83E2-43CF-9C6D-837F471F517A}" srcOrd="0" destOrd="1" presId="urn:microsoft.com/office/officeart/2005/8/layout/hList1"/>
    <dgm:cxn modelId="{65F68DA3-1A8C-4910-AAC0-C41766CE739C}" type="presOf" srcId="{34E9D44F-C6E4-4242-854D-BF80A3C96E34}" destId="{4828AB61-60A4-439E-A293-BB4DF58D3C7A}" srcOrd="0" destOrd="0" presId="urn:microsoft.com/office/officeart/2005/8/layout/hList1"/>
    <dgm:cxn modelId="{2AA887FE-ADDF-430D-8AD6-0DA7B00EBA9B}" type="presOf" srcId="{B3F9FFBA-80E6-48C3-8485-D2996239D0CC}" destId="{19C97C07-C60E-495F-9670-404703148DF9}" srcOrd="0" destOrd="1" presId="urn:microsoft.com/office/officeart/2005/8/layout/hList1"/>
    <dgm:cxn modelId="{820B14F1-8335-4359-8EFD-DED5B7915D63}" srcId="{D4407BBA-CACB-4D5B-A86E-927FBF20A56B}" destId="{7C214392-A5D6-47EE-9395-46128DA26E2C}" srcOrd="0" destOrd="0" parTransId="{905AFB8F-1ADD-482C-AC05-DFDC700BE1B1}" sibTransId="{74DB5ADD-7601-49EA-AC6A-60B1E2E1C36B}"/>
    <dgm:cxn modelId="{4C05AC38-2B92-4F47-906B-6F2927664D96}" srcId="{D4407BBA-CACB-4D5B-A86E-927FBF20A56B}" destId="{B3F9FFBA-80E6-48C3-8485-D2996239D0CC}" srcOrd="1" destOrd="0" parTransId="{5FCE2E26-C7CD-4F17-B492-AA34AEAD0F5C}" sibTransId="{09569B5C-8F7A-44DF-B8D6-C1568EF95322}"/>
    <dgm:cxn modelId="{C7FD1FC8-3D30-4307-B459-4113517D6A57}" type="presOf" srcId="{7C214392-A5D6-47EE-9395-46128DA26E2C}" destId="{19C97C07-C60E-495F-9670-404703148DF9}" srcOrd="0" destOrd="0" presId="urn:microsoft.com/office/officeart/2005/8/layout/hList1"/>
    <dgm:cxn modelId="{75BDE64E-A1C2-4DA2-9BCF-EF00067066B8}" type="presOf" srcId="{D4407BBA-CACB-4D5B-A86E-927FBF20A56B}" destId="{D4D9111F-F421-4383-BCA4-2D6D065527C2}" srcOrd="0" destOrd="0" presId="urn:microsoft.com/office/officeart/2005/8/layout/hList1"/>
    <dgm:cxn modelId="{19504C17-9E5C-4AA5-8862-9B88EA408051}" type="presParOf" srcId="{9232C8A8-EDF5-40CC-9543-4D4CBCAB3D32}" destId="{E437E00F-009B-4552-84F1-1245659994FE}" srcOrd="0" destOrd="0" presId="urn:microsoft.com/office/officeart/2005/8/layout/hList1"/>
    <dgm:cxn modelId="{4A0BDA8B-CD2A-4D3D-BED4-10B506B61E19}" type="presParOf" srcId="{E437E00F-009B-4552-84F1-1245659994FE}" destId="{4828AB61-60A4-439E-A293-BB4DF58D3C7A}" srcOrd="0" destOrd="0" presId="urn:microsoft.com/office/officeart/2005/8/layout/hList1"/>
    <dgm:cxn modelId="{7D56B5C7-984E-4A8E-80C8-8F84E5AFC4E7}" type="presParOf" srcId="{E437E00F-009B-4552-84F1-1245659994FE}" destId="{73028F48-83E2-43CF-9C6D-837F471F517A}" srcOrd="1" destOrd="0" presId="urn:microsoft.com/office/officeart/2005/8/layout/hList1"/>
    <dgm:cxn modelId="{B47929B2-A300-46E7-B1EA-DA177460FB2B}" type="presParOf" srcId="{9232C8A8-EDF5-40CC-9543-4D4CBCAB3D32}" destId="{AEBE6189-964D-4A1D-9C30-2FAAB98D7E2B}" srcOrd="1" destOrd="0" presId="urn:microsoft.com/office/officeart/2005/8/layout/hList1"/>
    <dgm:cxn modelId="{502E8F43-B663-4972-A399-BABDF9AB0E09}" type="presParOf" srcId="{9232C8A8-EDF5-40CC-9543-4D4CBCAB3D32}" destId="{6DB3001F-CDA5-4D60-AE1A-DC03645496FE}" srcOrd="2" destOrd="0" presId="urn:microsoft.com/office/officeart/2005/8/layout/hList1"/>
    <dgm:cxn modelId="{4C2D2EE3-F3A4-488C-9BBF-96F7DAF888FA}" type="presParOf" srcId="{6DB3001F-CDA5-4D60-AE1A-DC03645496FE}" destId="{D4D9111F-F421-4383-BCA4-2D6D065527C2}" srcOrd="0" destOrd="0" presId="urn:microsoft.com/office/officeart/2005/8/layout/hList1"/>
    <dgm:cxn modelId="{400F2225-C1A6-47FD-B4F1-885A784F4561}" type="presParOf" srcId="{6DB3001F-CDA5-4D60-AE1A-DC03645496FE}" destId="{19C97C07-C60E-495F-9670-404703148DF9}"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dirty="0">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8C8D045D-9A66-44E7-900A-FC6D0BD4E54A}" type="datetime8">
              <a:rPr lang="en-US" smtClean="0">
                <a:latin typeface="Segoe UI" pitchFamily="34" charset="0"/>
              </a:rPr>
              <a:t>7/18/2018 9:27 PM</a:t>
            </a:fld>
            <a:endParaRPr lang="en-US" dirty="0">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dirty="0">
                <a:gradFill>
                  <a:gsLst>
                    <a:gs pos="0">
                      <a:schemeClr val="tx1"/>
                    </a:gs>
                    <a:gs pos="100000">
                      <a:schemeClr val="tx1"/>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dirty="0">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dirty="0"/>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EEC551-8CDA-4EB6-89BB-2A86C9F091C8}" type="datetime8">
              <a:rPr lang="en-US" smtClean="0"/>
              <a:t>7/18/2018 9:27 PM</a:t>
            </a:fld>
            <a:endParaRPr lang="en-US" dirty="0"/>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dirty="0"/>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32742" rtl="0" eaLnBrk="1" latinLnBrk="0" hangingPunct="1">
      <a:lnSpc>
        <a:spcPct val="90000"/>
      </a:lnSpc>
      <a:spcAft>
        <a:spcPts val="340"/>
      </a:spcAft>
      <a:defRPr sz="900" kern="1200">
        <a:solidFill>
          <a:schemeClr val="tx1"/>
        </a:solidFill>
        <a:latin typeface="Segoe UI Light" pitchFamily="34" charset="0"/>
        <a:ea typeface="+mn-ea"/>
        <a:cs typeface="+mn-cs"/>
      </a:defRPr>
    </a:lvl1pPr>
    <a:lvl2pPr marL="217262" indent="-107956"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2pPr>
    <a:lvl3pPr marL="334664"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3pPr>
    <a:lvl4pPr marL="492551" indent="-149789"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4pPr>
    <a:lvl5pPr marL="627496" indent="-117403" algn="l" defTabSz="932742" rtl="0" eaLnBrk="1" latinLnBrk="0" hangingPunct="1">
      <a:lnSpc>
        <a:spcPct val="90000"/>
      </a:lnSpc>
      <a:spcAft>
        <a:spcPts val="340"/>
      </a:spcAft>
      <a:buFont typeface="Arial" pitchFamily="34" charset="0"/>
      <a:buChar char="•"/>
      <a:defRPr sz="900" kern="1200">
        <a:solidFill>
          <a:schemeClr val="tx1"/>
        </a:solidFill>
        <a:latin typeface="Segoe UI Light" pitchFamily="34" charset="0"/>
        <a:ea typeface="+mn-ea"/>
        <a:cs typeface="+mn-cs"/>
      </a:defRPr>
    </a:lvl5pPr>
    <a:lvl6pPr marL="2331856" algn="l" defTabSz="932742" rtl="0" eaLnBrk="1" latinLnBrk="0" hangingPunct="1">
      <a:defRPr sz="1200" kern="1200">
        <a:solidFill>
          <a:schemeClr val="tx1"/>
        </a:solidFill>
        <a:latin typeface="+mn-lt"/>
        <a:ea typeface="+mn-ea"/>
        <a:cs typeface="+mn-cs"/>
      </a:defRPr>
    </a:lvl6pPr>
    <a:lvl7pPr marL="2798226" algn="l" defTabSz="932742" rtl="0" eaLnBrk="1" latinLnBrk="0" hangingPunct="1">
      <a:defRPr sz="1200" kern="1200">
        <a:solidFill>
          <a:schemeClr val="tx1"/>
        </a:solidFill>
        <a:latin typeface="+mn-lt"/>
        <a:ea typeface="+mn-ea"/>
        <a:cs typeface="+mn-cs"/>
      </a:defRPr>
    </a:lvl7pPr>
    <a:lvl8pPr marL="3264597" algn="l" defTabSz="932742" rtl="0" eaLnBrk="1" latinLnBrk="0" hangingPunct="1">
      <a:defRPr sz="1200" kern="1200">
        <a:solidFill>
          <a:schemeClr val="tx1"/>
        </a:solidFill>
        <a:latin typeface="+mn-lt"/>
        <a:ea typeface="+mn-ea"/>
        <a:cs typeface="+mn-cs"/>
      </a:defRPr>
    </a:lvl8pPr>
    <a:lvl9pPr marL="3730969" algn="l" defTabSz="932742"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3</a:t>
            </a:fld>
            <a:endParaRPr lang="en-US" dirty="0"/>
          </a:p>
        </p:txBody>
      </p:sp>
    </p:spTree>
    <p:extLst>
      <p:ext uri="{BB962C8B-B14F-4D97-AF65-F5344CB8AC3E}">
        <p14:creationId xmlns:p14="http://schemas.microsoft.com/office/powerpoint/2010/main" val="35321318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4</a:t>
            </a:fld>
            <a:endParaRPr lang="en-US" dirty="0"/>
          </a:p>
        </p:txBody>
      </p:sp>
    </p:spTree>
    <p:extLst>
      <p:ext uri="{BB962C8B-B14F-4D97-AF65-F5344CB8AC3E}">
        <p14:creationId xmlns:p14="http://schemas.microsoft.com/office/powerpoint/2010/main" val="36830595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5</a:t>
            </a:fld>
            <a:endParaRPr lang="en-US" dirty="0"/>
          </a:p>
        </p:txBody>
      </p:sp>
    </p:spTree>
    <p:extLst>
      <p:ext uri="{BB962C8B-B14F-4D97-AF65-F5344CB8AC3E}">
        <p14:creationId xmlns:p14="http://schemas.microsoft.com/office/powerpoint/2010/main" val="8833279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6</a:t>
            </a:fld>
            <a:endParaRPr lang="en-US" dirty="0"/>
          </a:p>
        </p:txBody>
      </p:sp>
    </p:spTree>
    <p:extLst>
      <p:ext uri="{BB962C8B-B14F-4D97-AF65-F5344CB8AC3E}">
        <p14:creationId xmlns:p14="http://schemas.microsoft.com/office/powerpoint/2010/main" val="11054609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7</a:t>
            </a:fld>
            <a:endParaRPr lang="en-US" dirty="0"/>
          </a:p>
        </p:txBody>
      </p:sp>
    </p:spTree>
    <p:extLst>
      <p:ext uri="{BB962C8B-B14F-4D97-AF65-F5344CB8AC3E}">
        <p14:creationId xmlns:p14="http://schemas.microsoft.com/office/powerpoint/2010/main" val="23532037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8</a:t>
            </a:fld>
            <a:endParaRPr lang="en-US" dirty="0"/>
          </a:p>
        </p:txBody>
      </p:sp>
    </p:spTree>
    <p:extLst>
      <p:ext uri="{BB962C8B-B14F-4D97-AF65-F5344CB8AC3E}">
        <p14:creationId xmlns:p14="http://schemas.microsoft.com/office/powerpoint/2010/main" val="23037257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9</a:t>
            </a:fld>
            <a:endParaRPr lang="en-US" dirty="0"/>
          </a:p>
        </p:txBody>
      </p:sp>
    </p:spTree>
    <p:extLst>
      <p:ext uri="{BB962C8B-B14F-4D97-AF65-F5344CB8AC3E}">
        <p14:creationId xmlns:p14="http://schemas.microsoft.com/office/powerpoint/2010/main" val="2349522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10</a:t>
            </a:fld>
            <a:endParaRPr lang="en-US" dirty="0"/>
          </a:p>
        </p:txBody>
      </p:sp>
    </p:spTree>
    <p:extLst>
      <p:ext uri="{BB962C8B-B14F-4D97-AF65-F5344CB8AC3E}">
        <p14:creationId xmlns:p14="http://schemas.microsoft.com/office/powerpoint/2010/main" val="256926250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11</a:t>
            </a:fld>
            <a:endParaRPr lang="en-US" dirty="0"/>
          </a:p>
        </p:txBody>
      </p:sp>
    </p:spTree>
    <p:extLst>
      <p:ext uri="{BB962C8B-B14F-4D97-AF65-F5344CB8AC3E}">
        <p14:creationId xmlns:p14="http://schemas.microsoft.com/office/powerpoint/2010/main" val="8743264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12</a:t>
            </a:fld>
            <a:endParaRPr lang="en-US" dirty="0"/>
          </a:p>
        </p:txBody>
      </p:sp>
    </p:spTree>
    <p:extLst>
      <p:ext uri="{BB962C8B-B14F-4D97-AF65-F5344CB8AC3E}">
        <p14:creationId xmlns:p14="http://schemas.microsoft.com/office/powerpoint/2010/main" val="6732696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13</a:t>
            </a:fld>
            <a:endParaRPr lang="en-US" dirty="0"/>
          </a:p>
        </p:txBody>
      </p:sp>
    </p:spTree>
    <p:extLst>
      <p:ext uri="{BB962C8B-B14F-4D97-AF65-F5344CB8AC3E}">
        <p14:creationId xmlns:p14="http://schemas.microsoft.com/office/powerpoint/2010/main" val="39939586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14</a:t>
            </a:fld>
            <a:endParaRPr lang="en-US" dirty="0"/>
          </a:p>
        </p:txBody>
      </p:sp>
    </p:spTree>
    <p:extLst>
      <p:ext uri="{BB962C8B-B14F-4D97-AF65-F5344CB8AC3E}">
        <p14:creationId xmlns:p14="http://schemas.microsoft.com/office/powerpoint/2010/main" val="6731468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15</a:t>
            </a:fld>
            <a:endParaRPr lang="en-US" dirty="0"/>
          </a:p>
        </p:txBody>
      </p:sp>
    </p:spTree>
    <p:extLst>
      <p:ext uri="{BB962C8B-B14F-4D97-AF65-F5344CB8AC3E}">
        <p14:creationId xmlns:p14="http://schemas.microsoft.com/office/powerpoint/2010/main" val="234714688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17</a:t>
            </a:fld>
            <a:endParaRPr lang="en-US" dirty="0"/>
          </a:p>
        </p:txBody>
      </p:sp>
    </p:spTree>
    <p:extLst>
      <p:ext uri="{BB962C8B-B14F-4D97-AF65-F5344CB8AC3E}">
        <p14:creationId xmlns:p14="http://schemas.microsoft.com/office/powerpoint/2010/main" val="377413806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18</a:t>
            </a:fld>
            <a:endParaRPr lang="en-US" dirty="0"/>
          </a:p>
        </p:txBody>
      </p:sp>
    </p:spTree>
    <p:extLst>
      <p:ext uri="{BB962C8B-B14F-4D97-AF65-F5344CB8AC3E}">
        <p14:creationId xmlns:p14="http://schemas.microsoft.com/office/powerpoint/2010/main" val="143766858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Footer Placeholder 4"/>
          <p:cNvSpPr>
            <a:spLocks noGrp="1"/>
          </p:cNvSpPr>
          <p:nvPr>
            <p:ph type="ftr" sz="quarter" idx="11"/>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2014 Microsoft Corporation. All rights reserved. MICROSOFT MAKES NO WARRANTIES, EXPRESS, IMPLIED OR STATUTORY, AS TO THE INFORMATION IN THIS PRESENTATION.</a:t>
            </a:r>
            <a:endParaRPr lang="en-US" sz="400" dirty="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38EEC551-8CDA-4EB6-89BB-2A86C9F091C8}" type="datetime8">
              <a:rPr lang="en-US" smtClean="0"/>
              <a:t>7/18/2018 9:27 PM</a:t>
            </a:fld>
            <a:endParaRPr lang="en-US" dirty="0"/>
          </a:p>
        </p:txBody>
      </p:sp>
      <p:sp>
        <p:nvSpPr>
          <p:cNvPr id="7" name="Slide Number Placeholder 6"/>
          <p:cNvSpPr>
            <a:spLocks noGrp="1"/>
          </p:cNvSpPr>
          <p:nvPr>
            <p:ph type="sldNum" sz="quarter" idx="13"/>
          </p:nvPr>
        </p:nvSpPr>
        <p:spPr/>
        <p:txBody>
          <a:bodyPr/>
          <a:lstStyle/>
          <a:p>
            <a:fld id="{B4008EB6-D09E-4580-8CD6-DDB14511944F}" type="slidenum">
              <a:rPr lang="en-US" smtClean="0"/>
              <a:pPr/>
              <a:t>21</a:t>
            </a:fld>
            <a:endParaRPr lang="en-US" dirty="0"/>
          </a:p>
        </p:txBody>
      </p:sp>
    </p:spTree>
    <p:extLst>
      <p:ext uri="{BB962C8B-B14F-4D97-AF65-F5344CB8AC3E}">
        <p14:creationId xmlns:p14="http://schemas.microsoft.com/office/powerpoint/2010/main" val="166412686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3" name="TextBox 2"/>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88605353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76912946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rgbClr val="737373"/>
                </a:solidFill>
                <a:latin typeface="+mj-lt"/>
              </a:rPr>
              <a:t>Microsoft Virtual Academy</a:t>
            </a:r>
          </a:p>
        </p:txBody>
      </p:sp>
    </p:spTree>
    <p:extLst>
      <p:ext uri="{BB962C8B-B14F-4D97-AF65-F5344CB8AC3E}">
        <p14:creationId xmlns:p14="http://schemas.microsoft.com/office/powerpoint/2010/main" val="207113865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rgbClr val="0072C6"/>
                </a:solidFill>
              </a:defRPr>
            </a:lvl1pPr>
          </a:lstStyle>
          <a:p>
            <a:r>
              <a:rPr lang="en-US" dirty="0"/>
              <a:t>Presentation title</a:t>
            </a:r>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350837" y="6164262"/>
            <a:ext cx="1645920" cy="352578"/>
          </a:xfrm>
          <a:prstGeom prst="rect">
            <a:avLst/>
          </a:prstGeom>
        </p:spPr>
      </p:pic>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198121753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
        <p:nvSpPr>
          <p:cNvPr id="48" name="TextBox 47"/>
          <p:cNvSpPr txBox="1"/>
          <p:nvPr userDrawn="1"/>
        </p:nvSpPr>
        <p:spPr>
          <a:xfrm>
            <a:off x="148079" y="296862"/>
            <a:ext cx="4337341" cy="683264"/>
          </a:xfrm>
          <a:prstGeom prst="rect">
            <a:avLst/>
          </a:prstGeom>
          <a:noFill/>
        </p:spPr>
        <p:txBody>
          <a:bodyPr wrap="none" lIns="182880" tIns="146304" rIns="182880" bIns="146304" rtlCol="0">
            <a:spAutoFit/>
          </a:bodyPr>
          <a:lstStyle/>
          <a:p>
            <a:pPr>
              <a:lnSpc>
                <a:spcPct val="90000"/>
              </a:lnSpc>
              <a:spcAft>
                <a:spcPts val="600"/>
              </a:spcAft>
            </a:pPr>
            <a:r>
              <a:rPr lang="en-US" sz="2800" dirty="0">
                <a:solidFill>
                  <a:schemeClr val="bg1"/>
                </a:solidFill>
                <a:latin typeface="+mj-lt"/>
              </a:rPr>
              <a:t>Microsoft Virtual Academy</a:t>
            </a:r>
          </a:p>
        </p:txBody>
      </p:sp>
    </p:spTree>
    <p:extLst>
      <p:ext uri="{BB962C8B-B14F-4D97-AF65-F5344CB8AC3E}">
        <p14:creationId xmlns:p14="http://schemas.microsoft.com/office/powerpoint/2010/main" val="1860868211"/>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rgbClr val="0072C6"/>
        </a:solidFill>
        <a:effectLst/>
      </p:bgPr>
    </p:bg>
    <p:spTree>
      <p:nvGrpSpPr>
        <p:cNvPr id="1" name=""/>
        <p:cNvGrpSpPr/>
        <p:nvPr/>
      </p:nvGrpSpPr>
      <p:grpSpPr>
        <a:xfrm>
          <a:off x="0" y="0"/>
          <a:ext cx="0" cy="0"/>
          <a:chOff x="0" y="0"/>
          <a:chExt cx="0" cy="0"/>
        </a:xfrm>
      </p:grpSpPr>
      <p:pic>
        <p:nvPicPr>
          <p:cNvPr id="90" name="Picture 89"/>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50837" y="6143778"/>
            <a:ext cx="2283588" cy="373062"/>
          </a:xfrm>
          <a:prstGeom prst="rect">
            <a:avLst/>
          </a:prstGeom>
        </p:spPr>
      </p:pic>
      <p:sp>
        <p:nvSpPr>
          <p:cNvPr id="2" name="Rectangle 1"/>
          <p:cNvSpPr/>
          <p:nvPr userDrawn="1"/>
        </p:nvSpPr>
        <p:spPr bwMode="auto">
          <a:xfrm>
            <a:off x="8809037" y="0"/>
            <a:ext cx="3627437" cy="6994525"/>
          </a:xfrm>
          <a:prstGeom prst="rect">
            <a:avLst/>
          </a:prstGeom>
          <a:solidFill>
            <a:srgbClr val="EEEEE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dirty="0" err="1">
              <a:gradFill>
                <a:gsLst>
                  <a:gs pos="0">
                    <a:srgbClr val="FFFFFF"/>
                  </a:gs>
                  <a:gs pos="100000">
                    <a:srgbClr val="FFFFFF"/>
                  </a:gs>
                </a:gsLst>
                <a:lin ang="5400000" scaled="0"/>
              </a:gradFill>
              <a:ea typeface="Segoe UI" pitchFamily="34" charset="0"/>
              <a:cs typeface="Segoe UI" pitchFamily="34" charset="0"/>
            </a:endParaRPr>
          </a:p>
        </p:txBody>
      </p:sp>
      <p:sp>
        <p:nvSpPr>
          <p:cNvPr id="5" name="Text Placeholder 4"/>
          <p:cNvSpPr>
            <a:spLocks noGrp="1"/>
          </p:cNvSpPr>
          <p:nvPr>
            <p:ph type="body" sz="quarter" idx="12" hasCustomPrompt="1"/>
          </p:nvPr>
        </p:nvSpPr>
        <p:spPr>
          <a:xfrm>
            <a:off x="274638" y="2774679"/>
            <a:ext cx="8436348" cy="914400"/>
          </a:xfrm>
          <a:noFill/>
        </p:spPr>
        <p:txBody>
          <a:bodyPr lIns="91440" tIns="91440" rIns="91440" bIns="91440">
            <a:noAutofit/>
          </a:bodyPr>
          <a:lstStyle>
            <a:lvl1pPr marL="0" indent="0">
              <a:spcBef>
                <a:spcPts val="0"/>
              </a:spcBef>
              <a:buNone/>
              <a:defRPr sz="2800" spc="0" baseline="0">
                <a:solidFill>
                  <a:schemeClr val="bg1"/>
                </a:solidFill>
                <a:latin typeface="+mj-lt"/>
              </a:defRPr>
            </a:lvl1pPr>
          </a:lstStyle>
          <a:p>
            <a:pPr lvl="0"/>
            <a:r>
              <a:rPr lang="en-US" dirty="0"/>
              <a:t>Speaker Name</a:t>
            </a:r>
          </a:p>
        </p:txBody>
      </p:sp>
      <p:sp>
        <p:nvSpPr>
          <p:cNvPr id="9" name="Title 1"/>
          <p:cNvSpPr>
            <a:spLocks noGrp="1"/>
          </p:cNvSpPr>
          <p:nvPr>
            <p:ph type="title" hasCustomPrompt="1"/>
          </p:nvPr>
        </p:nvSpPr>
        <p:spPr>
          <a:xfrm>
            <a:off x="274637" y="1677399"/>
            <a:ext cx="8436348" cy="1097280"/>
          </a:xfrm>
          <a:noFill/>
        </p:spPr>
        <p:txBody>
          <a:bodyPr lIns="91440" tIns="91440" rIns="91440" bIns="91440" anchor="t" anchorCtr="0"/>
          <a:lstStyle>
            <a:lvl1pPr>
              <a:defRPr sz="6000" spc="-80" baseline="0">
                <a:solidFill>
                  <a:schemeClr val="bg1"/>
                </a:solidFill>
              </a:defRPr>
            </a:lvl1pPr>
          </a:lstStyle>
          <a:p>
            <a:r>
              <a:rPr lang="en-US" dirty="0"/>
              <a:t>Presentation title</a:t>
            </a:r>
          </a:p>
        </p:txBody>
      </p:sp>
      <p:grpSp>
        <p:nvGrpSpPr>
          <p:cNvPr id="49" name="Group 48"/>
          <p:cNvGrpSpPr/>
          <p:nvPr userDrawn="1"/>
        </p:nvGrpSpPr>
        <p:grpSpPr>
          <a:xfrm>
            <a:off x="9258067" y="1695132"/>
            <a:ext cx="2805578" cy="3604260"/>
            <a:chOff x="4173933" y="1990739"/>
            <a:chExt cx="2457160" cy="3156656"/>
          </a:xfrm>
        </p:grpSpPr>
        <p:sp>
          <p:nvSpPr>
            <p:cNvPr id="50" name="Freeform 8"/>
            <p:cNvSpPr>
              <a:spLocks noEditPoints="1"/>
            </p:cNvSpPr>
            <p:nvPr/>
          </p:nvSpPr>
          <p:spPr bwMode="auto">
            <a:xfrm>
              <a:off x="4825097" y="2367213"/>
              <a:ext cx="1197063" cy="1195470"/>
            </a:xfrm>
            <a:custGeom>
              <a:avLst/>
              <a:gdLst>
                <a:gd name="T0" fmla="*/ 670 w 1598"/>
                <a:gd name="T1" fmla="*/ 1577 h 1597"/>
                <a:gd name="T2" fmla="*/ 760 w 1598"/>
                <a:gd name="T3" fmla="*/ 1597 h 1597"/>
                <a:gd name="T4" fmla="*/ 917 w 1598"/>
                <a:gd name="T5" fmla="*/ 1569 h 1597"/>
                <a:gd name="T6" fmla="*/ 839 w 1598"/>
                <a:gd name="T7" fmla="*/ 1597 h 1597"/>
                <a:gd name="T8" fmla="*/ 516 w 1598"/>
                <a:gd name="T9" fmla="*/ 1535 h 1597"/>
                <a:gd name="T10" fmla="*/ 602 w 1598"/>
                <a:gd name="T11" fmla="*/ 1573 h 1597"/>
                <a:gd name="T12" fmla="*/ 1070 w 1598"/>
                <a:gd name="T13" fmla="*/ 1529 h 1597"/>
                <a:gd name="T14" fmla="*/ 997 w 1598"/>
                <a:gd name="T15" fmla="*/ 1573 h 1597"/>
                <a:gd name="T16" fmla="*/ 374 w 1598"/>
                <a:gd name="T17" fmla="*/ 1463 h 1597"/>
                <a:gd name="T18" fmla="*/ 452 w 1598"/>
                <a:gd name="T19" fmla="*/ 1517 h 1597"/>
                <a:gd name="T20" fmla="*/ 1211 w 1598"/>
                <a:gd name="T21" fmla="*/ 1460 h 1597"/>
                <a:gd name="T22" fmla="*/ 1147 w 1598"/>
                <a:gd name="T23" fmla="*/ 1517 h 1597"/>
                <a:gd name="T24" fmla="*/ 249 w 1598"/>
                <a:gd name="T25" fmla="*/ 1364 h 1597"/>
                <a:gd name="T26" fmla="*/ 317 w 1598"/>
                <a:gd name="T27" fmla="*/ 1433 h 1597"/>
                <a:gd name="T28" fmla="*/ 1336 w 1598"/>
                <a:gd name="T29" fmla="*/ 1363 h 1597"/>
                <a:gd name="T30" fmla="*/ 1282 w 1598"/>
                <a:gd name="T31" fmla="*/ 1432 h 1597"/>
                <a:gd name="T32" fmla="*/ 146 w 1598"/>
                <a:gd name="T33" fmla="*/ 1242 h 1597"/>
                <a:gd name="T34" fmla="*/ 201 w 1598"/>
                <a:gd name="T35" fmla="*/ 1323 h 1597"/>
                <a:gd name="T36" fmla="*/ 1438 w 1598"/>
                <a:gd name="T37" fmla="*/ 1244 h 1597"/>
                <a:gd name="T38" fmla="*/ 1398 w 1598"/>
                <a:gd name="T39" fmla="*/ 1323 h 1597"/>
                <a:gd name="T40" fmla="*/ 71 w 1598"/>
                <a:gd name="T41" fmla="*/ 1102 h 1597"/>
                <a:gd name="T42" fmla="*/ 110 w 1598"/>
                <a:gd name="T43" fmla="*/ 1192 h 1597"/>
                <a:gd name="T44" fmla="*/ 1515 w 1598"/>
                <a:gd name="T45" fmla="*/ 1106 h 1597"/>
                <a:gd name="T46" fmla="*/ 1489 w 1598"/>
                <a:gd name="T47" fmla="*/ 1192 h 1597"/>
                <a:gd name="T48" fmla="*/ 25 w 1598"/>
                <a:gd name="T49" fmla="*/ 949 h 1597"/>
                <a:gd name="T50" fmla="*/ 47 w 1598"/>
                <a:gd name="T51" fmla="*/ 1046 h 1597"/>
                <a:gd name="T52" fmla="*/ 1562 w 1598"/>
                <a:gd name="T53" fmla="*/ 956 h 1597"/>
                <a:gd name="T54" fmla="*/ 1552 w 1598"/>
                <a:gd name="T55" fmla="*/ 1045 h 1597"/>
                <a:gd name="T56" fmla="*/ 10 w 1598"/>
                <a:gd name="T57" fmla="*/ 790 h 1597"/>
                <a:gd name="T58" fmla="*/ 16 w 1598"/>
                <a:gd name="T59" fmla="*/ 890 h 1597"/>
                <a:gd name="T60" fmla="*/ 1574 w 1598"/>
                <a:gd name="T61" fmla="*/ 878 h 1597"/>
                <a:gd name="T62" fmla="*/ 1598 w 1598"/>
                <a:gd name="T63" fmla="*/ 797 h 1597"/>
                <a:gd name="T64" fmla="*/ 14 w 1598"/>
                <a:gd name="T65" fmla="*/ 730 h 1597"/>
                <a:gd name="T66" fmla="*/ 28 w 1598"/>
                <a:gd name="T67" fmla="*/ 631 h 1597"/>
                <a:gd name="T68" fmla="*/ 1584 w 1598"/>
                <a:gd name="T69" fmla="*/ 727 h 1597"/>
                <a:gd name="T70" fmla="*/ 1581 w 1598"/>
                <a:gd name="T71" fmla="*/ 637 h 1597"/>
                <a:gd name="T72" fmla="*/ 46 w 1598"/>
                <a:gd name="T73" fmla="*/ 574 h 1597"/>
                <a:gd name="T74" fmla="*/ 78 w 1598"/>
                <a:gd name="T75" fmla="*/ 480 h 1597"/>
                <a:gd name="T76" fmla="*/ 1551 w 1598"/>
                <a:gd name="T77" fmla="*/ 571 h 1597"/>
                <a:gd name="T78" fmla="*/ 1533 w 1598"/>
                <a:gd name="T79" fmla="*/ 482 h 1597"/>
                <a:gd name="T80" fmla="*/ 109 w 1598"/>
                <a:gd name="T81" fmla="*/ 427 h 1597"/>
                <a:gd name="T82" fmla="*/ 157 w 1598"/>
                <a:gd name="T83" fmla="*/ 341 h 1597"/>
                <a:gd name="T84" fmla="*/ 1488 w 1598"/>
                <a:gd name="T85" fmla="*/ 425 h 1597"/>
                <a:gd name="T86" fmla="*/ 1454 w 1598"/>
                <a:gd name="T87" fmla="*/ 341 h 1597"/>
                <a:gd name="T88" fmla="*/ 200 w 1598"/>
                <a:gd name="T89" fmla="*/ 296 h 1597"/>
                <a:gd name="T90" fmla="*/ 262 w 1598"/>
                <a:gd name="T91" fmla="*/ 221 h 1597"/>
                <a:gd name="T92" fmla="*/ 1396 w 1598"/>
                <a:gd name="T93" fmla="*/ 294 h 1597"/>
                <a:gd name="T94" fmla="*/ 1348 w 1598"/>
                <a:gd name="T95" fmla="*/ 219 h 1597"/>
                <a:gd name="T96" fmla="*/ 315 w 1598"/>
                <a:gd name="T97" fmla="*/ 186 h 1597"/>
                <a:gd name="T98" fmla="*/ 389 w 1598"/>
                <a:gd name="T99" fmla="*/ 125 h 1597"/>
                <a:gd name="T100" fmla="*/ 1281 w 1598"/>
                <a:gd name="T101" fmla="*/ 184 h 1597"/>
                <a:gd name="T102" fmla="*/ 1220 w 1598"/>
                <a:gd name="T103" fmla="*/ 120 h 1597"/>
                <a:gd name="T104" fmla="*/ 451 w 1598"/>
                <a:gd name="T105" fmla="*/ 101 h 1597"/>
                <a:gd name="T106" fmla="*/ 533 w 1598"/>
                <a:gd name="T107" fmla="*/ 56 h 1597"/>
                <a:gd name="T108" fmla="*/ 1145 w 1598"/>
                <a:gd name="T109" fmla="*/ 100 h 1597"/>
                <a:gd name="T110" fmla="*/ 1075 w 1598"/>
                <a:gd name="T111" fmla="*/ 49 h 1597"/>
                <a:gd name="T112" fmla="*/ 600 w 1598"/>
                <a:gd name="T113" fmla="*/ 46 h 1597"/>
                <a:gd name="T114" fmla="*/ 688 w 1598"/>
                <a:gd name="T115" fmla="*/ 18 h 1597"/>
                <a:gd name="T116" fmla="*/ 995 w 1598"/>
                <a:gd name="T117" fmla="*/ 45 h 1597"/>
                <a:gd name="T118" fmla="*/ 919 w 1598"/>
                <a:gd name="T119" fmla="*/ 9 h 1597"/>
                <a:gd name="T120" fmla="*/ 758 w 1598"/>
                <a:gd name="T121" fmla="*/ 21 h 1597"/>
                <a:gd name="T122" fmla="*/ 848 w 1598"/>
                <a:gd name="T123" fmla="*/ 12 h 15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98" h="1597">
                  <a:moveTo>
                    <a:pt x="760" y="1597"/>
                  </a:moveTo>
                  <a:cubicBezTo>
                    <a:pt x="759" y="1597"/>
                    <a:pt x="759" y="1597"/>
                    <a:pt x="759" y="1597"/>
                  </a:cubicBezTo>
                  <a:cubicBezTo>
                    <a:pt x="732" y="1595"/>
                    <a:pt x="705" y="1593"/>
                    <a:pt x="679" y="1589"/>
                  </a:cubicBezTo>
                  <a:cubicBezTo>
                    <a:pt x="673" y="1588"/>
                    <a:pt x="669" y="1583"/>
                    <a:pt x="670" y="1577"/>
                  </a:cubicBezTo>
                  <a:cubicBezTo>
                    <a:pt x="671" y="1572"/>
                    <a:pt x="676" y="1568"/>
                    <a:pt x="682" y="1569"/>
                  </a:cubicBezTo>
                  <a:cubicBezTo>
                    <a:pt x="707" y="1573"/>
                    <a:pt x="734" y="1575"/>
                    <a:pt x="760" y="1577"/>
                  </a:cubicBezTo>
                  <a:cubicBezTo>
                    <a:pt x="766" y="1577"/>
                    <a:pt x="770" y="1582"/>
                    <a:pt x="770" y="1587"/>
                  </a:cubicBezTo>
                  <a:cubicBezTo>
                    <a:pt x="769" y="1592"/>
                    <a:pt x="765" y="1597"/>
                    <a:pt x="760" y="1597"/>
                  </a:cubicBezTo>
                  <a:close/>
                  <a:moveTo>
                    <a:pt x="839" y="1597"/>
                  </a:moveTo>
                  <a:cubicBezTo>
                    <a:pt x="834" y="1597"/>
                    <a:pt x="830" y="1592"/>
                    <a:pt x="829" y="1587"/>
                  </a:cubicBezTo>
                  <a:cubicBezTo>
                    <a:pt x="829" y="1582"/>
                    <a:pt x="833" y="1577"/>
                    <a:pt x="839" y="1577"/>
                  </a:cubicBezTo>
                  <a:cubicBezTo>
                    <a:pt x="865" y="1575"/>
                    <a:pt x="892" y="1573"/>
                    <a:pt x="917" y="1569"/>
                  </a:cubicBezTo>
                  <a:cubicBezTo>
                    <a:pt x="923" y="1568"/>
                    <a:pt x="928" y="1572"/>
                    <a:pt x="929" y="1577"/>
                  </a:cubicBezTo>
                  <a:cubicBezTo>
                    <a:pt x="930" y="1583"/>
                    <a:pt x="926" y="1588"/>
                    <a:pt x="920" y="1588"/>
                  </a:cubicBezTo>
                  <a:cubicBezTo>
                    <a:pt x="894" y="1592"/>
                    <a:pt x="867" y="1595"/>
                    <a:pt x="840" y="1597"/>
                  </a:cubicBezTo>
                  <a:lnTo>
                    <a:pt x="839" y="1597"/>
                  </a:lnTo>
                  <a:close/>
                  <a:moveTo>
                    <a:pt x="602" y="1573"/>
                  </a:moveTo>
                  <a:cubicBezTo>
                    <a:pt x="601" y="1573"/>
                    <a:pt x="600" y="1573"/>
                    <a:pt x="599" y="1572"/>
                  </a:cubicBezTo>
                  <a:cubicBezTo>
                    <a:pt x="573" y="1566"/>
                    <a:pt x="547" y="1558"/>
                    <a:pt x="522" y="1548"/>
                  </a:cubicBezTo>
                  <a:cubicBezTo>
                    <a:pt x="517" y="1546"/>
                    <a:pt x="514" y="1541"/>
                    <a:pt x="516" y="1535"/>
                  </a:cubicBezTo>
                  <a:cubicBezTo>
                    <a:pt x="518" y="1530"/>
                    <a:pt x="524" y="1528"/>
                    <a:pt x="529" y="1530"/>
                  </a:cubicBezTo>
                  <a:cubicBezTo>
                    <a:pt x="554" y="1539"/>
                    <a:pt x="579" y="1547"/>
                    <a:pt x="604" y="1553"/>
                  </a:cubicBezTo>
                  <a:cubicBezTo>
                    <a:pt x="610" y="1554"/>
                    <a:pt x="613" y="1560"/>
                    <a:pt x="612" y="1565"/>
                  </a:cubicBezTo>
                  <a:cubicBezTo>
                    <a:pt x="610" y="1570"/>
                    <a:pt x="606" y="1573"/>
                    <a:pt x="602" y="1573"/>
                  </a:cubicBezTo>
                  <a:close/>
                  <a:moveTo>
                    <a:pt x="997" y="1573"/>
                  </a:moveTo>
                  <a:cubicBezTo>
                    <a:pt x="993" y="1573"/>
                    <a:pt x="989" y="1570"/>
                    <a:pt x="987" y="1565"/>
                  </a:cubicBezTo>
                  <a:cubicBezTo>
                    <a:pt x="986" y="1560"/>
                    <a:pt x="989" y="1554"/>
                    <a:pt x="995" y="1553"/>
                  </a:cubicBezTo>
                  <a:cubicBezTo>
                    <a:pt x="1020" y="1546"/>
                    <a:pt x="1045" y="1538"/>
                    <a:pt x="1070" y="1529"/>
                  </a:cubicBezTo>
                  <a:cubicBezTo>
                    <a:pt x="1075" y="1527"/>
                    <a:pt x="1081" y="1530"/>
                    <a:pt x="1083" y="1535"/>
                  </a:cubicBezTo>
                  <a:cubicBezTo>
                    <a:pt x="1085" y="1540"/>
                    <a:pt x="1082" y="1546"/>
                    <a:pt x="1077" y="1548"/>
                  </a:cubicBezTo>
                  <a:cubicBezTo>
                    <a:pt x="1052" y="1557"/>
                    <a:pt x="1026" y="1565"/>
                    <a:pt x="1000" y="1572"/>
                  </a:cubicBezTo>
                  <a:cubicBezTo>
                    <a:pt x="999" y="1572"/>
                    <a:pt x="998" y="1573"/>
                    <a:pt x="997" y="1573"/>
                  </a:cubicBezTo>
                  <a:close/>
                  <a:moveTo>
                    <a:pt x="452" y="1517"/>
                  </a:moveTo>
                  <a:cubicBezTo>
                    <a:pt x="451" y="1517"/>
                    <a:pt x="449" y="1517"/>
                    <a:pt x="448" y="1516"/>
                  </a:cubicBezTo>
                  <a:cubicBezTo>
                    <a:pt x="424" y="1505"/>
                    <a:pt x="400" y="1491"/>
                    <a:pt x="377" y="1477"/>
                  </a:cubicBezTo>
                  <a:cubicBezTo>
                    <a:pt x="372" y="1474"/>
                    <a:pt x="371" y="1468"/>
                    <a:pt x="374" y="1463"/>
                  </a:cubicBezTo>
                  <a:cubicBezTo>
                    <a:pt x="377" y="1459"/>
                    <a:pt x="383" y="1457"/>
                    <a:pt x="388" y="1460"/>
                  </a:cubicBezTo>
                  <a:cubicBezTo>
                    <a:pt x="410" y="1474"/>
                    <a:pt x="433" y="1487"/>
                    <a:pt x="457" y="1498"/>
                  </a:cubicBezTo>
                  <a:cubicBezTo>
                    <a:pt x="462" y="1501"/>
                    <a:pt x="464" y="1507"/>
                    <a:pt x="461" y="1512"/>
                  </a:cubicBezTo>
                  <a:cubicBezTo>
                    <a:pt x="459" y="1515"/>
                    <a:pt x="456" y="1517"/>
                    <a:pt x="452" y="1517"/>
                  </a:cubicBezTo>
                  <a:close/>
                  <a:moveTo>
                    <a:pt x="1147" y="1517"/>
                  </a:moveTo>
                  <a:cubicBezTo>
                    <a:pt x="1143" y="1517"/>
                    <a:pt x="1139" y="1515"/>
                    <a:pt x="1138" y="1511"/>
                  </a:cubicBezTo>
                  <a:cubicBezTo>
                    <a:pt x="1135" y="1506"/>
                    <a:pt x="1137" y="1501"/>
                    <a:pt x="1142" y="1498"/>
                  </a:cubicBezTo>
                  <a:cubicBezTo>
                    <a:pt x="1166" y="1487"/>
                    <a:pt x="1189" y="1474"/>
                    <a:pt x="1211" y="1460"/>
                  </a:cubicBezTo>
                  <a:cubicBezTo>
                    <a:pt x="1216" y="1457"/>
                    <a:pt x="1222" y="1458"/>
                    <a:pt x="1225" y="1463"/>
                  </a:cubicBezTo>
                  <a:cubicBezTo>
                    <a:pt x="1228" y="1468"/>
                    <a:pt x="1226" y="1474"/>
                    <a:pt x="1222" y="1477"/>
                  </a:cubicBezTo>
                  <a:cubicBezTo>
                    <a:pt x="1199" y="1491"/>
                    <a:pt x="1175" y="1504"/>
                    <a:pt x="1151" y="1516"/>
                  </a:cubicBezTo>
                  <a:cubicBezTo>
                    <a:pt x="1150" y="1517"/>
                    <a:pt x="1148" y="1517"/>
                    <a:pt x="1147" y="1517"/>
                  </a:cubicBezTo>
                  <a:close/>
                  <a:moveTo>
                    <a:pt x="317" y="1433"/>
                  </a:moveTo>
                  <a:cubicBezTo>
                    <a:pt x="315" y="1433"/>
                    <a:pt x="313" y="1432"/>
                    <a:pt x="311" y="1431"/>
                  </a:cubicBezTo>
                  <a:cubicBezTo>
                    <a:pt x="289" y="1414"/>
                    <a:pt x="269" y="1397"/>
                    <a:pt x="249" y="1378"/>
                  </a:cubicBezTo>
                  <a:cubicBezTo>
                    <a:pt x="245" y="1374"/>
                    <a:pt x="245" y="1368"/>
                    <a:pt x="249" y="1364"/>
                  </a:cubicBezTo>
                  <a:cubicBezTo>
                    <a:pt x="253" y="1360"/>
                    <a:pt x="259" y="1360"/>
                    <a:pt x="263" y="1364"/>
                  </a:cubicBezTo>
                  <a:cubicBezTo>
                    <a:pt x="282" y="1382"/>
                    <a:pt x="302" y="1399"/>
                    <a:pt x="323" y="1415"/>
                  </a:cubicBezTo>
                  <a:cubicBezTo>
                    <a:pt x="327" y="1418"/>
                    <a:pt x="328" y="1425"/>
                    <a:pt x="325" y="1429"/>
                  </a:cubicBezTo>
                  <a:cubicBezTo>
                    <a:pt x="323" y="1432"/>
                    <a:pt x="320" y="1433"/>
                    <a:pt x="317" y="1433"/>
                  </a:cubicBezTo>
                  <a:close/>
                  <a:moveTo>
                    <a:pt x="1282" y="1432"/>
                  </a:moveTo>
                  <a:cubicBezTo>
                    <a:pt x="1279" y="1432"/>
                    <a:pt x="1276" y="1431"/>
                    <a:pt x="1274" y="1429"/>
                  </a:cubicBezTo>
                  <a:cubicBezTo>
                    <a:pt x="1271" y="1424"/>
                    <a:pt x="1271" y="1418"/>
                    <a:pt x="1276" y="1415"/>
                  </a:cubicBezTo>
                  <a:cubicBezTo>
                    <a:pt x="1297" y="1399"/>
                    <a:pt x="1317" y="1381"/>
                    <a:pt x="1336" y="1363"/>
                  </a:cubicBezTo>
                  <a:cubicBezTo>
                    <a:pt x="1340" y="1359"/>
                    <a:pt x="1346" y="1360"/>
                    <a:pt x="1350" y="1364"/>
                  </a:cubicBezTo>
                  <a:cubicBezTo>
                    <a:pt x="1354" y="1368"/>
                    <a:pt x="1353" y="1374"/>
                    <a:pt x="1349" y="1378"/>
                  </a:cubicBezTo>
                  <a:cubicBezTo>
                    <a:pt x="1330" y="1396"/>
                    <a:pt x="1309" y="1414"/>
                    <a:pt x="1288" y="1430"/>
                  </a:cubicBezTo>
                  <a:cubicBezTo>
                    <a:pt x="1286" y="1432"/>
                    <a:pt x="1284" y="1432"/>
                    <a:pt x="1282" y="1432"/>
                  </a:cubicBezTo>
                  <a:close/>
                  <a:moveTo>
                    <a:pt x="201" y="1323"/>
                  </a:moveTo>
                  <a:cubicBezTo>
                    <a:pt x="198" y="1323"/>
                    <a:pt x="196" y="1322"/>
                    <a:pt x="194" y="1320"/>
                  </a:cubicBezTo>
                  <a:cubicBezTo>
                    <a:pt x="176" y="1299"/>
                    <a:pt x="159" y="1278"/>
                    <a:pt x="144" y="1256"/>
                  </a:cubicBezTo>
                  <a:cubicBezTo>
                    <a:pt x="141" y="1251"/>
                    <a:pt x="142" y="1245"/>
                    <a:pt x="146" y="1242"/>
                  </a:cubicBezTo>
                  <a:cubicBezTo>
                    <a:pt x="151" y="1239"/>
                    <a:pt x="157" y="1240"/>
                    <a:pt x="160" y="1244"/>
                  </a:cubicBezTo>
                  <a:cubicBezTo>
                    <a:pt x="175" y="1266"/>
                    <a:pt x="192" y="1287"/>
                    <a:pt x="209" y="1307"/>
                  </a:cubicBezTo>
                  <a:cubicBezTo>
                    <a:pt x="212" y="1311"/>
                    <a:pt x="212" y="1317"/>
                    <a:pt x="208" y="1321"/>
                  </a:cubicBezTo>
                  <a:cubicBezTo>
                    <a:pt x="206" y="1322"/>
                    <a:pt x="203" y="1323"/>
                    <a:pt x="201" y="1323"/>
                  </a:cubicBezTo>
                  <a:close/>
                  <a:moveTo>
                    <a:pt x="1398" y="1323"/>
                  </a:moveTo>
                  <a:cubicBezTo>
                    <a:pt x="1395" y="1323"/>
                    <a:pt x="1393" y="1322"/>
                    <a:pt x="1391" y="1320"/>
                  </a:cubicBezTo>
                  <a:cubicBezTo>
                    <a:pt x="1387" y="1317"/>
                    <a:pt x="1386" y="1310"/>
                    <a:pt x="1390" y="1306"/>
                  </a:cubicBezTo>
                  <a:cubicBezTo>
                    <a:pt x="1407" y="1286"/>
                    <a:pt x="1423" y="1265"/>
                    <a:pt x="1438" y="1244"/>
                  </a:cubicBezTo>
                  <a:cubicBezTo>
                    <a:pt x="1441" y="1239"/>
                    <a:pt x="1448" y="1238"/>
                    <a:pt x="1452" y="1241"/>
                  </a:cubicBezTo>
                  <a:cubicBezTo>
                    <a:pt x="1457" y="1244"/>
                    <a:pt x="1458" y="1251"/>
                    <a:pt x="1455" y="1255"/>
                  </a:cubicBezTo>
                  <a:cubicBezTo>
                    <a:pt x="1439" y="1277"/>
                    <a:pt x="1423" y="1299"/>
                    <a:pt x="1405" y="1319"/>
                  </a:cubicBezTo>
                  <a:cubicBezTo>
                    <a:pt x="1403" y="1321"/>
                    <a:pt x="1400" y="1323"/>
                    <a:pt x="1398" y="1323"/>
                  </a:cubicBezTo>
                  <a:close/>
                  <a:moveTo>
                    <a:pt x="110" y="1192"/>
                  </a:moveTo>
                  <a:cubicBezTo>
                    <a:pt x="106" y="1192"/>
                    <a:pt x="103" y="1191"/>
                    <a:pt x="101" y="1187"/>
                  </a:cubicBezTo>
                  <a:cubicBezTo>
                    <a:pt x="88" y="1164"/>
                    <a:pt x="76" y="1139"/>
                    <a:pt x="65" y="1115"/>
                  </a:cubicBezTo>
                  <a:cubicBezTo>
                    <a:pt x="63" y="1110"/>
                    <a:pt x="65" y="1104"/>
                    <a:pt x="71" y="1102"/>
                  </a:cubicBezTo>
                  <a:cubicBezTo>
                    <a:pt x="76" y="1099"/>
                    <a:pt x="81" y="1102"/>
                    <a:pt x="84" y="1107"/>
                  </a:cubicBezTo>
                  <a:cubicBezTo>
                    <a:pt x="94" y="1131"/>
                    <a:pt x="106" y="1155"/>
                    <a:pt x="119" y="1177"/>
                  </a:cubicBezTo>
                  <a:cubicBezTo>
                    <a:pt x="121" y="1182"/>
                    <a:pt x="119" y="1188"/>
                    <a:pt x="115" y="1191"/>
                  </a:cubicBezTo>
                  <a:cubicBezTo>
                    <a:pt x="113" y="1192"/>
                    <a:pt x="111" y="1192"/>
                    <a:pt x="110" y="1192"/>
                  </a:cubicBezTo>
                  <a:close/>
                  <a:moveTo>
                    <a:pt x="1489" y="1192"/>
                  </a:moveTo>
                  <a:cubicBezTo>
                    <a:pt x="1487" y="1192"/>
                    <a:pt x="1485" y="1191"/>
                    <a:pt x="1484" y="1190"/>
                  </a:cubicBezTo>
                  <a:cubicBezTo>
                    <a:pt x="1479" y="1188"/>
                    <a:pt x="1477" y="1182"/>
                    <a:pt x="1480" y="1177"/>
                  </a:cubicBezTo>
                  <a:cubicBezTo>
                    <a:pt x="1493" y="1154"/>
                    <a:pt x="1505" y="1130"/>
                    <a:pt x="1515" y="1106"/>
                  </a:cubicBezTo>
                  <a:cubicBezTo>
                    <a:pt x="1517" y="1101"/>
                    <a:pt x="1523" y="1099"/>
                    <a:pt x="1528" y="1101"/>
                  </a:cubicBezTo>
                  <a:cubicBezTo>
                    <a:pt x="1533" y="1103"/>
                    <a:pt x="1535" y="1109"/>
                    <a:pt x="1533" y="1114"/>
                  </a:cubicBezTo>
                  <a:cubicBezTo>
                    <a:pt x="1523" y="1139"/>
                    <a:pt x="1511" y="1163"/>
                    <a:pt x="1498" y="1186"/>
                  </a:cubicBezTo>
                  <a:cubicBezTo>
                    <a:pt x="1496" y="1190"/>
                    <a:pt x="1492" y="1192"/>
                    <a:pt x="1489" y="1192"/>
                  </a:cubicBezTo>
                  <a:close/>
                  <a:moveTo>
                    <a:pt x="47" y="1046"/>
                  </a:moveTo>
                  <a:cubicBezTo>
                    <a:pt x="42" y="1046"/>
                    <a:pt x="38" y="1043"/>
                    <a:pt x="37" y="1039"/>
                  </a:cubicBezTo>
                  <a:cubicBezTo>
                    <a:pt x="29" y="1013"/>
                    <a:pt x="22" y="987"/>
                    <a:pt x="17" y="961"/>
                  </a:cubicBezTo>
                  <a:cubicBezTo>
                    <a:pt x="16" y="955"/>
                    <a:pt x="19" y="950"/>
                    <a:pt x="25" y="949"/>
                  </a:cubicBezTo>
                  <a:cubicBezTo>
                    <a:pt x="30" y="948"/>
                    <a:pt x="35" y="951"/>
                    <a:pt x="36" y="957"/>
                  </a:cubicBezTo>
                  <a:cubicBezTo>
                    <a:pt x="42" y="982"/>
                    <a:pt x="48" y="1008"/>
                    <a:pt x="56" y="1033"/>
                  </a:cubicBezTo>
                  <a:cubicBezTo>
                    <a:pt x="58" y="1038"/>
                    <a:pt x="55" y="1044"/>
                    <a:pt x="50" y="1045"/>
                  </a:cubicBezTo>
                  <a:cubicBezTo>
                    <a:pt x="49" y="1046"/>
                    <a:pt x="48" y="1046"/>
                    <a:pt x="47" y="1046"/>
                  </a:cubicBezTo>
                  <a:close/>
                  <a:moveTo>
                    <a:pt x="1552" y="1045"/>
                  </a:moveTo>
                  <a:cubicBezTo>
                    <a:pt x="1551" y="1045"/>
                    <a:pt x="1550" y="1045"/>
                    <a:pt x="1549" y="1045"/>
                  </a:cubicBezTo>
                  <a:cubicBezTo>
                    <a:pt x="1543" y="1043"/>
                    <a:pt x="1541" y="1037"/>
                    <a:pt x="1542" y="1032"/>
                  </a:cubicBezTo>
                  <a:cubicBezTo>
                    <a:pt x="1550" y="1007"/>
                    <a:pt x="1557" y="981"/>
                    <a:pt x="1562" y="956"/>
                  </a:cubicBezTo>
                  <a:cubicBezTo>
                    <a:pt x="1563" y="950"/>
                    <a:pt x="1568" y="947"/>
                    <a:pt x="1574" y="948"/>
                  </a:cubicBezTo>
                  <a:cubicBezTo>
                    <a:pt x="1579" y="949"/>
                    <a:pt x="1583" y="954"/>
                    <a:pt x="1582" y="960"/>
                  </a:cubicBezTo>
                  <a:cubicBezTo>
                    <a:pt x="1576" y="986"/>
                    <a:pt x="1569" y="1012"/>
                    <a:pt x="1561" y="1038"/>
                  </a:cubicBezTo>
                  <a:cubicBezTo>
                    <a:pt x="1560" y="1042"/>
                    <a:pt x="1556" y="1045"/>
                    <a:pt x="1552" y="1045"/>
                  </a:cubicBezTo>
                  <a:close/>
                  <a:moveTo>
                    <a:pt x="15" y="890"/>
                  </a:moveTo>
                  <a:cubicBezTo>
                    <a:pt x="9" y="890"/>
                    <a:pt x="5" y="886"/>
                    <a:pt x="5" y="881"/>
                  </a:cubicBezTo>
                  <a:cubicBezTo>
                    <a:pt x="2" y="854"/>
                    <a:pt x="1" y="827"/>
                    <a:pt x="0" y="800"/>
                  </a:cubicBezTo>
                  <a:cubicBezTo>
                    <a:pt x="0" y="794"/>
                    <a:pt x="5" y="790"/>
                    <a:pt x="10" y="790"/>
                  </a:cubicBezTo>
                  <a:cubicBezTo>
                    <a:pt x="10" y="790"/>
                    <a:pt x="10" y="790"/>
                    <a:pt x="10" y="790"/>
                  </a:cubicBezTo>
                  <a:cubicBezTo>
                    <a:pt x="16" y="790"/>
                    <a:pt x="20" y="794"/>
                    <a:pt x="20" y="800"/>
                  </a:cubicBezTo>
                  <a:cubicBezTo>
                    <a:pt x="21" y="826"/>
                    <a:pt x="22" y="853"/>
                    <a:pt x="24" y="879"/>
                  </a:cubicBezTo>
                  <a:cubicBezTo>
                    <a:pt x="25" y="884"/>
                    <a:pt x="21" y="889"/>
                    <a:pt x="16" y="890"/>
                  </a:cubicBezTo>
                  <a:lnTo>
                    <a:pt x="15" y="890"/>
                  </a:lnTo>
                  <a:close/>
                  <a:moveTo>
                    <a:pt x="1584" y="889"/>
                  </a:moveTo>
                  <a:cubicBezTo>
                    <a:pt x="1583" y="889"/>
                    <a:pt x="1583" y="889"/>
                    <a:pt x="1583" y="889"/>
                  </a:cubicBezTo>
                  <a:cubicBezTo>
                    <a:pt x="1577" y="888"/>
                    <a:pt x="1573" y="883"/>
                    <a:pt x="1574" y="878"/>
                  </a:cubicBezTo>
                  <a:cubicBezTo>
                    <a:pt x="1576" y="852"/>
                    <a:pt x="1578" y="825"/>
                    <a:pt x="1578" y="799"/>
                  </a:cubicBezTo>
                  <a:cubicBezTo>
                    <a:pt x="1578" y="797"/>
                    <a:pt x="1578" y="797"/>
                    <a:pt x="1578" y="797"/>
                  </a:cubicBezTo>
                  <a:cubicBezTo>
                    <a:pt x="1578" y="792"/>
                    <a:pt x="1582" y="787"/>
                    <a:pt x="1588" y="787"/>
                  </a:cubicBezTo>
                  <a:cubicBezTo>
                    <a:pt x="1593" y="787"/>
                    <a:pt x="1598" y="792"/>
                    <a:pt x="1598" y="797"/>
                  </a:cubicBezTo>
                  <a:cubicBezTo>
                    <a:pt x="1598" y="799"/>
                    <a:pt x="1598" y="799"/>
                    <a:pt x="1598" y="799"/>
                  </a:cubicBezTo>
                  <a:cubicBezTo>
                    <a:pt x="1598" y="826"/>
                    <a:pt x="1596" y="853"/>
                    <a:pt x="1594" y="880"/>
                  </a:cubicBezTo>
                  <a:cubicBezTo>
                    <a:pt x="1593" y="885"/>
                    <a:pt x="1589" y="889"/>
                    <a:pt x="1584" y="889"/>
                  </a:cubicBezTo>
                  <a:close/>
                  <a:moveTo>
                    <a:pt x="14" y="730"/>
                  </a:moveTo>
                  <a:cubicBezTo>
                    <a:pt x="13" y="730"/>
                    <a:pt x="13" y="730"/>
                    <a:pt x="13" y="730"/>
                  </a:cubicBezTo>
                  <a:cubicBezTo>
                    <a:pt x="8" y="730"/>
                    <a:pt x="4" y="725"/>
                    <a:pt x="4" y="719"/>
                  </a:cubicBezTo>
                  <a:cubicBezTo>
                    <a:pt x="7" y="692"/>
                    <a:pt x="11" y="665"/>
                    <a:pt x="16" y="639"/>
                  </a:cubicBezTo>
                  <a:cubicBezTo>
                    <a:pt x="18" y="634"/>
                    <a:pt x="23" y="630"/>
                    <a:pt x="28" y="631"/>
                  </a:cubicBezTo>
                  <a:cubicBezTo>
                    <a:pt x="34" y="632"/>
                    <a:pt x="37" y="638"/>
                    <a:pt x="36" y="643"/>
                  </a:cubicBezTo>
                  <a:cubicBezTo>
                    <a:pt x="31" y="669"/>
                    <a:pt x="27" y="695"/>
                    <a:pt x="24" y="721"/>
                  </a:cubicBezTo>
                  <a:cubicBezTo>
                    <a:pt x="24" y="726"/>
                    <a:pt x="19" y="730"/>
                    <a:pt x="14" y="730"/>
                  </a:cubicBezTo>
                  <a:close/>
                  <a:moveTo>
                    <a:pt x="1584" y="727"/>
                  </a:moveTo>
                  <a:cubicBezTo>
                    <a:pt x="1578" y="727"/>
                    <a:pt x="1574" y="724"/>
                    <a:pt x="1574" y="718"/>
                  </a:cubicBezTo>
                  <a:cubicBezTo>
                    <a:pt x="1571" y="692"/>
                    <a:pt x="1567" y="666"/>
                    <a:pt x="1562" y="641"/>
                  </a:cubicBezTo>
                  <a:cubicBezTo>
                    <a:pt x="1560" y="635"/>
                    <a:pt x="1564" y="630"/>
                    <a:pt x="1569" y="629"/>
                  </a:cubicBezTo>
                  <a:cubicBezTo>
                    <a:pt x="1575" y="628"/>
                    <a:pt x="1580" y="631"/>
                    <a:pt x="1581" y="637"/>
                  </a:cubicBezTo>
                  <a:cubicBezTo>
                    <a:pt x="1587" y="663"/>
                    <a:pt x="1591" y="690"/>
                    <a:pt x="1593" y="716"/>
                  </a:cubicBezTo>
                  <a:cubicBezTo>
                    <a:pt x="1594" y="722"/>
                    <a:pt x="1590" y="727"/>
                    <a:pt x="1585" y="727"/>
                  </a:cubicBezTo>
                  <a:lnTo>
                    <a:pt x="1584" y="727"/>
                  </a:lnTo>
                  <a:close/>
                  <a:moveTo>
                    <a:pt x="46" y="574"/>
                  </a:moveTo>
                  <a:cubicBezTo>
                    <a:pt x="45" y="574"/>
                    <a:pt x="44" y="574"/>
                    <a:pt x="43" y="573"/>
                  </a:cubicBezTo>
                  <a:cubicBezTo>
                    <a:pt x="38" y="572"/>
                    <a:pt x="35" y="566"/>
                    <a:pt x="37" y="561"/>
                  </a:cubicBezTo>
                  <a:cubicBezTo>
                    <a:pt x="45" y="535"/>
                    <a:pt x="54" y="510"/>
                    <a:pt x="65" y="485"/>
                  </a:cubicBezTo>
                  <a:cubicBezTo>
                    <a:pt x="67" y="480"/>
                    <a:pt x="73" y="477"/>
                    <a:pt x="78" y="480"/>
                  </a:cubicBezTo>
                  <a:cubicBezTo>
                    <a:pt x="83" y="482"/>
                    <a:pt x="85" y="488"/>
                    <a:pt x="83" y="493"/>
                  </a:cubicBezTo>
                  <a:cubicBezTo>
                    <a:pt x="73" y="517"/>
                    <a:pt x="63" y="542"/>
                    <a:pt x="56" y="567"/>
                  </a:cubicBezTo>
                  <a:cubicBezTo>
                    <a:pt x="54" y="571"/>
                    <a:pt x="50" y="574"/>
                    <a:pt x="46" y="574"/>
                  </a:cubicBezTo>
                  <a:close/>
                  <a:moveTo>
                    <a:pt x="1551" y="571"/>
                  </a:moveTo>
                  <a:cubicBezTo>
                    <a:pt x="1547" y="571"/>
                    <a:pt x="1543" y="569"/>
                    <a:pt x="1542" y="564"/>
                  </a:cubicBezTo>
                  <a:cubicBezTo>
                    <a:pt x="1534" y="539"/>
                    <a:pt x="1525" y="514"/>
                    <a:pt x="1514" y="490"/>
                  </a:cubicBezTo>
                  <a:cubicBezTo>
                    <a:pt x="1512" y="485"/>
                    <a:pt x="1514" y="479"/>
                    <a:pt x="1519" y="477"/>
                  </a:cubicBezTo>
                  <a:cubicBezTo>
                    <a:pt x="1524" y="475"/>
                    <a:pt x="1530" y="477"/>
                    <a:pt x="1533" y="482"/>
                  </a:cubicBezTo>
                  <a:cubicBezTo>
                    <a:pt x="1543" y="507"/>
                    <a:pt x="1553" y="533"/>
                    <a:pt x="1561" y="558"/>
                  </a:cubicBezTo>
                  <a:cubicBezTo>
                    <a:pt x="1562" y="564"/>
                    <a:pt x="1560" y="569"/>
                    <a:pt x="1554" y="571"/>
                  </a:cubicBezTo>
                  <a:cubicBezTo>
                    <a:pt x="1553" y="571"/>
                    <a:pt x="1552" y="571"/>
                    <a:pt x="1551" y="571"/>
                  </a:cubicBezTo>
                  <a:close/>
                  <a:moveTo>
                    <a:pt x="109" y="427"/>
                  </a:moveTo>
                  <a:cubicBezTo>
                    <a:pt x="107" y="427"/>
                    <a:pt x="106" y="427"/>
                    <a:pt x="104" y="426"/>
                  </a:cubicBezTo>
                  <a:cubicBezTo>
                    <a:pt x="99" y="423"/>
                    <a:pt x="98" y="417"/>
                    <a:pt x="100" y="412"/>
                  </a:cubicBezTo>
                  <a:cubicBezTo>
                    <a:pt x="113" y="389"/>
                    <a:pt x="128" y="366"/>
                    <a:pt x="143" y="344"/>
                  </a:cubicBezTo>
                  <a:cubicBezTo>
                    <a:pt x="146" y="339"/>
                    <a:pt x="152" y="338"/>
                    <a:pt x="157" y="341"/>
                  </a:cubicBezTo>
                  <a:cubicBezTo>
                    <a:pt x="161" y="344"/>
                    <a:pt x="163" y="350"/>
                    <a:pt x="159" y="355"/>
                  </a:cubicBezTo>
                  <a:cubicBezTo>
                    <a:pt x="144" y="377"/>
                    <a:pt x="130" y="399"/>
                    <a:pt x="118" y="422"/>
                  </a:cubicBezTo>
                  <a:cubicBezTo>
                    <a:pt x="116" y="425"/>
                    <a:pt x="112" y="427"/>
                    <a:pt x="109" y="427"/>
                  </a:cubicBezTo>
                  <a:close/>
                  <a:moveTo>
                    <a:pt x="1488" y="425"/>
                  </a:moveTo>
                  <a:cubicBezTo>
                    <a:pt x="1484" y="425"/>
                    <a:pt x="1481" y="423"/>
                    <a:pt x="1479" y="420"/>
                  </a:cubicBezTo>
                  <a:cubicBezTo>
                    <a:pt x="1466" y="397"/>
                    <a:pt x="1452" y="374"/>
                    <a:pt x="1437" y="353"/>
                  </a:cubicBezTo>
                  <a:cubicBezTo>
                    <a:pt x="1434" y="348"/>
                    <a:pt x="1435" y="342"/>
                    <a:pt x="1440" y="339"/>
                  </a:cubicBezTo>
                  <a:cubicBezTo>
                    <a:pt x="1444" y="336"/>
                    <a:pt x="1451" y="337"/>
                    <a:pt x="1454" y="341"/>
                  </a:cubicBezTo>
                  <a:cubicBezTo>
                    <a:pt x="1469" y="363"/>
                    <a:pt x="1484" y="387"/>
                    <a:pt x="1497" y="410"/>
                  </a:cubicBezTo>
                  <a:cubicBezTo>
                    <a:pt x="1499" y="415"/>
                    <a:pt x="1498" y="421"/>
                    <a:pt x="1493" y="424"/>
                  </a:cubicBezTo>
                  <a:cubicBezTo>
                    <a:pt x="1491" y="424"/>
                    <a:pt x="1490" y="425"/>
                    <a:pt x="1488" y="425"/>
                  </a:cubicBezTo>
                  <a:close/>
                  <a:moveTo>
                    <a:pt x="200" y="296"/>
                  </a:moveTo>
                  <a:cubicBezTo>
                    <a:pt x="198" y="296"/>
                    <a:pt x="195" y="295"/>
                    <a:pt x="194" y="294"/>
                  </a:cubicBezTo>
                  <a:cubicBezTo>
                    <a:pt x="189" y="290"/>
                    <a:pt x="189" y="284"/>
                    <a:pt x="192" y="280"/>
                  </a:cubicBezTo>
                  <a:cubicBezTo>
                    <a:pt x="210" y="259"/>
                    <a:pt x="229" y="239"/>
                    <a:pt x="248" y="221"/>
                  </a:cubicBezTo>
                  <a:cubicBezTo>
                    <a:pt x="252" y="217"/>
                    <a:pt x="258" y="217"/>
                    <a:pt x="262" y="221"/>
                  </a:cubicBezTo>
                  <a:cubicBezTo>
                    <a:pt x="266" y="225"/>
                    <a:pt x="266" y="232"/>
                    <a:pt x="262" y="235"/>
                  </a:cubicBezTo>
                  <a:cubicBezTo>
                    <a:pt x="243" y="253"/>
                    <a:pt x="225" y="273"/>
                    <a:pt x="208" y="293"/>
                  </a:cubicBezTo>
                  <a:cubicBezTo>
                    <a:pt x="206" y="295"/>
                    <a:pt x="203" y="296"/>
                    <a:pt x="200" y="296"/>
                  </a:cubicBezTo>
                  <a:close/>
                  <a:moveTo>
                    <a:pt x="1396" y="294"/>
                  </a:moveTo>
                  <a:cubicBezTo>
                    <a:pt x="1394" y="294"/>
                    <a:pt x="1391" y="293"/>
                    <a:pt x="1389" y="291"/>
                  </a:cubicBezTo>
                  <a:cubicBezTo>
                    <a:pt x="1372" y="271"/>
                    <a:pt x="1353" y="252"/>
                    <a:pt x="1334" y="234"/>
                  </a:cubicBezTo>
                  <a:cubicBezTo>
                    <a:pt x="1330" y="230"/>
                    <a:pt x="1330" y="223"/>
                    <a:pt x="1334" y="219"/>
                  </a:cubicBezTo>
                  <a:cubicBezTo>
                    <a:pt x="1338" y="215"/>
                    <a:pt x="1344" y="215"/>
                    <a:pt x="1348" y="219"/>
                  </a:cubicBezTo>
                  <a:cubicBezTo>
                    <a:pt x="1368" y="238"/>
                    <a:pt x="1387" y="257"/>
                    <a:pt x="1404" y="278"/>
                  </a:cubicBezTo>
                  <a:cubicBezTo>
                    <a:pt x="1408" y="282"/>
                    <a:pt x="1407" y="288"/>
                    <a:pt x="1403" y="292"/>
                  </a:cubicBezTo>
                  <a:cubicBezTo>
                    <a:pt x="1401" y="293"/>
                    <a:pt x="1399" y="294"/>
                    <a:pt x="1396" y="294"/>
                  </a:cubicBezTo>
                  <a:close/>
                  <a:moveTo>
                    <a:pt x="315" y="186"/>
                  </a:moveTo>
                  <a:cubicBezTo>
                    <a:pt x="313" y="186"/>
                    <a:pt x="310" y="185"/>
                    <a:pt x="308" y="182"/>
                  </a:cubicBezTo>
                  <a:cubicBezTo>
                    <a:pt x="304" y="178"/>
                    <a:pt x="305" y="172"/>
                    <a:pt x="309" y="168"/>
                  </a:cubicBezTo>
                  <a:cubicBezTo>
                    <a:pt x="331" y="152"/>
                    <a:pt x="353" y="136"/>
                    <a:pt x="376" y="122"/>
                  </a:cubicBezTo>
                  <a:cubicBezTo>
                    <a:pt x="380" y="119"/>
                    <a:pt x="386" y="120"/>
                    <a:pt x="389" y="125"/>
                  </a:cubicBezTo>
                  <a:cubicBezTo>
                    <a:pt x="392" y="130"/>
                    <a:pt x="391" y="136"/>
                    <a:pt x="386" y="139"/>
                  </a:cubicBezTo>
                  <a:cubicBezTo>
                    <a:pt x="364" y="153"/>
                    <a:pt x="342" y="168"/>
                    <a:pt x="322" y="184"/>
                  </a:cubicBezTo>
                  <a:cubicBezTo>
                    <a:pt x="320" y="185"/>
                    <a:pt x="318" y="186"/>
                    <a:pt x="315" y="186"/>
                  </a:cubicBezTo>
                  <a:close/>
                  <a:moveTo>
                    <a:pt x="1281" y="184"/>
                  </a:moveTo>
                  <a:cubicBezTo>
                    <a:pt x="1279" y="184"/>
                    <a:pt x="1276" y="184"/>
                    <a:pt x="1275" y="182"/>
                  </a:cubicBezTo>
                  <a:cubicBezTo>
                    <a:pt x="1254" y="166"/>
                    <a:pt x="1232" y="151"/>
                    <a:pt x="1210" y="137"/>
                  </a:cubicBezTo>
                  <a:cubicBezTo>
                    <a:pt x="1205" y="134"/>
                    <a:pt x="1204" y="128"/>
                    <a:pt x="1207" y="124"/>
                  </a:cubicBezTo>
                  <a:cubicBezTo>
                    <a:pt x="1209" y="119"/>
                    <a:pt x="1216" y="117"/>
                    <a:pt x="1220" y="120"/>
                  </a:cubicBezTo>
                  <a:cubicBezTo>
                    <a:pt x="1243" y="135"/>
                    <a:pt x="1265" y="150"/>
                    <a:pt x="1287" y="167"/>
                  </a:cubicBezTo>
                  <a:cubicBezTo>
                    <a:pt x="1291" y="170"/>
                    <a:pt x="1292" y="176"/>
                    <a:pt x="1289" y="181"/>
                  </a:cubicBezTo>
                  <a:cubicBezTo>
                    <a:pt x="1287" y="183"/>
                    <a:pt x="1284" y="184"/>
                    <a:pt x="1281" y="184"/>
                  </a:cubicBezTo>
                  <a:close/>
                  <a:moveTo>
                    <a:pt x="451" y="101"/>
                  </a:moveTo>
                  <a:cubicBezTo>
                    <a:pt x="447" y="101"/>
                    <a:pt x="443" y="99"/>
                    <a:pt x="442" y="96"/>
                  </a:cubicBezTo>
                  <a:cubicBezTo>
                    <a:pt x="439" y="91"/>
                    <a:pt x="441" y="85"/>
                    <a:pt x="446" y="82"/>
                  </a:cubicBezTo>
                  <a:cubicBezTo>
                    <a:pt x="470" y="70"/>
                    <a:pt x="495" y="60"/>
                    <a:pt x="521" y="50"/>
                  </a:cubicBezTo>
                  <a:cubicBezTo>
                    <a:pt x="526" y="48"/>
                    <a:pt x="531" y="51"/>
                    <a:pt x="533" y="56"/>
                  </a:cubicBezTo>
                  <a:cubicBezTo>
                    <a:pt x="535" y="61"/>
                    <a:pt x="533" y="67"/>
                    <a:pt x="527" y="69"/>
                  </a:cubicBezTo>
                  <a:cubicBezTo>
                    <a:pt x="503" y="78"/>
                    <a:pt x="479" y="89"/>
                    <a:pt x="455" y="100"/>
                  </a:cubicBezTo>
                  <a:cubicBezTo>
                    <a:pt x="454" y="101"/>
                    <a:pt x="452" y="101"/>
                    <a:pt x="451" y="101"/>
                  </a:cubicBezTo>
                  <a:close/>
                  <a:moveTo>
                    <a:pt x="1145" y="100"/>
                  </a:moveTo>
                  <a:cubicBezTo>
                    <a:pt x="1144" y="100"/>
                    <a:pt x="1142" y="100"/>
                    <a:pt x="1141" y="99"/>
                  </a:cubicBezTo>
                  <a:cubicBezTo>
                    <a:pt x="1117" y="88"/>
                    <a:pt x="1093" y="77"/>
                    <a:pt x="1068" y="68"/>
                  </a:cubicBezTo>
                  <a:cubicBezTo>
                    <a:pt x="1063" y="66"/>
                    <a:pt x="1060" y="60"/>
                    <a:pt x="1062" y="55"/>
                  </a:cubicBezTo>
                  <a:cubicBezTo>
                    <a:pt x="1064" y="50"/>
                    <a:pt x="1070" y="47"/>
                    <a:pt x="1075" y="49"/>
                  </a:cubicBezTo>
                  <a:cubicBezTo>
                    <a:pt x="1100" y="59"/>
                    <a:pt x="1125" y="69"/>
                    <a:pt x="1150" y="81"/>
                  </a:cubicBezTo>
                  <a:cubicBezTo>
                    <a:pt x="1155" y="84"/>
                    <a:pt x="1157" y="90"/>
                    <a:pt x="1154" y="95"/>
                  </a:cubicBezTo>
                  <a:cubicBezTo>
                    <a:pt x="1152" y="98"/>
                    <a:pt x="1149" y="100"/>
                    <a:pt x="1145" y="100"/>
                  </a:cubicBezTo>
                  <a:close/>
                  <a:moveTo>
                    <a:pt x="600" y="46"/>
                  </a:moveTo>
                  <a:cubicBezTo>
                    <a:pt x="596" y="46"/>
                    <a:pt x="592" y="43"/>
                    <a:pt x="591" y="38"/>
                  </a:cubicBezTo>
                  <a:cubicBezTo>
                    <a:pt x="589" y="33"/>
                    <a:pt x="592" y="27"/>
                    <a:pt x="598" y="26"/>
                  </a:cubicBezTo>
                  <a:cubicBezTo>
                    <a:pt x="624" y="19"/>
                    <a:pt x="650" y="14"/>
                    <a:pt x="677" y="10"/>
                  </a:cubicBezTo>
                  <a:cubicBezTo>
                    <a:pt x="682" y="9"/>
                    <a:pt x="687" y="13"/>
                    <a:pt x="688" y="18"/>
                  </a:cubicBezTo>
                  <a:cubicBezTo>
                    <a:pt x="689" y="23"/>
                    <a:pt x="685" y="29"/>
                    <a:pt x="680" y="29"/>
                  </a:cubicBezTo>
                  <a:cubicBezTo>
                    <a:pt x="654" y="33"/>
                    <a:pt x="628" y="39"/>
                    <a:pt x="603" y="45"/>
                  </a:cubicBezTo>
                  <a:cubicBezTo>
                    <a:pt x="602" y="46"/>
                    <a:pt x="601" y="46"/>
                    <a:pt x="600" y="46"/>
                  </a:cubicBezTo>
                  <a:close/>
                  <a:moveTo>
                    <a:pt x="995" y="45"/>
                  </a:moveTo>
                  <a:cubicBezTo>
                    <a:pt x="995" y="45"/>
                    <a:pt x="994" y="45"/>
                    <a:pt x="993" y="45"/>
                  </a:cubicBezTo>
                  <a:cubicBezTo>
                    <a:pt x="968" y="38"/>
                    <a:pt x="942" y="33"/>
                    <a:pt x="916" y="29"/>
                  </a:cubicBezTo>
                  <a:cubicBezTo>
                    <a:pt x="910" y="28"/>
                    <a:pt x="906" y="23"/>
                    <a:pt x="907" y="18"/>
                  </a:cubicBezTo>
                  <a:cubicBezTo>
                    <a:pt x="908" y="12"/>
                    <a:pt x="913" y="8"/>
                    <a:pt x="919" y="9"/>
                  </a:cubicBezTo>
                  <a:cubicBezTo>
                    <a:pt x="945" y="13"/>
                    <a:pt x="972" y="19"/>
                    <a:pt x="998" y="25"/>
                  </a:cubicBezTo>
                  <a:cubicBezTo>
                    <a:pt x="1003" y="27"/>
                    <a:pt x="1007" y="32"/>
                    <a:pt x="1005" y="37"/>
                  </a:cubicBezTo>
                  <a:cubicBezTo>
                    <a:pt x="1004" y="42"/>
                    <a:pt x="1000" y="45"/>
                    <a:pt x="995" y="45"/>
                  </a:cubicBezTo>
                  <a:close/>
                  <a:moveTo>
                    <a:pt x="758" y="21"/>
                  </a:moveTo>
                  <a:cubicBezTo>
                    <a:pt x="753" y="21"/>
                    <a:pt x="748" y="17"/>
                    <a:pt x="748" y="12"/>
                  </a:cubicBezTo>
                  <a:cubicBezTo>
                    <a:pt x="748" y="6"/>
                    <a:pt x="752" y="2"/>
                    <a:pt x="757" y="1"/>
                  </a:cubicBezTo>
                  <a:cubicBezTo>
                    <a:pt x="784" y="0"/>
                    <a:pt x="811" y="0"/>
                    <a:pt x="838" y="1"/>
                  </a:cubicBezTo>
                  <a:cubicBezTo>
                    <a:pt x="844" y="2"/>
                    <a:pt x="848" y="6"/>
                    <a:pt x="848" y="12"/>
                  </a:cubicBezTo>
                  <a:cubicBezTo>
                    <a:pt x="847" y="17"/>
                    <a:pt x="843" y="22"/>
                    <a:pt x="837" y="21"/>
                  </a:cubicBezTo>
                  <a:cubicBezTo>
                    <a:pt x="811" y="20"/>
                    <a:pt x="784" y="20"/>
                    <a:pt x="758" y="21"/>
                  </a:cubicBez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1" name="Oval 50"/>
            <p:cNvSpPr>
              <a:spLocks noChangeArrowheads="1"/>
            </p:cNvSpPr>
            <p:nvPr/>
          </p:nvSpPr>
          <p:spPr bwMode="auto">
            <a:xfrm>
              <a:off x="4378042" y="5054831"/>
              <a:ext cx="2073439" cy="92564"/>
            </a:xfrm>
            <a:prstGeom prst="ellipse">
              <a:avLst/>
            </a:prstGeom>
            <a:solidFill>
              <a:srgbClr val="A0A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2" name="Freeform 51"/>
            <p:cNvSpPr>
              <a:spLocks/>
            </p:cNvSpPr>
            <p:nvPr/>
          </p:nvSpPr>
          <p:spPr bwMode="auto">
            <a:xfrm>
              <a:off x="6002951" y="4381427"/>
              <a:ext cx="150418" cy="115705"/>
            </a:xfrm>
            <a:custGeom>
              <a:avLst/>
              <a:gdLst>
                <a:gd name="T0" fmla="*/ 0 w 65"/>
                <a:gd name="T1" fmla="*/ 16 h 50"/>
                <a:gd name="T2" fmla="*/ 31 w 65"/>
                <a:gd name="T3" fmla="*/ 0 h 50"/>
                <a:gd name="T4" fmla="*/ 65 w 65"/>
                <a:gd name="T5" fmla="*/ 33 h 50"/>
                <a:gd name="T6" fmla="*/ 65 w 65"/>
                <a:gd name="T7" fmla="*/ 47 h 50"/>
                <a:gd name="T8" fmla="*/ 58 w 65"/>
                <a:gd name="T9" fmla="*/ 50 h 50"/>
                <a:gd name="T10" fmla="*/ 11 w 65"/>
                <a:gd name="T11" fmla="*/ 34 h 50"/>
                <a:gd name="T12" fmla="*/ 0 w 65"/>
                <a:gd name="T13" fmla="*/ 16 h 50"/>
              </a:gdLst>
              <a:ahLst/>
              <a:cxnLst>
                <a:cxn ang="0">
                  <a:pos x="T0" y="T1"/>
                </a:cxn>
                <a:cxn ang="0">
                  <a:pos x="T2" y="T3"/>
                </a:cxn>
                <a:cxn ang="0">
                  <a:pos x="T4" y="T5"/>
                </a:cxn>
                <a:cxn ang="0">
                  <a:pos x="T6" y="T7"/>
                </a:cxn>
                <a:cxn ang="0">
                  <a:pos x="T8" y="T9"/>
                </a:cxn>
                <a:cxn ang="0">
                  <a:pos x="T10" y="T11"/>
                </a:cxn>
                <a:cxn ang="0">
                  <a:pos x="T12" y="T13"/>
                </a:cxn>
              </a:cxnLst>
              <a:rect l="0" t="0" r="r" b="b"/>
              <a:pathLst>
                <a:path w="65" h="50">
                  <a:moveTo>
                    <a:pt x="0" y="16"/>
                  </a:moveTo>
                  <a:lnTo>
                    <a:pt x="31" y="0"/>
                  </a:lnTo>
                  <a:lnTo>
                    <a:pt x="65" y="33"/>
                  </a:lnTo>
                  <a:lnTo>
                    <a:pt x="65" y="47"/>
                  </a:lnTo>
                  <a:lnTo>
                    <a:pt x="58" y="50"/>
                  </a:lnTo>
                  <a:lnTo>
                    <a:pt x="11" y="34"/>
                  </a:lnTo>
                  <a:lnTo>
                    <a:pt x="0" y="16"/>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3" name="Freeform 52"/>
            <p:cNvSpPr>
              <a:spLocks/>
            </p:cNvSpPr>
            <p:nvPr/>
          </p:nvSpPr>
          <p:spPr bwMode="auto">
            <a:xfrm>
              <a:off x="5417483" y="3666368"/>
              <a:ext cx="657206" cy="768283"/>
            </a:xfrm>
            <a:custGeom>
              <a:avLst/>
              <a:gdLst>
                <a:gd name="T0" fmla="*/ 0 w 284"/>
                <a:gd name="T1" fmla="*/ 25 h 332"/>
                <a:gd name="T2" fmla="*/ 257 w 284"/>
                <a:gd name="T3" fmla="*/ 332 h 332"/>
                <a:gd name="T4" fmla="*/ 284 w 284"/>
                <a:gd name="T5" fmla="*/ 310 h 332"/>
                <a:gd name="T6" fmla="*/ 62 w 284"/>
                <a:gd name="T7" fmla="*/ 0 h 332"/>
                <a:gd name="T8" fmla="*/ 0 w 284"/>
                <a:gd name="T9" fmla="*/ 25 h 332"/>
              </a:gdLst>
              <a:ahLst/>
              <a:cxnLst>
                <a:cxn ang="0">
                  <a:pos x="T0" y="T1"/>
                </a:cxn>
                <a:cxn ang="0">
                  <a:pos x="T2" y="T3"/>
                </a:cxn>
                <a:cxn ang="0">
                  <a:pos x="T4" y="T5"/>
                </a:cxn>
                <a:cxn ang="0">
                  <a:pos x="T6" y="T7"/>
                </a:cxn>
                <a:cxn ang="0">
                  <a:pos x="T8" y="T9"/>
                </a:cxn>
              </a:cxnLst>
              <a:rect l="0" t="0" r="r" b="b"/>
              <a:pathLst>
                <a:path w="284" h="332">
                  <a:moveTo>
                    <a:pt x="0" y="25"/>
                  </a:moveTo>
                  <a:lnTo>
                    <a:pt x="257" y="332"/>
                  </a:lnTo>
                  <a:lnTo>
                    <a:pt x="284" y="310"/>
                  </a:lnTo>
                  <a:lnTo>
                    <a:pt x="62" y="0"/>
                  </a:lnTo>
                  <a:lnTo>
                    <a:pt x="0" y="25"/>
                  </a:lnTo>
                  <a:close/>
                </a:path>
              </a:pathLst>
            </a:custGeom>
            <a:solidFill>
              <a:srgbClr val="5B9BD5"/>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4" name="Freeform 53"/>
            <p:cNvSpPr>
              <a:spLocks/>
            </p:cNvSpPr>
            <p:nvPr/>
          </p:nvSpPr>
          <p:spPr bwMode="auto">
            <a:xfrm>
              <a:off x="5259717" y="3670996"/>
              <a:ext cx="155046" cy="978868"/>
            </a:xfrm>
            <a:custGeom>
              <a:avLst/>
              <a:gdLst>
                <a:gd name="T0" fmla="*/ 67 w 67"/>
                <a:gd name="T1" fmla="*/ 423 h 423"/>
                <a:gd name="T2" fmla="*/ 67 w 67"/>
                <a:gd name="T3" fmla="*/ 28 h 423"/>
                <a:gd name="T4" fmla="*/ 0 w 67"/>
                <a:gd name="T5" fmla="*/ 0 h 423"/>
                <a:gd name="T6" fmla="*/ 32 w 67"/>
                <a:gd name="T7" fmla="*/ 423 h 423"/>
                <a:gd name="T8" fmla="*/ 67 w 67"/>
                <a:gd name="T9" fmla="*/ 423 h 423"/>
              </a:gdLst>
              <a:ahLst/>
              <a:cxnLst>
                <a:cxn ang="0">
                  <a:pos x="T0" y="T1"/>
                </a:cxn>
                <a:cxn ang="0">
                  <a:pos x="T2" y="T3"/>
                </a:cxn>
                <a:cxn ang="0">
                  <a:pos x="T4" y="T5"/>
                </a:cxn>
                <a:cxn ang="0">
                  <a:pos x="T6" y="T7"/>
                </a:cxn>
                <a:cxn ang="0">
                  <a:pos x="T8" y="T9"/>
                </a:cxn>
              </a:cxnLst>
              <a:rect l="0" t="0" r="r" b="b"/>
              <a:pathLst>
                <a:path w="67" h="423">
                  <a:moveTo>
                    <a:pt x="67" y="423"/>
                  </a:moveTo>
                  <a:lnTo>
                    <a:pt x="67" y="28"/>
                  </a:lnTo>
                  <a:lnTo>
                    <a:pt x="0" y="0"/>
                  </a:lnTo>
                  <a:lnTo>
                    <a:pt x="32" y="423"/>
                  </a:lnTo>
                  <a:lnTo>
                    <a:pt x="67" y="423"/>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5" name="Freeform 54"/>
            <p:cNvSpPr>
              <a:spLocks/>
            </p:cNvSpPr>
            <p:nvPr/>
          </p:nvSpPr>
          <p:spPr bwMode="auto">
            <a:xfrm>
              <a:off x="4739042" y="3080899"/>
              <a:ext cx="32397" cy="94879"/>
            </a:xfrm>
            <a:custGeom>
              <a:avLst/>
              <a:gdLst>
                <a:gd name="T0" fmla="*/ 9 w 14"/>
                <a:gd name="T1" fmla="*/ 0 h 41"/>
                <a:gd name="T2" fmla="*/ 0 w 14"/>
                <a:gd name="T3" fmla="*/ 40 h 41"/>
                <a:gd name="T4" fmla="*/ 5 w 14"/>
                <a:gd name="T5" fmla="*/ 41 h 41"/>
                <a:gd name="T6" fmla="*/ 14 w 14"/>
                <a:gd name="T7" fmla="*/ 1 h 41"/>
                <a:gd name="T8" fmla="*/ 9 w 14"/>
                <a:gd name="T9" fmla="*/ 0 h 41"/>
              </a:gdLst>
              <a:ahLst/>
              <a:cxnLst>
                <a:cxn ang="0">
                  <a:pos x="T0" y="T1"/>
                </a:cxn>
                <a:cxn ang="0">
                  <a:pos x="T2" y="T3"/>
                </a:cxn>
                <a:cxn ang="0">
                  <a:pos x="T4" y="T5"/>
                </a:cxn>
                <a:cxn ang="0">
                  <a:pos x="T6" y="T7"/>
                </a:cxn>
                <a:cxn ang="0">
                  <a:pos x="T8" y="T9"/>
                </a:cxn>
              </a:cxnLst>
              <a:rect l="0" t="0" r="r" b="b"/>
              <a:pathLst>
                <a:path w="14" h="41">
                  <a:moveTo>
                    <a:pt x="9" y="0"/>
                  </a:moveTo>
                  <a:lnTo>
                    <a:pt x="0" y="40"/>
                  </a:lnTo>
                  <a:lnTo>
                    <a:pt x="5" y="41"/>
                  </a:lnTo>
                  <a:lnTo>
                    <a:pt x="14" y="1"/>
                  </a:lnTo>
                  <a:lnTo>
                    <a:pt x="9"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6" name="Freeform 55"/>
            <p:cNvSpPr>
              <a:spLocks/>
            </p:cNvSpPr>
            <p:nvPr/>
          </p:nvSpPr>
          <p:spPr bwMode="auto">
            <a:xfrm>
              <a:off x="6060397" y="3080899"/>
              <a:ext cx="30084" cy="94879"/>
            </a:xfrm>
            <a:custGeom>
              <a:avLst/>
              <a:gdLst>
                <a:gd name="T0" fmla="*/ 5 w 13"/>
                <a:gd name="T1" fmla="*/ 0 h 41"/>
                <a:gd name="T2" fmla="*/ 13 w 13"/>
                <a:gd name="T3" fmla="*/ 40 h 41"/>
                <a:gd name="T4" fmla="*/ 8 w 13"/>
                <a:gd name="T5" fmla="*/ 41 h 41"/>
                <a:gd name="T6" fmla="*/ 0 w 13"/>
                <a:gd name="T7" fmla="*/ 1 h 41"/>
                <a:gd name="T8" fmla="*/ 5 w 13"/>
                <a:gd name="T9" fmla="*/ 0 h 41"/>
              </a:gdLst>
              <a:ahLst/>
              <a:cxnLst>
                <a:cxn ang="0">
                  <a:pos x="T0" y="T1"/>
                </a:cxn>
                <a:cxn ang="0">
                  <a:pos x="T2" y="T3"/>
                </a:cxn>
                <a:cxn ang="0">
                  <a:pos x="T4" y="T5"/>
                </a:cxn>
                <a:cxn ang="0">
                  <a:pos x="T6" y="T7"/>
                </a:cxn>
                <a:cxn ang="0">
                  <a:pos x="T8" y="T9"/>
                </a:cxn>
              </a:cxnLst>
              <a:rect l="0" t="0" r="r" b="b"/>
              <a:pathLst>
                <a:path w="13" h="41">
                  <a:moveTo>
                    <a:pt x="5" y="0"/>
                  </a:moveTo>
                  <a:lnTo>
                    <a:pt x="13" y="40"/>
                  </a:lnTo>
                  <a:lnTo>
                    <a:pt x="8" y="41"/>
                  </a:lnTo>
                  <a:lnTo>
                    <a:pt x="0" y="1"/>
                  </a:lnTo>
                  <a:lnTo>
                    <a:pt x="5" y="0"/>
                  </a:lnTo>
                  <a:close/>
                </a:path>
              </a:pathLst>
            </a:custGeom>
            <a:solidFill>
              <a:srgbClr val="F3F3F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7" name="Oval 28"/>
            <p:cNvSpPr>
              <a:spLocks noChangeArrowheads="1"/>
            </p:cNvSpPr>
            <p:nvPr/>
          </p:nvSpPr>
          <p:spPr bwMode="auto">
            <a:xfrm>
              <a:off x="5206492" y="4696145"/>
              <a:ext cx="416539" cy="416539"/>
            </a:xfrm>
            <a:prstGeom prst="ellipse">
              <a:avLst/>
            </a:prstGeom>
            <a:solidFill>
              <a:srgbClr val="FFC000"/>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8" name="Freeform 29"/>
            <p:cNvSpPr>
              <a:spLocks/>
            </p:cNvSpPr>
            <p:nvPr/>
          </p:nvSpPr>
          <p:spPr bwMode="auto">
            <a:xfrm>
              <a:off x="5206492" y="4883588"/>
              <a:ext cx="416539" cy="229097"/>
            </a:xfrm>
            <a:custGeom>
              <a:avLst/>
              <a:gdLst>
                <a:gd name="T0" fmla="*/ 192 w 383"/>
                <a:gd name="T1" fmla="*/ 210 h 210"/>
                <a:gd name="T2" fmla="*/ 383 w 383"/>
                <a:gd name="T3" fmla="*/ 18 h 210"/>
                <a:gd name="T4" fmla="*/ 382 w 383"/>
                <a:gd name="T5" fmla="*/ 0 h 210"/>
                <a:gd name="T6" fmla="*/ 192 w 383"/>
                <a:gd name="T7" fmla="*/ 173 h 210"/>
                <a:gd name="T8" fmla="*/ 1 w 383"/>
                <a:gd name="T9" fmla="*/ 0 h 210"/>
                <a:gd name="T10" fmla="*/ 0 w 383"/>
                <a:gd name="T11" fmla="*/ 18 h 210"/>
                <a:gd name="T12" fmla="*/ 192 w 383"/>
                <a:gd name="T13" fmla="*/ 210 h 210"/>
              </a:gdLst>
              <a:ahLst/>
              <a:cxnLst>
                <a:cxn ang="0">
                  <a:pos x="T0" y="T1"/>
                </a:cxn>
                <a:cxn ang="0">
                  <a:pos x="T2" y="T3"/>
                </a:cxn>
                <a:cxn ang="0">
                  <a:pos x="T4" y="T5"/>
                </a:cxn>
                <a:cxn ang="0">
                  <a:pos x="T6" y="T7"/>
                </a:cxn>
                <a:cxn ang="0">
                  <a:pos x="T8" y="T9"/>
                </a:cxn>
                <a:cxn ang="0">
                  <a:pos x="T10" y="T11"/>
                </a:cxn>
                <a:cxn ang="0">
                  <a:pos x="T12" y="T13"/>
                </a:cxn>
              </a:cxnLst>
              <a:rect l="0" t="0" r="r" b="b"/>
              <a:pathLst>
                <a:path w="383" h="210">
                  <a:moveTo>
                    <a:pt x="192" y="210"/>
                  </a:moveTo>
                  <a:cubicBezTo>
                    <a:pt x="298" y="210"/>
                    <a:pt x="383" y="124"/>
                    <a:pt x="383" y="18"/>
                  </a:cubicBezTo>
                  <a:cubicBezTo>
                    <a:pt x="383" y="12"/>
                    <a:pt x="383" y="6"/>
                    <a:pt x="382" y="0"/>
                  </a:cubicBezTo>
                  <a:cubicBezTo>
                    <a:pt x="373" y="97"/>
                    <a:pt x="291" y="173"/>
                    <a:pt x="192" y="173"/>
                  </a:cubicBezTo>
                  <a:cubicBezTo>
                    <a:pt x="92" y="173"/>
                    <a:pt x="10" y="97"/>
                    <a:pt x="1" y="0"/>
                  </a:cubicBezTo>
                  <a:cubicBezTo>
                    <a:pt x="0" y="6"/>
                    <a:pt x="0" y="12"/>
                    <a:pt x="0" y="18"/>
                  </a:cubicBezTo>
                  <a:cubicBezTo>
                    <a:pt x="0" y="124"/>
                    <a:pt x="86" y="210"/>
                    <a:pt x="192" y="210"/>
                  </a:cubicBezTo>
                </a:path>
              </a:pathLst>
            </a:custGeom>
            <a:solidFill>
              <a:srgbClr val="ED7D31"/>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59" name="Freeform 30"/>
            <p:cNvSpPr>
              <a:spLocks/>
            </p:cNvSpPr>
            <p:nvPr/>
          </p:nvSpPr>
          <p:spPr bwMode="auto">
            <a:xfrm>
              <a:off x="5299056" y="4649863"/>
              <a:ext cx="113392" cy="131905"/>
            </a:xfrm>
            <a:custGeom>
              <a:avLst/>
              <a:gdLst>
                <a:gd name="T0" fmla="*/ 49 w 49"/>
                <a:gd name="T1" fmla="*/ 0 h 57"/>
                <a:gd name="T2" fmla="*/ 15 w 49"/>
                <a:gd name="T3" fmla="*/ 0 h 57"/>
                <a:gd name="T4" fmla="*/ 0 w 49"/>
                <a:gd name="T5" fmla="*/ 44 h 57"/>
                <a:gd name="T6" fmla="*/ 6 w 49"/>
                <a:gd name="T7" fmla="*/ 57 h 57"/>
                <a:gd name="T8" fmla="*/ 14 w 49"/>
                <a:gd name="T9" fmla="*/ 57 h 57"/>
                <a:gd name="T10" fmla="*/ 49 w 49"/>
                <a:gd name="T11" fmla="*/ 19 h 57"/>
                <a:gd name="T12" fmla="*/ 49 w 49"/>
                <a:gd name="T13" fmla="*/ 0 h 57"/>
              </a:gdLst>
              <a:ahLst/>
              <a:cxnLst>
                <a:cxn ang="0">
                  <a:pos x="T0" y="T1"/>
                </a:cxn>
                <a:cxn ang="0">
                  <a:pos x="T2" y="T3"/>
                </a:cxn>
                <a:cxn ang="0">
                  <a:pos x="T4" y="T5"/>
                </a:cxn>
                <a:cxn ang="0">
                  <a:pos x="T6" y="T7"/>
                </a:cxn>
                <a:cxn ang="0">
                  <a:pos x="T8" y="T9"/>
                </a:cxn>
                <a:cxn ang="0">
                  <a:pos x="T10" y="T11"/>
                </a:cxn>
                <a:cxn ang="0">
                  <a:pos x="T12" y="T13"/>
                </a:cxn>
              </a:cxnLst>
              <a:rect l="0" t="0" r="r" b="b"/>
              <a:pathLst>
                <a:path w="49" h="57">
                  <a:moveTo>
                    <a:pt x="49" y="0"/>
                  </a:moveTo>
                  <a:lnTo>
                    <a:pt x="15" y="0"/>
                  </a:lnTo>
                  <a:lnTo>
                    <a:pt x="0" y="44"/>
                  </a:lnTo>
                  <a:lnTo>
                    <a:pt x="6" y="57"/>
                  </a:lnTo>
                  <a:lnTo>
                    <a:pt x="14" y="57"/>
                  </a:lnTo>
                  <a:lnTo>
                    <a:pt x="49" y="19"/>
                  </a:lnTo>
                  <a:lnTo>
                    <a:pt x="49" y="0"/>
                  </a:lnTo>
                  <a:close/>
                </a:path>
              </a:pathLst>
            </a:custGeom>
            <a:solidFill>
              <a:srgbClr val="00205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0" name="Group 59"/>
            <p:cNvGrpSpPr>
              <a:grpSpLocks noChangeAspect="1"/>
            </p:cNvGrpSpPr>
            <p:nvPr/>
          </p:nvGrpSpPr>
          <p:grpSpPr>
            <a:xfrm>
              <a:off x="4696944" y="2059194"/>
              <a:ext cx="415996" cy="234364"/>
              <a:chOff x="3370263" y="896938"/>
              <a:chExt cx="450850" cy="254000"/>
            </a:xfrm>
            <a:solidFill>
              <a:srgbClr val="0072C6"/>
            </a:solidFill>
          </p:grpSpPr>
          <p:sp>
            <p:nvSpPr>
              <p:cNvPr id="88" name="Freeform 107"/>
              <p:cNvSpPr>
                <a:spLocks noEditPoints="1"/>
              </p:cNvSpPr>
              <p:nvPr/>
            </p:nvSpPr>
            <p:spPr bwMode="auto">
              <a:xfrm>
                <a:off x="3370263" y="896938"/>
                <a:ext cx="450850" cy="254000"/>
              </a:xfrm>
              <a:custGeom>
                <a:avLst/>
                <a:gdLst>
                  <a:gd name="T0" fmla="*/ 268 w 284"/>
                  <a:gd name="T1" fmla="*/ 0 h 160"/>
                  <a:gd name="T2" fmla="*/ 16 w 284"/>
                  <a:gd name="T3" fmla="*/ 0 h 160"/>
                  <a:gd name="T4" fmla="*/ 16 w 284"/>
                  <a:gd name="T5" fmla="*/ 0 h 160"/>
                  <a:gd name="T6" fmla="*/ 10 w 284"/>
                  <a:gd name="T7" fmla="*/ 2 h 160"/>
                  <a:gd name="T8" fmla="*/ 6 w 284"/>
                  <a:gd name="T9" fmla="*/ 6 h 160"/>
                  <a:gd name="T10" fmla="*/ 2 w 284"/>
                  <a:gd name="T11" fmla="*/ 10 h 160"/>
                  <a:gd name="T12" fmla="*/ 0 w 284"/>
                  <a:gd name="T13" fmla="*/ 16 h 160"/>
                  <a:gd name="T14" fmla="*/ 0 w 284"/>
                  <a:gd name="T15" fmla="*/ 144 h 160"/>
                  <a:gd name="T16" fmla="*/ 0 w 284"/>
                  <a:gd name="T17" fmla="*/ 144 h 160"/>
                  <a:gd name="T18" fmla="*/ 2 w 284"/>
                  <a:gd name="T19" fmla="*/ 150 h 160"/>
                  <a:gd name="T20" fmla="*/ 6 w 284"/>
                  <a:gd name="T21" fmla="*/ 156 h 160"/>
                  <a:gd name="T22" fmla="*/ 10 w 284"/>
                  <a:gd name="T23" fmla="*/ 160 h 160"/>
                  <a:gd name="T24" fmla="*/ 16 w 284"/>
                  <a:gd name="T25" fmla="*/ 160 h 160"/>
                  <a:gd name="T26" fmla="*/ 268 w 284"/>
                  <a:gd name="T27" fmla="*/ 160 h 160"/>
                  <a:gd name="T28" fmla="*/ 268 w 284"/>
                  <a:gd name="T29" fmla="*/ 160 h 160"/>
                  <a:gd name="T30" fmla="*/ 274 w 284"/>
                  <a:gd name="T31" fmla="*/ 160 h 160"/>
                  <a:gd name="T32" fmla="*/ 280 w 284"/>
                  <a:gd name="T33" fmla="*/ 156 h 160"/>
                  <a:gd name="T34" fmla="*/ 282 w 284"/>
                  <a:gd name="T35" fmla="*/ 150 h 160"/>
                  <a:gd name="T36" fmla="*/ 284 w 284"/>
                  <a:gd name="T37" fmla="*/ 144 h 160"/>
                  <a:gd name="T38" fmla="*/ 284 w 284"/>
                  <a:gd name="T39" fmla="*/ 16 h 160"/>
                  <a:gd name="T40" fmla="*/ 284 w 284"/>
                  <a:gd name="T41" fmla="*/ 16 h 160"/>
                  <a:gd name="T42" fmla="*/ 282 w 284"/>
                  <a:gd name="T43" fmla="*/ 10 h 160"/>
                  <a:gd name="T44" fmla="*/ 280 w 284"/>
                  <a:gd name="T45" fmla="*/ 6 h 160"/>
                  <a:gd name="T46" fmla="*/ 274 w 284"/>
                  <a:gd name="T47" fmla="*/ 2 h 160"/>
                  <a:gd name="T48" fmla="*/ 268 w 284"/>
                  <a:gd name="T49" fmla="*/ 0 h 160"/>
                  <a:gd name="T50" fmla="*/ 268 w 284"/>
                  <a:gd name="T51" fmla="*/ 0 h 160"/>
                  <a:gd name="T52" fmla="*/ 256 w 284"/>
                  <a:gd name="T53" fmla="*/ 136 h 160"/>
                  <a:gd name="T54" fmla="*/ 28 w 284"/>
                  <a:gd name="T55" fmla="*/ 136 h 160"/>
                  <a:gd name="T56" fmla="*/ 28 w 284"/>
                  <a:gd name="T57" fmla="*/ 26 h 160"/>
                  <a:gd name="T58" fmla="*/ 256 w 284"/>
                  <a:gd name="T59" fmla="*/ 26 h 160"/>
                  <a:gd name="T60" fmla="*/ 256 w 284"/>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4" h="160">
                    <a:moveTo>
                      <a:pt x="268" y="0"/>
                    </a:moveTo>
                    <a:lnTo>
                      <a:pt x="16" y="0"/>
                    </a:lnTo>
                    <a:lnTo>
                      <a:pt x="16" y="0"/>
                    </a:lnTo>
                    <a:lnTo>
                      <a:pt x="10" y="2"/>
                    </a:lnTo>
                    <a:lnTo>
                      <a:pt x="6" y="6"/>
                    </a:lnTo>
                    <a:lnTo>
                      <a:pt x="2" y="10"/>
                    </a:lnTo>
                    <a:lnTo>
                      <a:pt x="0" y="16"/>
                    </a:lnTo>
                    <a:lnTo>
                      <a:pt x="0" y="144"/>
                    </a:lnTo>
                    <a:lnTo>
                      <a:pt x="0" y="144"/>
                    </a:lnTo>
                    <a:lnTo>
                      <a:pt x="2" y="150"/>
                    </a:lnTo>
                    <a:lnTo>
                      <a:pt x="6" y="156"/>
                    </a:lnTo>
                    <a:lnTo>
                      <a:pt x="10" y="160"/>
                    </a:lnTo>
                    <a:lnTo>
                      <a:pt x="16" y="160"/>
                    </a:lnTo>
                    <a:lnTo>
                      <a:pt x="268" y="160"/>
                    </a:lnTo>
                    <a:lnTo>
                      <a:pt x="268" y="160"/>
                    </a:lnTo>
                    <a:lnTo>
                      <a:pt x="274" y="160"/>
                    </a:lnTo>
                    <a:lnTo>
                      <a:pt x="280" y="156"/>
                    </a:lnTo>
                    <a:lnTo>
                      <a:pt x="282" y="150"/>
                    </a:lnTo>
                    <a:lnTo>
                      <a:pt x="284" y="144"/>
                    </a:lnTo>
                    <a:lnTo>
                      <a:pt x="284" y="16"/>
                    </a:lnTo>
                    <a:lnTo>
                      <a:pt x="284" y="16"/>
                    </a:lnTo>
                    <a:lnTo>
                      <a:pt x="282" y="10"/>
                    </a:lnTo>
                    <a:lnTo>
                      <a:pt x="280" y="6"/>
                    </a:lnTo>
                    <a:lnTo>
                      <a:pt x="274" y="2"/>
                    </a:lnTo>
                    <a:lnTo>
                      <a:pt x="268" y="0"/>
                    </a:lnTo>
                    <a:lnTo>
                      <a:pt x="268" y="0"/>
                    </a:lnTo>
                    <a:close/>
                    <a:moveTo>
                      <a:pt x="256" y="136"/>
                    </a:moveTo>
                    <a:lnTo>
                      <a:pt x="28" y="136"/>
                    </a:lnTo>
                    <a:lnTo>
                      <a:pt x="28" y="26"/>
                    </a:lnTo>
                    <a:lnTo>
                      <a:pt x="256" y="26"/>
                    </a:lnTo>
                    <a:lnTo>
                      <a:pt x="256"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9" name="Freeform 108"/>
              <p:cNvSpPr>
                <a:spLocks/>
              </p:cNvSpPr>
              <p:nvPr/>
            </p:nvSpPr>
            <p:spPr bwMode="auto">
              <a:xfrm>
                <a:off x="3570288"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1" name="Group 60"/>
            <p:cNvGrpSpPr>
              <a:grpSpLocks noChangeAspect="1"/>
            </p:cNvGrpSpPr>
            <p:nvPr/>
          </p:nvGrpSpPr>
          <p:grpSpPr>
            <a:xfrm>
              <a:off x="4173933" y="2731263"/>
              <a:ext cx="337455" cy="204957"/>
              <a:chOff x="4722813" y="836613"/>
              <a:chExt cx="517525" cy="314325"/>
            </a:xfrm>
            <a:solidFill>
              <a:srgbClr val="0072C6"/>
            </a:solidFill>
          </p:grpSpPr>
          <p:sp>
            <p:nvSpPr>
              <p:cNvPr id="85" name="Freeform 104"/>
              <p:cNvSpPr>
                <a:spLocks/>
              </p:cNvSpPr>
              <p:nvPr/>
            </p:nvSpPr>
            <p:spPr bwMode="auto">
              <a:xfrm>
                <a:off x="4792663" y="836613"/>
                <a:ext cx="447675" cy="254000"/>
              </a:xfrm>
              <a:custGeom>
                <a:avLst/>
                <a:gdLst>
                  <a:gd name="T0" fmla="*/ 266 w 282"/>
                  <a:gd name="T1" fmla="*/ 0 h 160"/>
                  <a:gd name="T2" fmla="*/ 14 w 282"/>
                  <a:gd name="T3" fmla="*/ 0 h 160"/>
                  <a:gd name="T4" fmla="*/ 14 w 282"/>
                  <a:gd name="T5" fmla="*/ 0 h 160"/>
                  <a:gd name="T6" fmla="*/ 8 w 282"/>
                  <a:gd name="T7" fmla="*/ 0 h 160"/>
                  <a:gd name="T8" fmla="*/ 4 w 282"/>
                  <a:gd name="T9" fmla="*/ 4 h 160"/>
                  <a:gd name="T10" fmla="*/ 0 w 282"/>
                  <a:gd name="T11" fmla="*/ 8 h 160"/>
                  <a:gd name="T12" fmla="*/ 0 w 282"/>
                  <a:gd name="T13" fmla="*/ 16 h 160"/>
                  <a:gd name="T14" fmla="*/ 0 w 282"/>
                  <a:gd name="T15" fmla="*/ 20 h 160"/>
                  <a:gd name="T16" fmla="*/ 242 w 282"/>
                  <a:gd name="T17" fmla="*/ 20 h 160"/>
                  <a:gd name="T18" fmla="*/ 242 w 282"/>
                  <a:gd name="T19" fmla="*/ 20 h 160"/>
                  <a:gd name="T20" fmla="*/ 248 w 282"/>
                  <a:gd name="T21" fmla="*/ 22 h 160"/>
                  <a:gd name="T22" fmla="*/ 254 w 282"/>
                  <a:gd name="T23" fmla="*/ 24 h 160"/>
                  <a:gd name="T24" fmla="*/ 258 w 282"/>
                  <a:gd name="T25" fmla="*/ 30 h 160"/>
                  <a:gd name="T26" fmla="*/ 258 w 282"/>
                  <a:gd name="T27" fmla="*/ 36 h 160"/>
                  <a:gd name="T28" fmla="*/ 258 w 282"/>
                  <a:gd name="T29" fmla="*/ 160 h 160"/>
                  <a:gd name="T30" fmla="*/ 266 w 282"/>
                  <a:gd name="T31" fmla="*/ 160 h 160"/>
                  <a:gd name="T32" fmla="*/ 266 w 282"/>
                  <a:gd name="T33" fmla="*/ 160 h 160"/>
                  <a:gd name="T34" fmla="*/ 272 w 282"/>
                  <a:gd name="T35" fmla="*/ 158 h 160"/>
                  <a:gd name="T36" fmla="*/ 278 w 282"/>
                  <a:gd name="T37" fmla="*/ 154 h 160"/>
                  <a:gd name="T38" fmla="*/ 282 w 282"/>
                  <a:gd name="T39" fmla="*/ 150 h 160"/>
                  <a:gd name="T40" fmla="*/ 282 w 282"/>
                  <a:gd name="T41" fmla="*/ 144 h 160"/>
                  <a:gd name="T42" fmla="*/ 282 w 282"/>
                  <a:gd name="T43" fmla="*/ 16 h 160"/>
                  <a:gd name="T44" fmla="*/ 282 w 282"/>
                  <a:gd name="T45" fmla="*/ 16 h 160"/>
                  <a:gd name="T46" fmla="*/ 282 w 282"/>
                  <a:gd name="T47" fmla="*/ 8 h 160"/>
                  <a:gd name="T48" fmla="*/ 278 w 282"/>
                  <a:gd name="T49" fmla="*/ 4 h 160"/>
                  <a:gd name="T50" fmla="*/ 272 w 282"/>
                  <a:gd name="T51" fmla="*/ 0 h 160"/>
                  <a:gd name="T52" fmla="*/ 266 w 282"/>
                  <a:gd name="T53" fmla="*/ 0 h 160"/>
                  <a:gd name="T54" fmla="*/ 266 w 282"/>
                  <a:gd name="T55" fmla="*/ 0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82" h="160">
                    <a:moveTo>
                      <a:pt x="266" y="0"/>
                    </a:moveTo>
                    <a:lnTo>
                      <a:pt x="14" y="0"/>
                    </a:lnTo>
                    <a:lnTo>
                      <a:pt x="14" y="0"/>
                    </a:lnTo>
                    <a:lnTo>
                      <a:pt x="8" y="0"/>
                    </a:lnTo>
                    <a:lnTo>
                      <a:pt x="4" y="4"/>
                    </a:lnTo>
                    <a:lnTo>
                      <a:pt x="0" y="8"/>
                    </a:lnTo>
                    <a:lnTo>
                      <a:pt x="0" y="16"/>
                    </a:lnTo>
                    <a:lnTo>
                      <a:pt x="0" y="20"/>
                    </a:lnTo>
                    <a:lnTo>
                      <a:pt x="242" y="20"/>
                    </a:lnTo>
                    <a:lnTo>
                      <a:pt x="242" y="20"/>
                    </a:lnTo>
                    <a:lnTo>
                      <a:pt x="248" y="22"/>
                    </a:lnTo>
                    <a:lnTo>
                      <a:pt x="254" y="24"/>
                    </a:lnTo>
                    <a:lnTo>
                      <a:pt x="258" y="30"/>
                    </a:lnTo>
                    <a:lnTo>
                      <a:pt x="258" y="36"/>
                    </a:lnTo>
                    <a:lnTo>
                      <a:pt x="258" y="160"/>
                    </a:lnTo>
                    <a:lnTo>
                      <a:pt x="266" y="160"/>
                    </a:lnTo>
                    <a:lnTo>
                      <a:pt x="266" y="160"/>
                    </a:lnTo>
                    <a:lnTo>
                      <a:pt x="272" y="158"/>
                    </a:lnTo>
                    <a:lnTo>
                      <a:pt x="278" y="154"/>
                    </a:lnTo>
                    <a:lnTo>
                      <a:pt x="282" y="150"/>
                    </a:lnTo>
                    <a:lnTo>
                      <a:pt x="282" y="144"/>
                    </a:lnTo>
                    <a:lnTo>
                      <a:pt x="282" y="16"/>
                    </a:lnTo>
                    <a:lnTo>
                      <a:pt x="282" y="16"/>
                    </a:lnTo>
                    <a:lnTo>
                      <a:pt x="282" y="8"/>
                    </a:lnTo>
                    <a:lnTo>
                      <a:pt x="278" y="4"/>
                    </a:lnTo>
                    <a:lnTo>
                      <a:pt x="272" y="0"/>
                    </a:lnTo>
                    <a:lnTo>
                      <a:pt x="266" y="0"/>
                    </a:lnTo>
                    <a:lnTo>
                      <a:pt x="266"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6" name="Freeform 105"/>
              <p:cNvSpPr>
                <a:spLocks noEditPoints="1"/>
              </p:cNvSpPr>
              <p:nvPr/>
            </p:nvSpPr>
            <p:spPr bwMode="auto">
              <a:xfrm>
                <a:off x="4722813" y="896938"/>
                <a:ext cx="447675" cy="254000"/>
              </a:xfrm>
              <a:custGeom>
                <a:avLst/>
                <a:gdLst>
                  <a:gd name="T0" fmla="*/ 266 w 282"/>
                  <a:gd name="T1" fmla="*/ 0 h 160"/>
                  <a:gd name="T2" fmla="*/ 14 w 282"/>
                  <a:gd name="T3" fmla="*/ 0 h 160"/>
                  <a:gd name="T4" fmla="*/ 14 w 282"/>
                  <a:gd name="T5" fmla="*/ 0 h 160"/>
                  <a:gd name="T6" fmla="*/ 8 w 282"/>
                  <a:gd name="T7" fmla="*/ 2 h 160"/>
                  <a:gd name="T8" fmla="*/ 4 w 282"/>
                  <a:gd name="T9" fmla="*/ 6 h 160"/>
                  <a:gd name="T10" fmla="*/ 0 w 282"/>
                  <a:gd name="T11" fmla="*/ 10 h 160"/>
                  <a:gd name="T12" fmla="*/ 0 w 282"/>
                  <a:gd name="T13" fmla="*/ 16 h 160"/>
                  <a:gd name="T14" fmla="*/ 0 w 282"/>
                  <a:gd name="T15" fmla="*/ 144 h 160"/>
                  <a:gd name="T16" fmla="*/ 0 w 282"/>
                  <a:gd name="T17" fmla="*/ 144 h 160"/>
                  <a:gd name="T18" fmla="*/ 0 w 282"/>
                  <a:gd name="T19" fmla="*/ 150 h 160"/>
                  <a:gd name="T20" fmla="*/ 4 w 282"/>
                  <a:gd name="T21" fmla="*/ 156 h 160"/>
                  <a:gd name="T22" fmla="*/ 8 w 282"/>
                  <a:gd name="T23" fmla="*/ 160 h 160"/>
                  <a:gd name="T24" fmla="*/ 14 w 282"/>
                  <a:gd name="T25" fmla="*/ 160 h 160"/>
                  <a:gd name="T26" fmla="*/ 266 w 282"/>
                  <a:gd name="T27" fmla="*/ 160 h 160"/>
                  <a:gd name="T28" fmla="*/ 266 w 282"/>
                  <a:gd name="T29" fmla="*/ 160 h 160"/>
                  <a:gd name="T30" fmla="*/ 272 w 282"/>
                  <a:gd name="T31" fmla="*/ 160 h 160"/>
                  <a:gd name="T32" fmla="*/ 278 w 282"/>
                  <a:gd name="T33" fmla="*/ 156 h 160"/>
                  <a:gd name="T34" fmla="*/ 282 w 282"/>
                  <a:gd name="T35" fmla="*/ 150 h 160"/>
                  <a:gd name="T36" fmla="*/ 282 w 282"/>
                  <a:gd name="T37" fmla="*/ 144 h 160"/>
                  <a:gd name="T38" fmla="*/ 282 w 282"/>
                  <a:gd name="T39" fmla="*/ 16 h 160"/>
                  <a:gd name="T40" fmla="*/ 282 w 282"/>
                  <a:gd name="T41" fmla="*/ 16 h 160"/>
                  <a:gd name="T42" fmla="*/ 282 w 282"/>
                  <a:gd name="T43" fmla="*/ 10 h 160"/>
                  <a:gd name="T44" fmla="*/ 278 w 282"/>
                  <a:gd name="T45" fmla="*/ 6 h 160"/>
                  <a:gd name="T46" fmla="*/ 272 w 282"/>
                  <a:gd name="T47" fmla="*/ 2 h 160"/>
                  <a:gd name="T48" fmla="*/ 266 w 282"/>
                  <a:gd name="T49" fmla="*/ 0 h 160"/>
                  <a:gd name="T50" fmla="*/ 266 w 282"/>
                  <a:gd name="T51" fmla="*/ 0 h 160"/>
                  <a:gd name="T52" fmla="*/ 254 w 282"/>
                  <a:gd name="T53" fmla="*/ 136 h 160"/>
                  <a:gd name="T54" fmla="*/ 28 w 282"/>
                  <a:gd name="T55" fmla="*/ 136 h 160"/>
                  <a:gd name="T56" fmla="*/ 28 w 282"/>
                  <a:gd name="T57" fmla="*/ 26 h 160"/>
                  <a:gd name="T58" fmla="*/ 254 w 282"/>
                  <a:gd name="T59" fmla="*/ 26 h 160"/>
                  <a:gd name="T60" fmla="*/ 254 w 282"/>
                  <a:gd name="T61" fmla="*/ 136 h 1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82" h="160">
                    <a:moveTo>
                      <a:pt x="266" y="0"/>
                    </a:moveTo>
                    <a:lnTo>
                      <a:pt x="14" y="0"/>
                    </a:lnTo>
                    <a:lnTo>
                      <a:pt x="14" y="0"/>
                    </a:lnTo>
                    <a:lnTo>
                      <a:pt x="8" y="2"/>
                    </a:lnTo>
                    <a:lnTo>
                      <a:pt x="4" y="6"/>
                    </a:lnTo>
                    <a:lnTo>
                      <a:pt x="0" y="10"/>
                    </a:lnTo>
                    <a:lnTo>
                      <a:pt x="0" y="16"/>
                    </a:lnTo>
                    <a:lnTo>
                      <a:pt x="0" y="144"/>
                    </a:lnTo>
                    <a:lnTo>
                      <a:pt x="0" y="144"/>
                    </a:lnTo>
                    <a:lnTo>
                      <a:pt x="0" y="150"/>
                    </a:lnTo>
                    <a:lnTo>
                      <a:pt x="4" y="156"/>
                    </a:lnTo>
                    <a:lnTo>
                      <a:pt x="8" y="160"/>
                    </a:lnTo>
                    <a:lnTo>
                      <a:pt x="14" y="160"/>
                    </a:lnTo>
                    <a:lnTo>
                      <a:pt x="266" y="160"/>
                    </a:lnTo>
                    <a:lnTo>
                      <a:pt x="266" y="160"/>
                    </a:lnTo>
                    <a:lnTo>
                      <a:pt x="272" y="160"/>
                    </a:lnTo>
                    <a:lnTo>
                      <a:pt x="278" y="156"/>
                    </a:lnTo>
                    <a:lnTo>
                      <a:pt x="282" y="150"/>
                    </a:lnTo>
                    <a:lnTo>
                      <a:pt x="282" y="144"/>
                    </a:lnTo>
                    <a:lnTo>
                      <a:pt x="282" y="16"/>
                    </a:lnTo>
                    <a:lnTo>
                      <a:pt x="282" y="16"/>
                    </a:lnTo>
                    <a:lnTo>
                      <a:pt x="282" y="10"/>
                    </a:lnTo>
                    <a:lnTo>
                      <a:pt x="278" y="6"/>
                    </a:lnTo>
                    <a:lnTo>
                      <a:pt x="272" y="2"/>
                    </a:lnTo>
                    <a:lnTo>
                      <a:pt x="266" y="0"/>
                    </a:lnTo>
                    <a:lnTo>
                      <a:pt x="266" y="0"/>
                    </a:lnTo>
                    <a:close/>
                    <a:moveTo>
                      <a:pt x="254" y="136"/>
                    </a:moveTo>
                    <a:lnTo>
                      <a:pt x="28" y="136"/>
                    </a:lnTo>
                    <a:lnTo>
                      <a:pt x="28" y="26"/>
                    </a:lnTo>
                    <a:lnTo>
                      <a:pt x="254" y="26"/>
                    </a:lnTo>
                    <a:lnTo>
                      <a:pt x="254" y="136"/>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7" name="Freeform 106"/>
              <p:cNvSpPr>
                <a:spLocks/>
              </p:cNvSpPr>
              <p:nvPr/>
            </p:nvSpPr>
            <p:spPr bwMode="auto">
              <a:xfrm>
                <a:off x="4919663" y="966788"/>
                <a:ext cx="76200" cy="117475"/>
              </a:xfrm>
              <a:custGeom>
                <a:avLst/>
                <a:gdLst>
                  <a:gd name="T0" fmla="*/ 0 w 48"/>
                  <a:gd name="T1" fmla="*/ 0 h 74"/>
                  <a:gd name="T2" fmla="*/ 0 w 48"/>
                  <a:gd name="T3" fmla="*/ 74 h 74"/>
                  <a:gd name="T4" fmla="*/ 48 w 48"/>
                  <a:gd name="T5" fmla="*/ 36 h 74"/>
                  <a:gd name="T6" fmla="*/ 0 w 48"/>
                  <a:gd name="T7" fmla="*/ 0 h 74"/>
                </a:gdLst>
                <a:ahLst/>
                <a:cxnLst>
                  <a:cxn ang="0">
                    <a:pos x="T0" y="T1"/>
                  </a:cxn>
                  <a:cxn ang="0">
                    <a:pos x="T2" y="T3"/>
                  </a:cxn>
                  <a:cxn ang="0">
                    <a:pos x="T4" y="T5"/>
                  </a:cxn>
                  <a:cxn ang="0">
                    <a:pos x="T6" y="T7"/>
                  </a:cxn>
                </a:cxnLst>
                <a:rect l="0" t="0" r="r" b="b"/>
                <a:pathLst>
                  <a:path w="48" h="74">
                    <a:moveTo>
                      <a:pt x="0" y="0"/>
                    </a:moveTo>
                    <a:lnTo>
                      <a:pt x="0" y="74"/>
                    </a:lnTo>
                    <a:lnTo>
                      <a:pt x="48" y="36"/>
                    </a:lnTo>
                    <a:lnTo>
                      <a:pt x="0" y="0"/>
                    </a:lnTo>
                    <a:close/>
                  </a:path>
                </a:pathLst>
              </a:custGeom>
              <a:grp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sp>
          <p:nvSpPr>
            <p:cNvPr id="62" name="Freeform 59"/>
            <p:cNvSpPr>
              <a:spLocks noChangeAspect="1" noEditPoints="1"/>
            </p:cNvSpPr>
            <p:nvPr/>
          </p:nvSpPr>
          <p:spPr bwMode="auto">
            <a:xfrm>
              <a:off x="6351773" y="2659837"/>
              <a:ext cx="279320" cy="337291"/>
            </a:xfrm>
            <a:custGeom>
              <a:avLst/>
              <a:gdLst>
                <a:gd name="T0" fmla="*/ 0 w 212"/>
                <a:gd name="T1" fmla="*/ 188 h 256"/>
                <a:gd name="T2" fmla="*/ 106 w 212"/>
                <a:gd name="T3" fmla="*/ 56 h 256"/>
                <a:gd name="T4" fmla="*/ 128 w 212"/>
                <a:gd name="T5" fmla="*/ 90 h 256"/>
                <a:gd name="T6" fmla="*/ 134 w 212"/>
                <a:gd name="T7" fmla="*/ 110 h 256"/>
                <a:gd name="T8" fmla="*/ 134 w 212"/>
                <a:gd name="T9" fmla="*/ 152 h 256"/>
                <a:gd name="T10" fmla="*/ 128 w 212"/>
                <a:gd name="T11" fmla="*/ 170 h 256"/>
                <a:gd name="T12" fmla="*/ 106 w 212"/>
                <a:gd name="T13" fmla="*/ 206 h 256"/>
                <a:gd name="T14" fmla="*/ 104 w 212"/>
                <a:gd name="T15" fmla="*/ 208 h 256"/>
                <a:gd name="T16" fmla="*/ 90 w 212"/>
                <a:gd name="T17" fmla="*/ 200 h 256"/>
                <a:gd name="T18" fmla="*/ 106 w 212"/>
                <a:gd name="T19" fmla="*/ 182 h 256"/>
                <a:gd name="T20" fmla="*/ 120 w 212"/>
                <a:gd name="T21" fmla="*/ 148 h 256"/>
                <a:gd name="T22" fmla="*/ 122 w 212"/>
                <a:gd name="T23" fmla="*/ 130 h 256"/>
                <a:gd name="T24" fmla="*/ 116 w 212"/>
                <a:gd name="T25" fmla="*/ 96 h 256"/>
                <a:gd name="T26" fmla="*/ 94 w 212"/>
                <a:gd name="T27" fmla="*/ 66 h 256"/>
                <a:gd name="T28" fmla="*/ 90 w 212"/>
                <a:gd name="T29" fmla="*/ 62 h 256"/>
                <a:gd name="T30" fmla="*/ 98 w 212"/>
                <a:gd name="T31" fmla="*/ 48 h 256"/>
                <a:gd name="T32" fmla="*/ 106 w 212"/>
                <a:gd name="T33" fmla="*/ 56 h 256"/>
                <a:gd name="T34" fmla="*/ 122 w 212"/>
                <a:gd name="T35" fmla="*/ 222 h 256"/>
                <a:gd name="T36" fmla="*/ 138 w 212"/>
                <a:gd name="T37" fmla="*/ 202 h 256"/>
                <a:gd name="T38" fmla="*/ 150 w 212"/>
                <a:gd name="T39" fmla="*/ 180 h 256"/>
                <a:gd name="T40" fmla="*/ 154 w 212"/>
                <a:gd name="T41" fmla="*/ 168 h 256"/>
                <a:gd name="T42" fmla="*/ 158 w 212"/>
                <a:gd name="T43" fmla="*/ 144 h 256"/>
                <a:gd name="T44" fmla="*/ 160 w 212"/>
                <a:gd name="T45" fmla="*/ 130 h 256"/>
                <a:gd name="T46" fmla="*/ 156 w 212"/>
                <a:gd name="T47" fmla="*/ 106 h 256"/>
                <a:gd name="T48" fmla="*/ 154 w 212"/>
                <a:gd name="T49" fmla="*/ 94 h 256"/>
                <a:gd name="T50" fmla="*/ 144 w 212"/>
                <a:gd name="T51" fmla="*/ 70 h 256"/>
                <a:gd name="T52" fmla="*/ 130 w 212"/>
                <a:gd name="T53" fmla="*/ 48 h 256"/>
                <a:gd name="T54" fmla="*/ 118 w 212"/>
                <a:gd name="T55" fmla="*/ 36 h 256"/>
                <a:gd name="T56" fmla="*/ 128 w 212"/>
                <a:gd name="T57" fmla="*/ 26 h 256"/>
                <a:gd name="T58" fmla="*/ 130 w 212"/>
                <a:gd name="T59" fmla="*/ 28 h 256"/>
                <a:gd name="T60" fmla="*/ 142 w 212"/>
                <a:gd name="T61" fmla="*/ 40 h 256"/>
                <a:gd name="T62" fmla="*/ 158 w 212"/>
                <a:gd name="T63" fmla="*/ 64 h 256"/>
                <a:gd name="T64" fmla="*/ 168 w 212"/>
                <a:gd name="T65" fmla="*/ 90 h 256"/>
                <a:gd name="T66" fmla="*/ 172 w 212"/>
                <a:gd name="T67" fmla="*/ 116 h 256"/>
                <a:gd name="T68" fmla="*/ 172 w 212"/>
                <a:gd name="T69" fmla="*/ 144 h 256"/>
                <a:gd name="T70" fmla="*/ 168 w 212"/>
                <a:gd name="T71" fmla="*/ 172 h 256"/>
                <a:gd name="T72" fmla="*/ 158 w 212"/>
                <a:gd name="T73" fmla="*/ 198 h 256"/>
                <a:gd name="T74" fmla="*/ 142 w 212"/>
                <a:gd name="T75" fmla="*/ 220 h 256"/>
                <a:gd name="T76" fmla="*/ 160 w 212"/>
                <a:gd name="T77" fmla="*/ 2 h 256"/>
                <a:gd name="T78" fmla="*/ 182 w 212"/>
                <a:gd name="T79" fmla="*/ 30 h 256"/>
                <a:gd name="T80" fmla="*/ 200 w 212"/>
                <a:gd name="T81" fmla="*/ 62 h 256"/>
                <a:gd name="T82" fmla="*/ 210 w 212"/>
                <a:gd name="T83" fmla="*/ 96 h 256"/>
                <a:gd name="T84" fmla="*/ 212 w 212"/>
                <a:gd name="T85" fmla="*/ 130 h 256"/>
                <a:gd name="T86" fmla="*/ 210 w 212"/>
                <a:gd name="T87" fmla="*/ 164 h 256"/>
                <a:gd name="T88" fmla="*/ 200 w 212"/>
                <a:gd name="T89" fmla="*/ 198 h 256"/>
                <a:gd name="T90" fmla="*/ 184 w 212"/>
                <a:gd name="T91" fmla="*/ 228 h 256"/>
                <a:gd name="T92" fmla="*/ 162 w 212"/>
                <a:gd name="T93" fmla="*/ 256 h 256"/>
                <a:gd name="T94" fmla="*/ 162 w 212"/>
                <a:gd name="T95" fmla="*/ 236 h 256"/>
                <a:gd name="T96" fmla="*/ 170 w 212"/>
                <a:gd name="T97" fmla="*/ 224 h 256"/>
                <a:gd name="T98" fmla="*/ 186 w 212"/>
                <a:gd name="T99" fmla="*/ 194 h 256"/>
                <a:gd name="T100" fmla="*/ 196 w 212"/>
                <a:gd name="T101" fmla="*/ 162 h 256"/>
                <a:gd name="T102" fmla="*/ 198 w 212"/>
                <a:gd name="T103" fmla="*/ 146 h 256"/>
                <a:gd name="T104" fmla="*/ 198 w 212"/>
                <a:gd name="T105" fmla="*/ 114 h 256"/>
                <a:gd name="T106" fmla="*/ 196 w 212"/>
                <a:gd name="T107" fmla="*/ 98 h 256"/>
                <a:gd name="T108" fmla="*/ 186 w 212"/>
                <a:gd name="T109" fmla="*/ 68 h 256"/>
                <a:gd name="T110" fmla="*/ 178 w 212"/>
                <a:gd name="T111" fmla="*/ 52 h 256"/>
                <a:gd name="T112" fmla="*/ 160 w 212"/>
                <a:gd name="T113" fmla="*/ 24 h 256"/>
                <a:gd name="T114" fmla="*/ 148 w 212"/>
                <a:gd name="T115" fmla="*/ 10 h 256"/>
                <a:gd name="T116" fmla="*/ 158 w 212"/>
                <a:gd name="T117" fmla="*/ 0 h 256"/>
                <a:gd name="T118" fmla="*/ 158 w 212"/>
                <a:gd name="T119" fmla="*/ 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212" h="256">
                  <a:moveTo>
                    <a:pt x="0" y="74"/>
                  </a:moveTo>
                  <a:lnTo>
                    <a:pt x="74" y="130"/>
                  </a:lnTo>
                  <a:lnTo>
                    <a:pt x="0" y="188"/>
                  </a:lnTo>
                  <a:lnTo>
                    <a:pt x="0" y="74"/>
                  </a:lnTo>
                  <a:close/>
                  <a:moveTo>
                    <a:pt x="106" y="56"/>
                  </a:moveTo>
                  <a:lnTo>
                    <a:pt x="106" y="56"/>
                  </a:lnTo>
                  <a:lnTo>
                    <a:pt x="118" y="72"/>
                  </a:lnTo>
                  <a:lnTo>
                    <a:pt x="118" y="72"/>
                  </a:lnTo>
                  <a:lnTo>
                    <a:pt x="128" y="90"/>
                  </a:lnTo>
                  <a:lnTo>
                    <a:pt x="128" y="90"/>
                  </a:lnTo>
                  <a:lnTo>
                    <a:pt x="134" y="110"/>
                  </a:lnTo>
                  <a:lnTo>
                    <a:pt x="134" y="110"/>
                  </a:lnTo>
                  <a:lnTo>
                    <a:pt x="136" y="130"/>
                  </a:lnTo>
                  <a:lnTo>
                    <a:pt x="136" y="130"/>
                  </a:lnTo>
                  <a:lnTo>
                    <a:pt x="134" y="152"/>
                  </a:lnTo>
                  <a:lnTo>
                    <a:pt x="134" y="152"/>
                  </a:lnTo>
                  <a:lnTo>
                    <a:pt x="128" y="170"/>
                  </a:lnTo>
                  <a:lnTo>
                    <a:pt x="128" y="170"/>
                  </a:lnTo>
                  <a:lnTo>
                    <a:pt x="118" y="190"/>
                  </a:lnTo>
                  <a:lnTo>
                    <a:pt x="118" y="190"/>
                  </a:lnTo>
                  <a:lnTo>
                    <a:pt x="106" y="206"/>
                  </a:lnTo>
                  <a:lnTo>
                    <a:pt x="106" y="206"/>
                  </a:lnTo>
                  <a:lnTo>
                    <a:pt x="104" y="208"/>
                  </a:lnTo>
                  <a:lnTo>
                    <a:pt x="104" y="208"/>
                  </a:lnTo>
                  <a:lnTo>
                    <a:pt x="102" y="208"/>
                  </a:lnTo>
                  <a:lnTo>
                    <a:pt x="90" y="200"/>
                  </a:lnTo>
                  <a:lnTo>
                    <a:pt x="90" y="200"/>
                  </a:lnTo>
                  <a:lnTo>
                    <a:pt x="94" y="196"/>
                  </a:lnTo>
                  <a:lnTo>
                    <a:pt x="94" y="196"/>
                  </a:lnTo>
                  <a:lnTo>
                    <a:pt x="106" y="182"/>
                  </a:lnTo>
                  <a:lnTo>
                    <a:pt x="116" y="166"/>
                  </a:lnTo>
                  <a:lnTo>
                    <a:pt x="116" y="166"/>
                  </a:lnTo>
                  <a:lnTo>
                    <a:pt x="120" y="148"/>
                  </a:lnTo>
                  <a:lnTo>
                    <a:pt x="120" y="148"/>
                  </a:lnTo>
                  <a:lnTo>
                    <a:pt x="122" y="130"/>
                  </a:lnTo>
                  <a:lnTo>
                    <a:pt x="122" y="130"/>
                  </a:lnTo>
                  <a:lnTo>
                    <a:pt x="120" y="114"/>
                  </a:lnTo>
                  <a:lnTo>
                    <a:pt x="116" y="96"/>
                  </a:lnTo>
                  <a:lnTo>
                    <a:pt x="116" y="96"/>
                  </a:lnTo>
                  <a:lnTo>
                    <a:pt x="106" y="80"/>
                  </a:lnTo>
                  <a:lnTo>
                    <a:pt x="106" y="80"/>
                  </a:lnTo>
                  <a:lnTo>
                    <a:pt x="94" y="66"/>
                  </a:lnTo>
                  <a:lnTo>
                    <a:pt x="94" y="66"/>
                  </a:lnTo>
                  <a:lnTo>
                    <a:pt x="90" y="62"/>
                  </a:lnTo>
                  <a:lnTo>
                    <a:pt x="90" y="62"/>
                  </a:lnTo>
                  <a:lnTo>
                    <a:pt x="86" y="58"/>
                  </a:lnTo>
                  <a:lnTo>
                    <a:pt x="98" y="48"/>
                  </a:lnTo>
                  <a:lnTo>
                    <a:pt x="98" y="48"/>
                  </a:lnTo>
                  <a:lnTo>
                    <a:pt x="102" y="52"/>
                  </a:lnTo>
                  <a:lnTo>
                    <a:pt x="102" y="52"/>
                  </a:lnTo>
                  <a:lnTo>
                    <a:pt x="106" y="56"/>
                  </a:lnTo>
                  <a:lnTo>
                    <a:pt x="106" y="56"/>
                  </a:lnTo>
                  <a:close/>
                  <a:moveTo>
                    <a:pt x="120" y="222"/>
                  </a:moveTo>
                  <a:lnTo>
                    <a:pt x="122" y="222"/>
                  </a:lnTo>
                  <a:lnTo>
                    <a:pt x="122" y="222"/>
                  </a:lnTo>
                  <a:lnTo>
                    <a:pt x="130" y="212"/>
                  </a:lnTo>
                  <a:lnTo>
                    <a:pt x="138" y="202"/>
                  </a:lnTo>
                  <a:lnTo>
                    <a:pt x="138" y="202"/>
                  </a:lnTo>
                  <a:lnTo>
                    <a:pt x="144" y="192"/>
                  </a:lnTo>
                  <a:lnTo>
                    <a:pt x="150" y="180"/>
                  </a:lnTo>
                  <a:lnTo>
                    <a:pt x="150" y="180"/>
                  </a:lnTo>
                  <a:lnTo>
                    <a:pt x="154" y="168"/>
                  </a:lnTo>
                  <a:lnTo>
                    <a:pt x="154" y="168"/>
                  </a:lnTo>
                  <a:lnTo>
                    <a:pt x="156" y="156"/>
                  </a:lnTo>
                  <a:lnTo>
                    <a:pt x="156" y="156"/>
                  </a:lnTo>
                  <a:lnTo>
                    <a:pt x="158" y="144"/>
                  </a:lnTo>
                  <a:lnTo>
                    <a:pt x="158" y="144"/>
                  </a:lnTo>
                  <a:lnTo>
                    <a:pt x="160" y="130"/>
                  </a:lnTo>
                  <a:lnTo>
                    <a:pt x="160" y="130"/>
                  </a:lnTo>
                  <a:lnTo>
                    <a:pt x="158" y="118"/>
                  </a:lnTo>
                  <a:lnTo>
                    <a:pt x="158" y="118"/>
                  </a:lnTo>
                  <a:lnTo>
                    <a:pt x="156" y="106"/>
                  </a:lnTo>
                  <a:lnTo>
                    <a:pt x="156" y="106"/>
                  </a:lnTo>
                  <a:lnTo>
                    <a:pt x="154" y="94"/>
                  </a:lnTo>
                  <a:lnTo>
                    <a:pt x="154" y="94"/>
                  </a:lnTo>
                  <a:lnTo>
                    <a:pt x="150" y="82"/>
                  </a:lnTo>
                  <a:lnTo>
                    <a:pt x="150" y="82"/>
                  </a:lnTo>
                  <a:lnTo>
                    <a:pt x="144" y="70"/>
                  </a:lnTo>
                  <a:lnTo>
                    <a:pt x="138" y="60"/>
                  </a:lnTo>
                  <a:lnTo>
                    <a:pt x="138" y="60"/>
                  </a:lnTo>
                  <a:lnTo>
                    <a:pt x="130" y="48"/>
                  </a:lnTo>
                  <a:lnTo>
                    <a:pt x="122" y="40"/>
                  </a:lnTo>
                  <a:lnTo>
                    <a:pt x="122" y="40"/>
                  </a:lnTo>
                  <a:lnTo>
                    <a:pt x="118" y="36"/>
                  </a:lnTo>
                  <a:lnTo>
                    <a:pt x="118" y="36"/>
                  </a:lnTo>
                  <a:lnTo>
                    <a:pt x="116" y="34"/>
                  </a:lnTo>
                  <a:lnTo>
                    <a:pt x="128" y="26"/>
                  </a:lnTo>
                  <a:lnTo>
                    <a:pt x="128" y="26"/>
                  </a:lnTo>
                  <a:lnTo>
                    <a:pt x="130" y="28"/>
                  </a:lnTo>
                  <a:lnTo>
                    <a:pt x="130" y="28"/>
                  </a:lnTo>
                  <a:lnTo>
                    <a:pt x="132" y="30"/>
                  </a:lnTo>
                  <a:lnTo>
                    <a:pt x="132" y="30"/>
                  </a:lnTo>
                  <a:lnTo>
                    <a:pt x="142" y="40"/>
                  </a:lnTo>
                  <a:lnTo>
                    <a:pt x="150" y="52"/>
                  </a:lnTo>
                  <a:lnTo>
                    <a:pt x="150" y="52"/>
                  </a:lnTo>
                  <a:lnTo>
                    <a:pt x="158" y="64"/>
                  </a:lnTo>
                  <a:lnTo>
                    <a:pt x="164" y="76"/>
                  </a:lnTo>
                  <a:lnTo>
                    <a:pt x="164" y="76"/>
                  </a:lnTo>
                  <a:lnTo>
                    <a:pt x="168" y="90"/>
                  </a:lnTo>
                  <a:lnTo>
                    <a:pt x="170" y="104"/>
                  </a:lnTo>
                  <a:lnTo>
                    <a:pt x="170" y="104"/>
                  </a:lnTo>
                  <a:lnTo>
                    <a:pt x="172" y="116"/>
                  </a:lnTo>
                  <a:lnTo>
                    <a:pt x="174" y="130"/>
                  </a:lnTo>
                  <a:lnTo>
                    <a:pt x="174" y="130"/>
                  </a:lnTo>
                  <a:lnTo>
                    <a:pt x="172" y="144"/>
                  </a:lnTo>
                  <a:lnTo>
                    <a:pt x="170" y="158"/>
                  </a:lnTo>
                  <a:lnTo>
                    <a:pt x="170" y="158"/>
                  </a:lnTo>
                  <a:lnTo>
                    <a:pt x="168" y="172"/>
                  </a:lnTo>
                  <a:lnTo>
                    <a:pt x="164" y="184"/>
                  </a:lnTo>
                  <a:lnTo>
                    <a:pt x="164" y="184"/>
                  </a:lnTo>
                  <a:lnTo>
                    <a:pt x="158" y="198"/>
                  </a:lnTo>
                  <a:lnTo>
                    <a:pt x="150" y="210"/>
                  </a:lnTo>
                  <a:lnTo>
                    <a:pt x="150" y="210"/>
                  </a:lnTo>
                  <a:lnTo>
                    <a:pt x="142" y="220"/>
                  </a:lnTo>
                  <a:lnTo>
                    <a:pt x="132" y="232"/>
                  </a:lnTo>
                  <a:lnTo>
                    <a:pt x="120" y="222"/>
                  </a:lnTo>
                  <a:close/>
                  <a:moveTo>
                    <a:pt x="160" y="2"/>
                  </a:moveTo>
                  <a:lnTo>
                    <a:pt x="160" y="2"/>
                  </a:lnTo>
                  <a:lnTo>
                    <a:pt x="172" y="16"/>
                  </a:lnTo>
                  <a:lnTo>
                    <a:pt x="182" y="30"/>
                  </a:lnTo>
                  <a:lnTo>
                    <a:pt x="182" y="30"/>
                  </a:lnTo>
                  <a:lnTo>
                    <a:pt x="192" y="46"/>
                  </a:lnTo>
                  <a:lnTo>
                    <a:pt x="200" y="62"/>
                  </a:lnTo>
                  <a:lnTo>
                    <a:pt x="200" y="62"/>
                  </a:lnTo>
                  <a:lnTo>
                    <a:pt x="206" y="78"/>
                  </a:lnTo>
                  <a:lnTo>
                    <a:pt x="210" y="96"/>
                  </a:lnTo>
                  <a:lnTo>
                    <a:pt x="210" y="96"/>
                  </a:lnTo>
                  <a:lnTo>
                    <a:pt x="212" y="114"/>
                  </a:lnTo>
                  <a:lnTo>
                    <a:pt x="212" y="130"/>
                  </a:lnTo>
                  <a:lnTo>
                    <a:pt x="212" y="130"/>
                  </a:lnTo>
                  <a:lnTo>
                    <a:pt x="212" y="148"/>
                  </a:lnTo>
                  <a:lnTo>
                    <a:pt x="210" y="164"/>
                  </a:lnTo>
                  <a:lnTo>
                    <a:pt x="210" y="164"/>
                  </a:lnTo>
                  <a:lnTo>
                    <a:pt x="206" y="180"/>
                  </a:lnTo>
                  <a:lnTo>
                    <a:pt x="200" y="198"/>
                  </a:lnTo>
                  <a:lnTo>
                    <a:pt x="200" y="198"/>
                  </a:lnTo>
                  <a:lnTo>
                    <a:pt x="194" y="212"/>
                  </a:lnTo>
                  <a:lnTo>
                    <a:pt x="184" y="228"/>
                  </a:lnTo>
                  <a:lnTo>
                    <a:pt x="184" y="228"/>
                  </a:lnTo>
                  <a:lnTo>
                    <a:pt x="174" y="242"/>
                  </a:lnTo>
                  <a:lnTo>
                    <a:pt x="162" y="256"/>
                  </a:lnTo>
                  <a:lnTo>
                    <a:pt x="152" y="248"/>
                  </a:lnTo>
                  <a:lnTo>
                    <a:pt x="152" y="248"/>
                  </a:lnTo>
                  <a:lnTo>
                    <a:pt x="162" y="236"/>
                  </a:lnTo>
                  <a:lnTo>
                    <a:pt x="162" y="236"/>
                  </a:lnTo>
                  <a:lnTo>
                    <a:pt x="170" y="224"/>
                  </a:lnTo>
                  <a:lnTo>
                    <a:pt x="170" y="224"/>
                  </a:lnTo>
                  <a:lnTo>
                    <a:pt x="178" y="210"/>
                  </a:lnTo>
                  <a:lnTo>
                    <a:pt x="186" y="194"/>
                  </a:lnTo>
                  <a:lnTo>
                    <a:pt x="186" y="194"/>
                  </a:lnTo>
                  <a:lnTo>
                    <a:pt x="192" y="178"/>
                  </a:lnTo>
                  <a:lnTo>
                    <a:pt x="192" y="178"/>
                  </a:lnTo>
                  <a:lnTo>
                    <a:pt x="196" y="162"/>
                  </a:lnTo>
                  <a:lnTo>
                    <a:pt x="196" y="162"/>
                  </a:lnTo>
                  <a:lnTo>
                    <a:pt x="198" y="146"/>
                  </a:lnTo>
                  <a:lnTo>
                    <a:pt x="198" y="146"/>
                  </a:lnTo>
                  <a:lnTo>
                    <a:pt x="198" y="130"/>
                  </a:lnTo>
                  <a:lnTo>
                    <a:pt x="198" y="130"/>
                  </a:lnTo>
                  <a:lnTo>
                    <a:pt x="198" y="114"/>
                  </a:lnTo>
                  <a:lnTo>
                    <a:pt x="198" y="114"/>
                  </a:lnTo>
                  <a:lnTo>
                    <a:pt x="196" y="98"/>
                  </a:lnTo>
                  <a:lnTo>
                    <a:pt x="196" y="98"/>
                  </a:lnTo>
                  <a:lnTo>
                    <a:pt x="192" y="82"/>
                  </a:lnTo>
                  <a:lnTo>
                    <a:pt x="192" y="82"/>
                  </a:lnTo>
                  <a:lnTo>
                    <a:pt x="186" y="68"/>
                  </a:lnTo>
                  <a:lnTo>
                    <a:pt x="186" y="68"/>
                  </a:lnTo>
                  <a:lnTo>
                    <a:pt x="178" y="52"/>
                  </a:lnTo>
                  <a:lnTo>
                    <a:pt x="178" y="52"/>
                  </a:lnTo>
                  <a:lnTo>
                    <a:pt x="170" y="38"/>
                  </a:lnTo>
                  <a:lnTo>
                    <a:pt x="170" y="38"/>
                  </a:lnTo>
                  <a:lnTo>
                    <a:pt x="160" y="24"/>
                  </a:lnTo>
                  <a:lnTo>
                    <a:pt x="148" y="12"/>
                  </a:lnTo>
                  <a:lnTo>
                    <a:pt x="148" y="12"/>
                  </a:lnTo>
                  <a:lnTo>
                    <a:pt x="148" y="10"/>
                  </a:lnTo>
                  <a:lnTo>
                    <a:pt x="148" y="10"/>
                  </a:lnTo>
                  <a:lnTo>
                    <a:pt x="148" y="10"/>
                  </a:lnTo>
                  <a:lnTo>
                    <a:pt x="158" y="0"/>
                  </a:lnTo>
                  <a:lnTo>
                    <a:pt x="158" y="0"/>
                  </a:lnTo>
                  <a:lnTo>
                    <a:pt x="158" y="2"/>
                  </a:lnTo>
                  <a:lnTo>
                    <a:pt x="158" y="2"/>
                  </a:lnTo>
                  <a:lnTo>
                    <a:pt x="160" y="2"/>
                  </a:lnTo>
                  <a:lnTo>
                    <a:pt x="160" y="2"/>
                  </a:ln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3" name="Freeform 131"/>
            <p:cNvSpPr>
              <a:spLocks noChangeAspect="1" noEditPoints="1"/>
            </p:cNvSpPr>
            <p:nvPr/>
          </p:nvSpPr>
          <p:spPr bwMode="auto">
            <a:xfrm>
              <a:off x="4576419" y="3479171"/>
              <a:ext cx="340241" cy="267244"/>
            </a:xfrm>
            <a:custGeom>
              <a:avLst/>
              <a:gdLst>
                <a:gd name="T0" fmla="*/ 62 w 275"/>
                <a:gd name="T1" fmla="*/ 5 h 216"/>
                <a:gd name="T2" fmla="*/ 62 w 275"/>
                <a:gd name="T3" fmla="*/ 212 h 216"/>
                <a:gd name="T4" fmla="*/ 0 w 275"/>
                <a:gd name="T5" fmla="*/ 212 h 216"/>
                <a:gd name="T6" fmla="*/ 0 w 275"/>
                <a:gd name="T7" fmla="*/ 5 h 216"/>
                <a:gd name="T8" fmla="*/ 62 w 275"/>
                <a:gd name="T9" fmla="*/ 5 h 216"/>
                <a:gd name="T10" fmla="*/ 50 w 275"/>
                <a:gd name="T11" fmla="*/ 29 h 216"/>
                <a:gd name="T12" fmla="*/ 12 w 275"/>
                <a:gd name="T13" fmla="*/ 29 h 216"/>
                <a:gd name="T14" fmla="*/ 12 w 275"/>
                <a:gd name="T15" fmla="*/ 41 h 216"/>
                <a:gd name="T16" fmla="*/ 50 w 275"/>
                <a:gd name="T17" fmla="*/ 41 h 216"/>
                <a:gd name="T18" fmla="*/ 50 w 275"/>
                <a:gd name="T19" fmla="*/ 29 h 216"/>
                <a:gd name="T20" fmla="*/ 50 w 275"/>
                <a:gd name="T21" fmla="*/ 53 h 216"/>
                <a:gd name="T22" fmla="*/ 12 w 275"/>
                <a:gd name="T23" fmla="*/ 53 h 216"/>
                <a:gd name="T24" fmla="*/ 12 w 275"/>
                <a:gd name="T25" fmla="*/ 66 h 216"/>
                <a:gd name="T26" fmla="*/ 50 w 275"/>
                <a:gd name="T27" fmla="*/ 66 h 216"/>
                <a:gd name="T28" fmla="*/ 50 w 275"/>
                <a:gd name="T29" fmla="*/ 53 h 216"/>
                <a:gd name="T30" fmla="*/ 134 w 275"/>
                <a:gd name="T31" fmla="*/ 5 h 216"/>
                <a:gd name="T32" fmla="*/ 134 w 275"/>
                <a:gd name="T33" fmla="*/ 212 h 216"/>
                <a:gd name="T34" fmla="*/ 74 w 275"/>
                <a:gd name="T35" fmla="*/ 212 h 216"/>
                <a:gd name="T36" fmla="*/ 74 w 275"/>
                <a:gd name="T37" fmla="*/ 5 h 216"/>
                <a:gd name="T38" fmla="*/ 134 w 275"/>
                <a:gd name="T39" fmla="*/ 5 h 216"/>
                <a:gd name="T40" fmla="*/ 122 w 275"/>
                <a:gd name="T41" fmla="*/ 29 h 216"/>
                <a:gd name="T42" fmla="*/ 86 w 275"/>
                <a:gd name="T43" fmla="*/ 29 h 216"/>
                <a:gd name="T44" fmla="*/ 86 w 275"/>
                <a:gd name="T45" fmla="*/ 41 h 216"/>
                <a:gd name="T46" fmla="*/ 122 w 275"/>
                <a:gd name="T47" fmla="*/ 41 h 216"/>
                <a:gd name="T48" fmla="*/ 122 w 275"/>
                <a:gd name="T49" fmla="*/ 29 h 216"/>
                <a:gd name="T50" fmla="*/ 122 w 275"/>
                <a:gd name="T51" fmla="*/ 53 h 216"/>
                <a:gd name="T52" fmla="*/ 86 w 275"/>
                <a:gd name="T53" fmla="*/ 53 h 216"/>
                <a:gd name="T54" fmla="*/ 86 w 275"/>
                <a:gd name="T55" fmla="*/ 66 h 216"/>
                <a:gd name="T56" fmla="*/ 122 w 275"/>
                <a:gd name="T57" fmla="*/ 66 h 216"/>
                <a:gd name="T58" fmla="*/ 122 w 275"/>
                <a:gd name="T59" fmla="*/ 53 h 216"/>
                <a:gd name="T60" fmla="*/ 275 w 275"/>
                <a:gd name="T61" fmla="*/ 195 h 216"/>
                <a:gd name="T62" fmla="*/ 218 w 275"/>
                <a:gd name="T63" fmla="*/ 216 h 216"/>
                <a:gd name="T64" fmla="*/ 147 w 275"/>
                <a:gd name="T65" fmla="*/ 21 h 216"/>
                <a:gd name="T66" fmla="*/ 204 w 275"/>
                <a:gd name="T67" fmla="*/ 0 h 216"/>
                <a:gd name="T68" fmla="*/ 275 w 275"/>
                <a:gd name="T69" fmla="*/ 195 h 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275" h="216">
                  <a:moveTo>
                    <a:pt x="62" y="5"/>
                  </a:moveTo>
                  <a:lnTo>
                    <a:pt x="62" y="212"/>
                  </a:lnTo>
                  <a:lnTo>
                    <a:pt x="0" y="212"/>
                  </a:lnTo>
                  <a:lnTo>
                    <a:pt x="0" y="5"/>
                  </a:lnTo>
                  <a:lnTo>
                    <a:pt x="62" y="5"/>
                  </a:lnTo>
                  <a:close/>
                  <a:moveTo>
                    <a:pt x="50" y="29"/>
                  </a:moveTo>
                  <a:lnTo>
                    <a:pt x="12" y="29"/>
                  </a:lnTo>
                  <a:lnTo>
                    <a:pt x="12" y="41"/>
                  </a:lnTo>
                  <a:lnTo>
                    <a:pt x="50" y="41"/>
                  </a:lnTo>
                  <a:lnTo>
                    <a:pt x="50" y="29"/>
                  </a:lnTo>
                  <a:close/>
                  <a:moveTo>
                    <a:pt x="50" y="53"/>
                  </a:moveTo>
                  <a:lnTo>
                    <a:pt x="12" y="53"/>
                  </a:lnTo>
                  <a:lnTo>
                    <a:pt x="12" y="66"/>
                  </a:lnTo>
                  <a:lnTo>
                    <a:pt x="50" y="66"/>
                  </a:lnTo>
                  <a:lnTo>
                    <a:pt x="50" y="53"/>
                  </a:lnTo>
                  <a:close/>
                  <a:moveTo>
                    <a:pt x="134" y="5"/>
                  </a:moveTo>
                  <a:lnTo>
                    <a:pt x="134" y="212"/>
                  </a:lnTo>
                  <a:lnTo>
                    <a:pt x="74" y="212"/>
                  </a:lnTo>
                  <a:lnTo>
                    <a:pt x="74" y="5"/>
                  </a:lnTo>
                  <a:lnTo>
                    <a:pt x="134" y="5"/>
                  </a:lnTo>
                  <a:close/>
                  <a:moveTo>
                    <a:pt x="122" y="29"/>
                  </a:moveTo>
                  <a:lnTo>
                    <a:pt x="86" y="29"/>
                  </a:lnTo>
                  <a:lnTo>
                    <a:pt x="86" y="41"/>
                  </a:lnTo>
                  <a:lnTo>
                    <a:pt x="122" y="41"/>
                  </a:lnTo>
                  <a:lnTo>
                    <a:pt x="122" y="29"/>
                  </a:lnTo>
                  <a:close/>
                  <a:moveTo>
                    <a:pt x="122" y="53"/>
                  </a:moveTo>
                  <a:lnTo>
                    <a:pt x="86" y="53"/>
                  </a:lnTo>
                  <a:lnTo>
                    <a:pt x="86" y="66"/>
                  </a:lnTo>
                  <a:lnTo>
                    <a:pt x="122" y="66"/>
                  </a:lnTo>
                  <a:lnTo>
                    <a:pt x="122" y="53"/>
                  </a:lnTo>
                  <a:close/>
                  <a:moveTo>
                    <a:pt x="275" y="195"/>
                  </a:moveTo>
                  <a:lnTo>
                    <a:pt x="218" y="216"/>
                  </a:lnTo>
                  <a:lnTo>
                    <a:pt x="147" y="21"/>
                  </a:lnTo>
                  <a:lnTo>
                    <a:pt x="204" y="0"/>
                  </a:lnTo>
                  <a:lnTo>
                    <a:pt x="275" y="195"/>
                  </a:lnTo>
                  <a:close/>
                </a:path>
              </a:pathLst>
            </a:custGeom>
            <a:solidFill>
              <a:srgbClr val="0072C6"/>
            </a:solidFill>
            <a:ln>
              <a:noFill/>
            </a:ln>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nvGrpSpPr>
            <p:cNvPr id="64" name="Group 63"/>
            <p:cNvGrpSpPr/>
            <p:nvPr/>
          </p:nvGrpSpPr>
          <p:grpSpPr>
            <a:xfrm>
              <a:off x="5817717" y="1990739"/>
              <a:ext cx="256972" cy="381312"/>
              <a:chOff x="8785977" y="2372203"/>
              <a:chExt cx="482479" cy="715935"/>
            </a:xfrm>
            <a:solidFill>
              <a:srgbClr val="0072C6"/>
            </a:solidFill>
          </p:grpSpPr>
          <p:sp>
            <p:nvSpPr>
              <p:cNvPr id="83" name="Freeform 28"/>
              <p:cNvSpPr>
                <a:spLocks noEditPoints="1"/>
              </p:cNvSpPr>
              <p:nvPr/>
            </p:nvSpPr>
            <p:spPr bwMode="auto">
              <a:xfrm>
                <a:off x="8785977" y="2372203"/>
                <a:ext cx="482479" cy="715935"/>
              </a:xfrm>
              <a:custGeom>
                <a:avLst/>
                <a:gdLst>
                  <a:gd name="T0" fmla="*/ 90 w 93"/>
                  <a:gd name="T1" fmla="*/ 34 h 138"/>
                  <a:gd name="T2" fmla="*/ 86 w 93"/>
                  <a:gd name="T3" fmla="*/ 23 h 138"/>
                  <a:gd name="T4" fmla="*/ 79 w 93"/>
                  <a:gd name="T5" fmla="*/ 13 h 138"/>
                  <a:gd name="T6" fmla="*/ 69 w 93"/>
                  <a:gd name="T7" fmla="*/ 6 h 138"/>
                  <a:gd name="T8" fmla="*/ 58 w 93"/>
                  <a:gd name="T9" fmla="*/ 2 h 138"/>
                  <a:gd name="T10" fmla="*/ 46 w 93"/>
                  <a:gd name="T11" fmla="*/ 0 h 138"/>
                  <a:gd name="T12" fmla="*/ 35 w 93"/>
                  <a:gd name="T13" fmla="*/ 2 h 138"/>
                  <a:gd name="T14" fmla="*/ 24 w 93"/>
                  <a:gd name="T15" fmla="*/ 6 h 138"/>
                  <a:gd name="T16" fmla="*/ 14 w 93"/>
                  <a:gd name="T17" fmla="*/ 13 h 138"/>
                  <a:gd name="T18" fmla="*/ 7 w 93"/>
                  <a:gd name="T19" fmla="*/ 23 h 138"/>
                  <a:gd name="T20" fmla="*/ 2 w 93"/>
                  <a:gd name="T21" fmla="*/ 34 h 138"/>
                  <a:gd name="T22" fmla="*/ 0 w 93"/>
                  <a:gd name="T23" fmla="*/ 46 h 138"/>
                  <a:gd name="T24" fmla="*/ 2 w 93"/>
                  <a:gd name="T25" fmla="*/ 57 h 138"/>
                  <a:gd name="T26" fmla="*/ 7 w 93"/>
                  <a:gd name="T27" fmla="*/ 68 h 138"/>
                  <a:gd name="T28" fmla="*/ 14 w 93"/>
                  <a:gd name="T29" fmla="*/ 79 h 138"/>
                  <a:gd name="T30" fmla="*/ 21 w 93"/>
                  <a:gd name="T31" fmla="*/ 138 h 138"/>
                  <a:gd name="T32" fmla="*/ 71 w 93"/>
                  <a:gd name="T33" fmla="*/ 138 h 138"/>
                  <a:gd name="T34" fmla="*/ 79 w 93"/>
                  <a:gd name="T35" fmla="*/ 79 h 138"/>
                  <a:gd name="T36" fmla="*/ 86 w 93"/>
                  <a:gd name="T37" fmla="*/ 68 h 138"/>
                  <a:gd name="T38" fmla="*/ 90 w 93"/>
                  <a:gd name="T39" fmla="*/ 57 h 138"/>
                  <a:gd name="T40" fmla="*/ 93 w 93"/>
                  <a:gd name="T41" fmla="*/ 46 h 138"/>
                  <a:gd name="T42" fmla="*/ 46 w 93"/>
                  <a:gd name="T43" fmla="*/ 72 h 138"/>
                  <a:gd name="T44" fmla="*/ 41 w 93"/>
                  <a:gd name="T45" fmla="*/ 72 h 138"/>
                  <a:gd name="T46" fmla="*/ 32 w 93"/>
                  <a:gd name="T47" fmla="*/ 67 h 138"/>
                  <a:gd name="T48" fmla="*/ 25 w 93"/>
                  <a:gd name="T49" fmla="*/ 61 h 138"/>
                  <a:gd name="T50" fmla="*/ 21 w 93"/>
                  <a:gd name="T51" fmla="*/ 52 h 138"/>
                  <a:gd name="T52" fmla="*/ 20 w 93"/>
                  <a:gd name="T53" fmla="*/ 47 h 138"/>
                  <a:gd name="T54" fmla="*/ 23 w 93"/>
                  <a:gd name="T55" fmla="*/ 37 h 138"/>
                  <a:gd name="T56" fmla="*/ 28 w 93"/>
                  <a:gd name="T57" fmla="*/ 29 h 138"/>
                  <a:gd name="T58" fmla="*/ 36 w 93"/>
                  <a:gd name="T59" fmla="*/ 23 h 138"/>
                  <a:gd name="T60" fmla="*/ 46 w 93"/>
                  <a:gd name="T61" fmla="*/ 21 h 138"/>
                  <a:gd name="T62" fmla="*/ 52 w 93"/>
                  <a:gd name="T63" fmla="*/ 22 h 138"/>
                  <a:gd name="T64" fmla="*/ 61 w 93"/>
                  <a:gd name="T65" fmla="*/ 26 h 138"/>
                  <a:gd name="T66" fmla="*/ 68 w 93"/>
                  <a:gd name="T67" fmla="*/ 32 h 138"/>
                  <a:gd name="T68" fmla="*/ 71 w 93"/>
                  <a:gd name="T69" fmla="*/ 41 h 138"/>
                  <a:gd name="T70" fmla="*/ 72 w 93"/>
                  <a:gd name="T71" fmla="*/ 47 h 138"/>
                  <a:gd name="T72" fmla="*/ 70 w 93"/>
                  <a:gd name="T73" fmla="*/ 56 h 138"/>
                  <a:gd name="T74" fmla="*/ 64 w 93"/>
                  <a:gd name="T75" fmla="*/ 65 h 138"/>
                  <a:gd name="T76" fmla="*/ 56 w 93"/>
                  <a:gd name="T77" fmla="*/ 70 h 138"/>
                  <a:gd name="T78" fmla="*/ 46 w 93"/>
                  <a:gd name="T79" fmla="*/ 72 h 1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93" h="138">
                    <a:moveTo>
                      <a:pt x="80" y="41"/>
                    </a:moveTo>
                    <a:lnTo>
                      <a:pt x="90" y="34"/>
                    </a:lnTo>
                    <a:lnTo>
                      <a:pt x="78" y="32"/>
                    </a:lnTo>
                    <a:lnTo>
                      <a:pt x="86" y="23"/>
                    </a:lnTo>
                    <a:lnTo>
                      <a:pt x="73" y="24"/>
                    </a:lnTo>
                    <a:lnTo>
                      <a:pt x="79" y="13"/>
                    </a:lnTo>
                    <a:lnTo>
                      <a:pt x="68" y="19"/>
                    </a:lnTo>
                    <a:lnTo>
                      <a:pt x="69" y="6"/>
                    </a:lnTo>
                    <a:lnTo>
                      <a:pt x="60" y="14"/>
                    </a:lnTo>
                    <a:lnTo>
                      <a:pt x="58" y="2"/>
                    </a:lnTo>
                    <a:lnTo>
                      <a:pt x="51" y="12"/>
                    </a:lnTo>
                    <a:lnTo>
                      <a:pt x="46" y="0"/>
                    </a:lnTo>
                    <a:lnTo>
                      <a:pt x="42" y="12"/>
                    </a:lnTo>
                    <a:lnTo>
                      <a:pt x="35" y="2"/>
                    </a:lnTo>
                    <a:lnTo>
                      <a:pt x="33" y="14"/>
                    </a:lnTo>
                    <a:lnTo>
                      <a:pt x="24" y="6"/>
                    </a:lnTo>
                    <a:lnTo>
                      <a:pt x="25" y="19"/>
                    </a:lnTo>
                    <a:lnTo>
                      <a:pt x="14" y="13"/>
                    </a:lnTo>
                    <a:lnTo>
                      <a:pt x="19" y="24"/>
                    </a:lnTo>
                    <a:lnTo>
                      <a:pt x="7" y="23"/>
                    </a:lnTo>
                    <a:lnTo>
                      <a:pt x="15" y="32"/>
                    </a:lnTo>
                    <a:lnTo>
                      <a:pt x="2" y="34"/>
                    </a:lnTo>
                    <a:lnTo>
                      <a:pt x="12" y="41"/>
                    </a:lnTo>
                    <a:lnTo>
                      <a:pt x="0" y="46"/>
                    </a:lnTo>
                    <a:lnTo>
                      <a:pt x="12" y="50"/>
                    </a:lnTo>
                    <a:lnTo>
                      <a:pt x="2" y="57"/>
                    </a:lnTo>
                    <a:lnTo>
                      <a:pt x="15" y="59"/>
                    </a:lnTo>
                    <a:lnTo>
                      <a:pt x="7" y="68"/>
                    </a:lnTo>
                    <a:lnTo>
                      <a:pt x="19" y="67"/>
                    </a:lnTo>
                    <a:lnTo>
                      <a:pt x="14" y="79"/>
                    </a:lnTo>
                    <a:lnTo>
                      <a:pt x="21" y="75"/>
                    </a:lnTo>
                    <a:lnTo>
                      <a:pt x="21" y="138"/>
                    </a:lnTo>
                    <a:lnTo>
                      <a:pt x="46" y="113"/>
                    </a:lnTo>
                    <a:lnTo>
                      <a:pt x="71" y="138"/>
                    </a:lnTo>
                    <a:lnTo>
                      <a:pt x="71" y="75"/>
                    </a:lnTo>
                    <a:lnTo>
                      <a:pt x="79" y="79"/>
                    </a:lnTo>
                    <a:lnTo>
                      <a:pt x="73" y="67"/>
                    </a:lnTo>
                    <a:lnTo>
                      <a:pt x="86" y="68"/>
                    </a:lnTo>
                    <a:lnTo>
                      <a:pt x="78" y="59"/>
                    </a:lnTo>
                    <a:lnTo>
                      <a:pt x="90" y="57"/>
                    </a:lnTo>
                    <a:lnTo>
                      <a:pt x="80" y="50"/>
                    </a:lnTo>
                    <a:lnTo>
                      <a:pt x="93" y="46"/>
                    </a:lnTo>
                    <a:lnTo>
                      <a:pt x="80" y="41"/>
                    </a:lnTo>
                    <a:close/>
                    <a:moveTo>
                      <a:pt x="46" y="72"/>
                    </a:moveTo>
                    <a:lnTo>
                      <a:pt x="46" y="72"/>
                    </a:lnTo>
                    <a:lnTo>
                      <a:pt x="41" y="72"/>
                    </a:lnTo>
                    <a:lnTo>
                      <a:pt x="36" y="70"/>
                    </a:lnTo>
                    <a:lnTo>
                      <a:pt x="32" y="67"/>
                    </a:lnTo>
                    <a:lnTo>
                      <a:pt x="28" y="65"/>
                    </a:lnTo>
                    <a:lnTo>
                      <a:pt x="25" y="61"/>
                    </a:lnTo>
                    <a:lnTo>
                      <a:pt x="23" y="56"/>
                    </a:lnTo>
                    <a:lnTo>
                      <a:pt x="21" y="52"/>
                    </a:lnTo>
                    <a:lnTo>
                      <a:pt x="20" y="47"/>
                    </a:lnTo>
                    <a:lnTo>
                      <a:pt x="20" y="47"/>
                    </a:lnTo>
                    <a:lnTo>
                      <a:pt x="21" y="41"/>
                    </a:lnTo>
                    <a:lnTo>
                      <a:pt x="23" y="37"/>
                    </a:lnTo>
                    <a:lnTo>
                      <a:pt x="25" y="32"/>
                    </a:lnTo>
                    <a:lnTo>
                      <a:pt x="28" y="29"/>
                    </a:lnTo>
                    <a:lnTo>
                      <a:pt x="32" y="26"/>
                    </a:lnTo>
                    <a:lnTo>
                      <a:pt x="36" y="23"/>
                    </a:lnTo>
                    <a:lnTo>
                      <a:pt x="41" y="22"/>
                    </a:lnTo>
                    <a:lnTo>
                      <a:pt x="46" y="21"/>
                    </a:lnTo>
                    <a:lnTo>
                      <a:pt x="46" y="21"/>
                    </a:lnTo>
                    <a:lnTo>
                      <a:pt x="52" y="22"/>
                    </a:lnTo>
                    <a:lnTo>
                      <a:pt x="56" y="23"/>
                    </a:lnTo>
                    <a:lnTo>
                      <a:pt x="61" y="26"/>
                    </a:lnTo>
                    <a:lnTo>
                      <a:pt x="64" y="29"/>
                    </a:lnTo>
                    <a:lnTo>
                      <a:pt x="68" y="32"/>
                    </a:lnTo>
                    <a:lnTo>
                      <a:pt x="70" y="37"/>
                    </a:lnTo>
                    <a:lnTo>
                      <a:pt x="71" y="41"/>
                    </a:lnTo>
                    <a:lnTo>
                      <a:pt x="72" y="47"/>
                    </a:lnTo>
                    <a:lnTo>
                      <a:pt x="72" y="47"/>
                    </a:lnTo>
                    <a:lnTo>
                      <a:pt x="71" y="52"/>
                    </a:lnTo>
                    <a:lnTo>
                      <a:pt x="70" y="56"/>
                    </a:lnTo>
                    <a:lnTo>
                      <a:pt x="68" y="61"/>
                    </a:lnTo>
                    <a:lnTo>
                      <a:pt x="64" y="65"/>
                    </a:lnTo>
                    <a:lnTo>
                      <a:pt x="61" y="67"/>
                    </a:lnTo>
                    <a:lnTo>
                      <a:pt x="56" y="70"/>
                    </a:lnTo>
                    <a:lnTo>
                      <a:pt x="52" y="72"/>
                    </a:lnTo>
                    <a:lnTo>
                      <a:pt x="46" y="72"/>
                    </a:lnTo>
                    <a:lnTo>
                      <a:pt x="46" y="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4" name="Freeform 29"/>
              <p:cNvSpPr>
                <a:spLocks/>
              </p:cNvSpPr>
              <p:nvPr/>
            </p:nvSpPr>
            <p:spPr bwMode="auto">
              <a:xfrm>
                <a:off x="8926053" y="2517465"/>
                <a:ext cx="197141" cy="197141"/>
              </a:xfrm>
              <a:custGeom>
                <a:avLst/>
                <a:gdLst>
                  <a:gd name="T0" fmla="*/ 19 w 38"/>
                  <a:gd name="T1" fmla="*/ 0 h 38"/>
                  <a:gd name="T2" fmla="*/ 19 w 38"/>
                  <a:gd name="T3" fmla="*/ 0 h 38"/>
                  <a:gd name="T4" fmla="*/ 16 w 38"/>
                  <a:gd name="T5" fmla="*/ 0 h 38"/>
                  <a:gd name="T6" fmla="*/ 11 w 38"/>
                  <a:gd name="T7" fmla="*/ 1 h 38"/>
                  <a:gd name="T8" fmla="*/ 9 w 38"/>
                  <a:gd name="T9" fmla="*/ 3 h 38"/>
                  <a:gd name="T10" fmla="*/ 6 w 38"/>
                  <a:gd name="T11" fmla="*/ 6 h 38"/>
                  <a:gd name="T12" fmla="*/ 4 w 38"/>
                  <a:gd name="T13" fmla="*/ 8 h 38"/>
                  <a:gd name="T14" fmla="*/ 1 w 38"/>
                  <a:gd name="T15" fmla="*/ 11 h 38"/>
                  <a:gd name="T16" fmla="*/ 0 w 38"/>
                  <a:gd name="T17" fmla="*/ 15 h 38"/>
                  <a:gd name="T18" fmla="*/ 0 w 38"/>
                  <a:gd name="T19" fmla="*/ 19 h 38"/>
                  <a:gd name="T20" fmla="*/ 0 w 38"/>
                  <a:gd name="T21" fmla="*/ 19 h 38"/>
                  <a:gd name="T22" fmla="*/ 0 w 38"/>
                  <a:gd name="T23" fmla="*/ 22 h 38"/>
                  <a:gd name="T24" fmla="*/ 1 w 38"/>
                  <a:gd name="T25" fmla="*/ 26 h 38"/>
                  <a:gd name="T26" fmla="*/ 4 w 38"/>
                  <a:gd name="T27" fmla="*/ 29 h 38"/>
                  <a:gd name="T28" fmla="*/ 6 w 38"/>
                  <a:gd name="T29" fmla="*/ 33 h 38"/>
                  <a:gd name="T30" fmla="*/ 9 w 38"/>
                  <a:gd name="T31" fmla="*/ 35 h 38"/>
                  <a:gd name="T32" fmla="*/ 11 w 38"/>
                  <a:gd name="T33" fmla="*/ 36 h 38"/>
                  <a:gd name="T34" fmla="*/ 16 w 38"/>
                  <a:gd name="T35" fmla="*/ 37 h 38"/>
                  <a:gd name="T36" fmla="*/ 19 w 38"/>
                  <a:gd name="T37" fmla="*/ 38 h 38"/>
                  <a:gd name="T38" fmla="*/ 19 w 38"/>
                  <a:gd name="T39" fmla="*/ 38 h 38"/>
                  <a:gd name="T40" fmla="*/ 23 w 38"/>
                  <a:gd name="T41" fmla="*/ 37 h 38"/>
                  <a:gd name="T42" fmla="*/ 27 w 38"/>
                  <a:gd name="T43" fmla="*/ 36 h 38"/>
                  <a:gd name="T44" fmla="*/ 29 w 38"/>
                  <a:gd name="T45" fmla="*/ 35 h 38"/>
                  <a:gd name="T46" fmla="*/ 33 w 38"/>
                  <a:gd name="T47" fmla="*/ 33 h 38"/>
                  <a:gd name="T48" fmla="*/ 35 w 38"/>
                  <a:gd name="T49" fmla="*/ 29 h 38"/>
                  <a:gd name="T50" fmla="*/ 37 w 38"/>
                  <a:gd name="T51" fmla="*/ 26 h 38"/>
                  <a:gd name="T52" fmla="*/ 38 w 38"/>
                  <a:gd name="T53" fmla="*/ 22 h 38"/>
                  <a:gd name="T54" fmla="*/ 38 w 38"/>
                  <a:gd name="T55" fmla="*/ 19 h 38"/>
                  <a:gd name="T56" fmla="*/ 38 w 38"/>
                  <a:gd name="T57" fmla="*/ 19 h 38"/>
                  <a:gd name="T58" fmla="*/ 38 w 38"/>
                  <a:gd name="T59" fmla="*/ 15 h 38"/>
                  <a:gd name="T60" fmla="*/ 37 w 38"/>
                  <a:gd name="T61" fmla="*/ 11 h 38"/>
                  <a:gd name="T62" fmla="*/ 35 w 38"/>
                  <a:gd name="T63" fmla="*/ 8 h 38"/>
                  <a:gd name="T64" fmla="*/ 33 w 38"/>
                  <a:gd name="T65" fmla="*/ 6 h 38"/>
                  <a:gd name="T66" fmla="*/ 29 w 38"/>
                  <a:gd name="T67" fmla="*/ 3 h 38"/>
                  <a:gd name="T68" fmla="*/ 27 w 38"/>
                  <a:gd name="T69" fmla="*/ 1 h 38"/>
                  <a:gd name="T70" fmla="*/ 23 w 38"/>
                  <a:gd name="T71" fmla="*/ 0 h 38"/>
                  <a:gd name="T72" fmla="*/ 19 w 38"/>
                  <a:gd name="T73" fmla="*/ 0 h 38"/>
                  <a:gd name="T74" fmla="*/ 19 w 38"/>
                  <a:gd name="T75" fmla="*/ 0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38" h="38">
                    <a:moveTo>
                      <a:pt x="19" y="0"/>
                    </a:moveTo>
                    <a:lnTo>
                      <a:pt x="19" y="0"/>
                    </a:lnTo>
                    <a:lnTo>
                      <a:pt x="16" y="0"/>
                    </a:lnTo>
                    <a:lnTo>
                      <a:pt x="11" y="1"/>
                    </a:lnTo>
                    <a:lnTo>
                      <a:pt x="9" y="3"/>
                    </a:lnTo>
                    <a:lnTo>
                      <a:pt x="6" y="6"/>
                    </a:lnTo>
                    <a:lnTo>
                      <a:pt x="4" y="8"/>
                    </a:lnTo>
                    <a:lnTo>
                      <a:pt x="1" y="11"/>
                    </a:lnTo>
                    <a:lnTo>
                      <a:pt x="0" y="15"/>
                    </a:lnTo>
                    <a:lnTo>
                      <a:pt x="0" y="19"/>
                    </a:lnTo>
                    <a:lnTo>
                      <a:pt x="0" y="19"/>
                    </a:lnTo>
                    <a:lnTo>
                      <a:pt x="0" y="22"/>
                    </a:lnTo>
                    <a:lnTo>
                      <a:pt x="1" y="26"/>
                    </a:lnTo>
                    <a:lnTo>
                      <a:pt x="4" y="29"/>
                    </a:lnTo>
                    <a:lnTo>
                      <a:pt x="6" y="33"/>
                    </a:lnTo>
                    <a:lnTo>
                      <a:pt x="9" y="35"/>
                    </a:lnTo>
                    <a:lnTo>
                      <a:pt x="11" y="36"/>
                    </a:lnTo>
                    <a:lnTo>
                      <a:pt x="16" y="37"/>
                    </a:lnTo>
                    <a:lnTo>
                      <a:pt x="19" y="38"/>
                    </a:lnTo>
                    <a:lnTo>
                      <a:pt x="19" y="38"/>
                    </a:lnTo>
                    <a:lnTo>
                      <a:pt x="23" y="37"/>
                    </a:lnTo>
                    <a:lnTo>
                      <a:pt x="27" y="36"/>
                    </a:lnTo>
                    <a:lnTo>
                      <a:pt x="29" y="35"/>
                    </a:lnTo>
                    <a:lnTo>
                      <a:pt x="33" y="33"/>
                    </a:lnTo>
                    <a:lnTo>
                      <a:pt x="35" y="29"/>
                    </a:lnTo>
                    <a:lnTo>
                      <a:pt x="37" y="26"/>
                    </a:lnTo>
                    <a:lnTo>
                      <a:pt x="38" y="22"/>
                    </a:lnTo>
                    <a:lnTo>
                      <a:pt x="38" y="19"/>
                    </a:lnTo>
                    <a:lnTo>
                      <a:pt x="38" y="19"/>
                    </a:lnTo>
                    <a:lnTo>
                      <a:pt x="38" y="15"/>
                    </a:lnTo>
                    <a:lnTo>
                      <a:pt x="37" y="11"/>
                    </a:lnTo>
                    <a:lnTo>
                      <a:pt x="35" y="8"/>
                    </a:lnTo>
                    <a:lnTo>
                      <a:pt x="33" y="6"/>
                    </a:lnTo>
                    <a:lnTo>
                      <a:pt x="29" y="3"/>
                    </a:lnTo>
                    <a:lnTo>
                      <a:pt x="27" y="1"/>
                    </a:lnTo>
                    <a:lnTo>
                      <a:pt x="23" y="0"/>
                    </a:lnTo>
                    <a:lnTo>
                      <a:pt x="19" y="0"/>
                    </a:lnTo>
                    <a:lnTo>
                      <a:pt x="19"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5" name="Group 64"/>
            <p:cNvGrpSpPr>
              <a:grpSpLocks noChangeAspect="1"/>
            </p:cNvGrpSpPr>
            <p:nvPr/>
          </p:nvGrpSpPr>
          <p:grpSpPr>
            <a:xfrm>
              <a:off x="5989763" y="3481970"/>
              <a:ext cx="359056" cy="244464"/>
              <a:chOff x="7554913" y="3697288"/>
              <a:chExt cx="596900" cy="406400"/>
            </a:xfrm>
            <a:solidFill>
              <a:srgbClr val="0072C6"/>
            </a:solidFill>
          </p:grpSpPr>
          <p:sp>
            <p:nvSpPr>
              <p:cNvPr id="78" name="Freeform 16"/>
              <p:cNvSpPr>
                <a:spLocks noEditPoints="1"/>
              </p:cNvSpPr>
              <p:nvPr/>
            </p:nvSpPr>
            <p:spPr bwMode="auto">
              <a:xfrm>
                <a:off x="7554913" y="3697288"/>
                <a:ext cx="596900" cy="406400"/>
              </a:xfrm>
              <a:custGeom>
                <a:avLst/>
                <a:gdLst>
                  <a:gd name="T0" fmla="*/ 358 w 376"/>
                  <a:gd name="T1" fmla="*/ 0 h 256"/>
                  <a:gd name="T2" fmla="*/ 18 w 376"/>
                  <a:gd name="T3" fmla="*/ 0 h 256"/>
                  <a:gd name="T4" fmla="*/ 18 w 376"/>
                  <a:gd name="T5" fmla="*/ 0 h 256"/>
                  <a:gd name="T6" fmla="*/ 10 w 376"/>
                  <a:gd name="T7" fmla="*/ 2 h 256"/>
                  <a:gd name="T8" fmla="*/ 4 w 376"/>
                  <a:gd name="T9" fmla="*/ 6 h 256"/>
                  <a:gd name="T10" fmla="*/ 0 w 376"/>
                  <a:gd name="T11" fmla="*/ 12 h 256"/>
                  <a:gd name="T12" fmla="*/ 0 w 376"/>
                  <a:gd name="T13" fmla="*/ 18 h 256"/>
                  <a:gd name="T14" fmla="*/ 0 w 376"/>
                  <a:gd name="T15" fmla="*/ 236 h 256"/>
                  <a:gd name="T16" fmla="*/ 0 w 376"/>
                  <a:gd name="T17" fmla="*/ 236 h 256"/>
                  <a:gd name="T18" fmla="*/ 0 w 376"/>
                  <a:gd name="T19" fmla="*/ 244 h 256"/>
                  <a:gd name="T20" fmla="*/ 4 w 376"/>
                  <a:gd name="T21" fmla="*/ 250 h 256"/>
                  <a:gd name="T22" fmla="*/ 10 w 376"/>
                  <a:gd name="T23" fmla="*/ 254 h 256"/>
                  <a:gd name="T24" fmla="*/ 18 w 376"/>
                  <a:gd name="T25" fmla="*/ 256 h 256"/>
                  <a:gd name="T26" fmla="*/ 358 w 376"/>
                  <a:gd name="T27" fmla="*/ 256 h 256"/>
                  <a:gd name="T28" fmla="*/ 358 w 376"/>
                  <a:gd name="T29" fmla="*/ 256 h 256"/>
                  <a:gd name="T30" fmla="*/ 364 w 376"/>
                  <a:gd name="T31" fmla="*/ 254 h 256"/>
                  <a:gd name="T32" fmla="*/ 370 w 376"/>
                  <a:gd name="T33" fmla="*/ 250 h 256"/>
                  <a:gd name="T34" fmla="*/ 376 w 376"/>
                  <a:gd name="T35" fmla="*/ 244 h 256"/>
                  <a:gd name="T36" fmla="*/ 376 w 376"/>
                  <a:gd name="T37" fmla="*/ 236 h 256"/>
                  <a:gd name="T38" fmla="*/ 376 w 376"/>
                  <a:gd name="T39" fmla="*/ 18 h 256"/>
                  <a:gd name="T40" fmla="*/ 376 w 376"/>
                  <a:gd name="T41" fmla="*/ 18 h 256"/>
                  <a:gd name="T42" fmla="*/ 376 w 376"/>
                  <a:gd name="T43" fmla="*/ 12 h 256"/>
                  <a:gd name="T44" fmla="*/ 370 w 376"/>
                  <a:gd name="T45" fmla="*/ 6 h 256"/>
                  <a:gd name="T46" fmla="*/ 364 w 376"/>
                  <a:gd name="T47" fmla="*/ 2 h 256"/>
                  <a:gd name="T48" fmla="*/ 358 w 376"/>
                  <a:gd name="T49" fmla="*/ 0 h 256"/>
                  <a:gd name="T50" fmla="*/ 358 w 376"/>
                  <a:gd name="T51" fmla="*/ 0 h 256"/>
                  <a:gd name="T52" fmla="*/ 342 w 376"/>
                  <a:gd name="T53" fmla="*/ 224 h 256"/>
                  <a:gd name="T54" fmla="*/ 34 w 376"/>
                  <a:gd name="T55" fmla="*/ 224 h 256"/>
                  <a:gd name="T56" fmla="*/ 34 w 376"/>
                  <a:gd name="T57" fmla="*/ 30 h 256"/>
                  <a:gd name="T58" fmla="*/ 342 w 376"/>
                  <a:gd name="T59" fmla="*/ 30 h 256"/>
                  <a:gd name="T60" fmla="*/ 342 w 376"/>
                  <a:gd name="T61" fmla="*/ 224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376" h="256">
                    <a:moveTo>
                      <a:pt x="358" y="0"/>
                    </a:moveTo>
                    <a:lnTo>
                      <a:pt x="18" y="0"/>
                    </a:lnTo>
                    <a:lnTo>
                      <a:pt x="18" y="0"/>
                    </a:lnTo>
                    <a:lnTo>
                      <a:pt x="10" y="2"/>
                    </a:lnTo>
                    <a:lnTo>
                      <a:pt x="4" y="6"/>
                    </a:lnTo>
                    <a:lnTo>
                      <a:pt x="0" y="12"/>
                    </a:lnTo>
                    <a:lnTo>
                      <a:pt x="0" y="18"/>
                    </a:lnTo>
                    <a:lnTo>
                      <a:pt x="0" y="236"/>
                    </a:lnTo>
                    <a:lnTo>
                      <a:pt x="0" y="236"/>
                    </a:lnTo>
                    <a:lnTo>
                      <a:pt x="0" y="244"/>
                    </a:lnTo>
                    <a:lnTo>
                      <a:pt x="4" y="250"/>
                    </a:lnTo>
                    <a:lnTo>
                      <a:pt x="10" y="254"/>
                    </a:lnTo>
                    <a:lnTo>
                      <a:pt x="18" y="256"/>
                    </a:lnTo>
                    <a:lnTo>
                      <a:pt x="358" y="256"/>
                    </a:lnTo>
                    <a:lnTo>
                      <a:pt x="358" y="256"/>
                    </a:lnTo>
                    <a:lnTo>
                      <a:pt x="364" y="254"/>
                    </a:lnTo>
                    <a:lnTo>
                      <a:pt x="370" y="250"/>
                    </a:lnTo>
                    <a:lnTo>
                      <a:pt x="376" y="244"/>
                    </a:lnTo>
                    <a:lnTo>
                      <a:pt x="376" y="236"/>
                    </a:lnTo>
                    <a:lnTo>
                      <a:pt x="376" y="18"/>
                    </a:lnTo>
                    <a:lnTo>
                      <a:pt x="376" y="18"/>
                    </a:lnTo>
                    <a:lnTo>
                      <a:pt x="376" y="12"/>
                    </a:lnTo>
                    <a:lnTo>
                      <a:pt x="370" y="6"/>
                    </a:lnTo>
                    <a:lnTo>
                      <a:pt x="364" y="2"/>
                    </a:lnTo>
                    <a:lnTo>
                      <a:pt x="358" y="0"/>
                    </a:lnTo>
                    <a:lnTo>
                      <a:pt x="358" y="0"/>
                    </a:lnTo>
                    <a:close/>
                    <a:moveTo>
                      <a:pt x="342" y="224"/>
                    </a:moveTo>
                    <a:lnTo>
                      <a:pt x="34" y="224"/>
                    </a:lnTo>
                    <a:lnTo>
                      <a:pt x="34" y="30"/>
                    </a:lnTo>
                    <a:lnTo>
                      <a:pt x="342" y="30"/>
                    </a:lnTo>
                    <a:lnTo>
                      <a:pt x="342" y="22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9" name="Freeform 17"/>
              <p:cNvSpPr>
                <a:spLocks/>
              </p:cNvSpPr>
              <p:nvPr/>
            </p:nvSpPr>
            <p:spPr bwMode="auto">
              <a:xfrm>
                <a:off x="7910513" y="3805238"/>
                <a:ext cx="117475" cy="187325"/>
              </a:xfrm>
              <a:custGeom>
                <a:avLst/>
                <a:gdLst>
                  <a:gd name="T0" fmla="*/ 18 w 74"/>
                  <a:gd name="T1" fmla="*/ 70 h 118"/>
                  <a:gd name="T2" fmla="*/ 18 w 74"/>
                  <a:gd name="T3" fmla="*/ 118 h 118"/>
                  <a:gd name="T4" fmla="*/ 36 w 74"/>
                  <a:gd name="T5" fmla="*/ 100 h 118"/>
                  <a:gd name="T6" fmla="*/ 56 w 74"/>
                  <a:gd name="T7" fmla="*/ 118 h 118"/>
                  <a:gd name="T8" fmla="*/ 56 w 74"/>
                  <a:gd name="T9" fmla="*/ 70 h 118"/>
                  <a:gd name="T10" fmla="*/ 56 w 74"/>
                  <a:gd name="T11" fmla="*/ 70 h 118"/>
                  <a:gd name="T12" fmla="*/ 62 w 74"/>
                  <a:gd name="T13" fmla="*/ 64 h 118"/>
                  <a:gd name="T14" fmla="*/ 68 w 74"/>
                  <a:gd name="T15" fmla="*/ 56 h 118"/>
                  <a:gd name="T16" fmla="*/ 72 w 74"/>
                  <a:gd name="T17" fmla="*/ 48 h 118"/>
                  <a:gd name="T18" fmla="*/ 74 w 74"/>
                  <a:gd name="T19" fmla="*/ 38 h 118"/>
                  <a:gd name="T20" fmla="*/ 74 w 74"/>
                  <a:gd name="T21" fmla="*/ 38 h 118"/>
                  <a:gd name="T22" fmla="*/ 72 w 74"/>
                  <a:gd name="T23" fmla="*/ 30 h 118"/>
                  <a:gd name="T24" fmla="*/ 70 w 74"/>
                  <a:gd name="T25" fmla="*/ 22 h 118"/>
                  <a:gd name="T26" fmla="*/ 68 w 74"/>
                  <a:gd name="T27" fmla="*/ 16 h 118"/>
                  <a:gd name="T28" fmla="*/ 62 w 74"/>
                  <a:gd name="T29" fmla="*/ 10 h 118"/>
                  <a:gd name="T30" fmla="*/ 58 w 74"/>
                  <a:gd name="T31" fmla="*/ 6 h 118"/>
                  <a:gd name="T32" fmla="*/ 50 w 74"/>
                  <a:gd name="T33" fmla="*/ 2 h 118"/>
                  <a:gd name="T34" fmla="*/ 44 w 74"/>
                  <a:gd name="T35" fmla="*/ 0 h 118"/>
                  <a:gd name="T36" fmla="*/ 36 w 74"/>
                  <a:gd name="T37" fmla="*/ 0 h 118"/>
                  <a:gd name="T38" fmla="*/ 36 w 74"/>
                  <a:gd name="T39" fmla="*/ 0 h 118"/>
                  <a:gd name="T40" fmla="*/ 28 w 74"/>
                  <a:gd name="T41" fmla="*/ 0 h 118"/>
                  <a:gd name="T42" fmla="*/ 22 w 74"/>
                  <a:gd name="T43" fmla="*/ 2 h 118"/>
                  <a:gd name="T44" fmla="*/ 16 w 74"/>
                  <a:gd name="T45" fmla="*/ 6 h 118"/>
                  <a:gd name="T46" fmla="*/ 10 w 74"/>
                  <a:gd name="T47" fmla="*/ 10 h 118"/>
                  <a:gd name="T48" fmla="*/ 6 w 74"/>
                  <a:gd name="T49" fmla="*/ 16 h 118"/>
                  <a:gd name="T50" fmla="*/ 2 w 74"/>
                  <a:gd name="T51" fmla="*/ 22 h 118"/>
                  <a:gd name="T52" fmla="*/ 0 w 74"/>
                  <a:gd name="T53" fmla="*/ 30 h 118"/>
                  <a:gd name="T54" fmla="*/ 0 w 74"/>
                  <a:gd name="T55" fmla="*/ 38 h 118"/>
                  <a:gd name="T56" fmla="*/ 0 w 74"/>
                  <a:gd name="T57" fmla="*/ 38 h 118"/>
                  <a:gd name="T58" fmla="*/ 0 w 74"/>
                  <a:gd name="T59" fmla="*/ 48 h 118"/>
                  <a:gd name="T60" fmla="*/ 4 w 74"/>
                  <a:gd name="T61" fmla="*/ 56 h 118"/>
                  <a:gd name="T62" fmla="*/ 10 w 74"/>
                  <a:gd name="T63" fmla="*/ 64 h 118"/>
                  <a:gd name="T64" fmla="*/ 18 w 74"/>
                  <a:gd name="T65" fmla="*/ 70 h 118"/>
                  <a:gd name="T66" fmla="*/ 18 w 74"/>
                  <a:gd name="T67" fmla="*/ 7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74" h="118">
                    <a:moveTo>
                      <a:pt x="18" y="70"/>
                    </a:moveTo>
                    <a:lnTo>
                      <a:pt x="18" y="118"/>
                    </a:lnTo>
                    <a:lnTo>
                      <a:pt x="36" y="100"/>
                    </a:lnTo>
                    <a:lnTo>
                      <a:pt x="56" y="118"/>
                    </a:lnTo>
                    <a:lnTo>
                      <a:pt x="56" y="70"/>
                    </a:lnTo>
                    <a:lnTo>
                      <a:pt x="56" y="70"/>
                    </a:lnTo>
                    <a:lnTo>
                      <a:pt x="62" y="64"/>
                    </a:lnTo>
                    <a:lnTo>
                      <a:pt x="68" y="56"/>
                    </a:lnTo>
                    <a:lnTo>
                      <a:pt x="72" y="48"/>
                    </a:lnTo>
                    <a:lnTo>
                      <a:pt x="74" y="38"/>
                    </a:lnTo>
                    <a:lnTo>
                      <a:pt x="74" y="38"/>
                    </a:lnTo>
                    <a:lnTo>
                      <a:pt x="72" y="30"/>
                    </a:lnTo>
                    <a:lnTo>
                      <a:pt x="70" y="22"/>
                    </a:lnTo>
                    <a:lnTo>
                      <a:pt x="68" y="16"/>
                    </a:lnTo>
                    <a:lnTo>
                      <a:pt x="62" y="10"/>
                    </a:lnTo>
                    <a:lnTo>
                      <a:pt x="58" y="6"/>
                    </a:lnTo>
                    <a:lnTo>
                      <a:pt x="50" y="2"/>
                    </a:lnTo>
                    <a:lnTo>
                      <a:pt x="44" y="0"/>
                    </a:lnTo>
                    <a:lnTo>
                      <a:pt x="36" y="0"/>
                    </a:lnTo>
                    <a:lnTo>
                      <a:pt x="36" y="0"/>
                    </a:lnTo>
                    <a:lnTo>
                      <a:pt x="28" y="0"/>
                    </a:lnTo>
                    <a:lnTo>
                      <a:pt x="22" y="2"/>
                    </a:lnTo>
                    <a:lnTo>
                      <a:pt x="16" y="6"/>
                    </a:lnTo>
                    <a:lnTo>
                      <a:pt x="10" y="10"/>
                    </a:lnTo>
                    <a:lnTo>
                      <a:pt x="6" y="16"/>
                    </a:lnTo>
                    <a:lnTo>
                      <a:pt x="2" y="22"/>
                    </a:lnTo>
                    <a:lnTo>
                      <a:pt x="0" y="30"/>
                    </a:lnTo>
                    <a:lnTo>
                      <a:pt x="0" y="38"/>
                    </a:lnTo>
                    <a:lnTo>
                      <a:pt x="0" y="38"/>
                    </a:lnTo>
                    <a:lnTo>
                      <a:pt x="0" y="48"/>
                    </a:lnTo>
                    <a:lnTo>
                      <a:pt x="4" y="56"/>
                    </a:lnTo>
                    <a:lnTo>
                      <a:pt x="10" y="64"/>
                    </a:lnTo>
                    <a:lnTo>
                      <a:pt x="18" y="70"/>
                    </a:lnTo>
                    <a:lnTo>
                      <a:pt x="18"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0" name="Rectangle 18"/>
              <p:cNvSpPr>
                <a:spLocks noChangeArrowheads="1"/>
              </p:cNvSpPr>
              <p:nvPr/>
            </p:nvSpPr>
            <p:spPr bwMode="auto">
              <a:xfrm>
                <a:off x="7694613" y="380841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1" name="Rectangle 19"/>
              <p:cNvSpPr>
                <a:spLocks noChangeArrowheads="1"/>
              </p:cNvSpPr>
              <p:nvPr/>
            </p:nvSpPr>
            <p:spPr bwMode="auto">
              <a:xfrm>
                <a:off x="7694613" y="3878263"/>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82" name="Rectangle 20"/>
              <p:cNvSpPr>
                <a:spLocks noChangeArrowheads="1"/>
              </p:cNvSpPr>
              <p:nvPr/>
            </p:nvSpPr>
            <p:spPr bwMode="auto">
              <a:xfrm>
                <a:off x="7694613" y="3951288"/>
                <a:ext cx="180975" cy="381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nvGrpSpPr>
            <p:cNvPr id="66" name="Group 65"/>
            <p:cNvGrpSpPr/>
            <p:nvPr/>
          </p:nvGrpSpPr>
          <p:grpSpPr>
            <a:xfrm>
              <a:off x="4576010" y="2578029"/>
              <a:ext cx="1719157" cy="1164284"/>
              <a:chOff x="8933043" y="3080582"/>
              <a:chExt cx="1940444" cy="1314148"/>
            </a:xfrm>
          </p:grpSpPr>
          <p:sp>
            <p:nvSpPr>
              <p:cNvPr id="67" name="Freeform 12"/>
              <p:cNvSpPr>
                <a:spLocks/>
              </p:cNvSpPr>
              <p:nvPr/>
            </p:nvSpPr>
            <p:spPr bwMode="auto">
              <a:xfrm>
                <a:off x="10739663" y="3286670"/>
                <a:ext cx="133824" cy="211441"/>
              </a:xfrm>
              <a:custGeom>
                <a:avLst/>
                <a:gdLst>
                  <a:gd name="T0" fmla="*/ 102 w 107"/>
                  <a:gd name="T1" fmla="*/ 60 h 169"/>
                  <a:gd name="T2" fmla="*/ 96 w 107"/>
                  <a:gd name="T3" fmla="*/ 60 h 169"/>
                  <a:gd name="T4" fmla="*/ 101 w 107"/>
                  <a:gd name="T5" fmla="*/ 47 h 169"/>
                  <a:gd name="T6" fmla="*/ 97 w 107"/>
                  <a:gd name="T7" fmla="*/ 37 h 169"/>
                  <a:gd name="T8" fmla="*/ 94 w 107"/>
                  <a:gd name="T9" fmla="*/ 37 h 169"/>
                  <a:gd name="T10" fmla="*/ 98 w 107"/>
                  <a:gd name="T11" fmla="*/ 26 h 169"/>
                  <a:gd name="T12" fmla="*/ 93 w 107"/>
                  <a:gd name="T13" fmla="*/ 14 h 169"/>
                  <a:gd name="T14" fmla="*/ 86 w 107"/>
                  <a:gd name="T15" fmla="*/ 15 h 169"/>
                  <a:gd name="T16" fmla="*/ 86 w 107"/>
                  <a:gd name="T17" fmla="*/ 13 h 169"/>
                  <a:gd name="T18" fmla="*/ 81 w 107"/>
                  <a:gd name="T19" fmla="*/ 1 h 169"/>
                  <a:gd name="T20" fmla="*/ 69 w 107"/>
                  <a:gd name="T21" fmla="*/ 7 h 169"/>
                  <a:gd name="T22" fmla="*/ 50 w 107"/>
                  <a:gd name="T23" fmla="*/ 56 h 169"/>
                  <a:gd name="T24" fmla="*/ 44 w 107"/>
                  <a:gd name="T25" fmla="*/ 49 h 169"/>
                  <a:gd name="T26" fmla="*/ 29 w 107"/>
                  <a:gd name="T27" fmla="*/ 55 h 169"/>
                  <a:gd name="T28" fmla="*/ 28 w 107"/>
                  <a:gd name="T29" fmla="*/ 58 h 169"/>
                  <a:gd name="T30" fmla="*/ 16 w 107"/>
                  <a:gd name="T31" fmla="*/ 89 h 169"/>
                  <a:gd name="T32" fmla="*/ 7 w 107"/>
                  <a:gd name="T33" fmla="*/ 112 h 169"/>
                  <a:gd name="T34" fmla="*/ 7 w 107"/>
                  <a:gd name="T35" fmla="*/ 112 h 169"/>
                  <a:gd name="T36" fmla="*/ 29 w 107"/>
                  <a:gd name="T37" fmla="*/ 161 h 169"/>
                  <a:gd name="T38" fmla="*/ 79 w 107"/>
                  <a:gd name="T39" fmla="*/ 139 h 169"/>
                  <a:gd name="T40" fmla="*/ 79 w 107"/>
                  <a:gd name="T41" fmla="*/ 139 h 169"/>
                  <a:gd name="T42" fmla="*/ 89 w 107"/>
                  <a:gd name="T43" fmla="*/ 114 h 169"/>
                  <a:gd name="T44" fmla="*/ 99 w 107"/>
                  <a:gd name="T45" fmla="*/ 86 h 169"/>
                  <a:gd name="T46" fmla="*/ 106 w 107"/>
                  <a:gd name="T47" fmla="*/ 69 h 169"/>
                  <a:gd name="T48" fmla="*/ 102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102" y="60"/>
                    </a:moveTo>
                    <a:cubicBezTo>
                      <a:pt x="100" y="59"/>
                      <a:pt x="98" y="59"/>
                      <a:pt x="96" y="60"/>
                    </a:cubicBezTo>
                    <a:cubicBezTo>
                      <a:pt x="99" y="53"/>
                      <a:pt x="101" y="47"/>
                      <a:pt x="101" y="47"/>
                    </a:cubicBezTo>
                    <a:cubicBezTo>
                      <a:pt x="102" y="43"/>
                      <a:pt x="101" y="39"/>
                      <a:pt x="97" y="37"/>
                    </a:cubicBezTo>
                    <a:cubicBezTo>
                      <a:pt x="96" y="37"/>
                      <a:pt x="95" y="37"/>
                      <a:pt x="94" y="37"/>
                    </a:cubicBezTo>
                    <a:cubicBezTo>
                      <a:pt x="96" y="31"/>
                      <a:pt x="98" y="27"/>
                      <a:pt x="98" y="26"/>
                    </a:cubicBezTo>
                    <a:cubicBezTo>
                      <a:pt x="100" y="21"/>
                      <a:pt x="98" y="16"/>
                      <a:pt x="93" y="14"/>
                    </a:cubicBezTo>
                    <a:cubicBezTo>
                      <a:pt x="90" y="13"/>
                      <a:pt x="88" y="13"/>
                      <a:pt x="86" y="15"/>
                    </a:cubicBezTo>
                    <a:cubicBezTo>
                      <a:pt x="86" y="14"/>
                      <a:pt x="86" y="13"/>
                      <a:pt x="86" y="13"/>
                    </a:cubicBezTo>
                    <a:cubicBezTo>
                      <a:pt x="88" y="8"/>
                      <a:pt x="86" y="3"/>
                      <a:pt x="81" y="1"/>
                    </a:cubicBezTo>
                    <a:cubicBezTo>
                      <a:pt x="76" y="0"/>
                      <a:pt x="71" y="2"/>
                      <a:pt x="69" y="7"/>
                    </a:cubicBezTo>
                    <a:cubicBezTo>
                      <a:pt x="68" y="9"/>
                      <a:pt x="56" y="41"/>
                      <a:pt x="50" y="56"/>
                    </a:cubicBezTo>
                    <a:cubicBezTo>
                      <a:pt x="49" y="53"/>
                      <a:pt x="47" y="50"/>
                      <a:pt x="44" y="49"/>
                    </a:cubicBezTo>
                    <a:cubicBezTo>
                      <a:pt x="38" y="46"/>
                      <a:pt x="31" y="49"/>
                      <a:pt x="29" y="55"/>
                    </a:cubicBezTo>
                    <a:cubicBezTo>
                      <a:pt x="29" y="56"/>
                      <a:pt x="28" y="57"/>
                      <a:pt x="28" y="58"/>
                    </a:cubicBezTo>
                    <a:cubicBezTo>
                      <a:pt x="25" y="67"/>
                      <a:pt x="17" y="86"/>
                      <a:pt x="16" y="89"/>
                    </a:cubicBezTo>
                    <a:cubicBezTo>
                      <a:pt x="7" y="112"/>
                      <a:pt x="7" y="112"/>
                      <a:pt x="7" y="112"/>
                    </a:cubicBezTo>
                    <a:cubicBezTo>
                      <a:pt x="7" y="112"/>
                      <a:pt x="7" y="112"/>
                      <a:pt x="7" y="112"/>
                    </a:cubicBezTo>
                    <a:cubicBezTo>
                      <a:pt x="0" y="132"/>
                      <a:pt x="10" y="154"/>
                      <a:pt x="29" y="161"/>
                    </a:cubicBezTo>
                    <a:cubicBezTo>
                      <a:pt x="49" y="169"/>
                      <a:pt x="71" y="159"/>
                      <a:pt x="79" y="139"/>
                    </a:cubicBezTo>
                    <a:cubicBezTo>
                      <a:pt x="79" y="139"/>
                      <a:pt x="79" y="139"/>
                      <a:pt x="79" y="139"/>
                    </a:cubicBezTo>
                    <a:cubicBezTo>
                      <a:pt x="89" y="114"/>
                      <a:pt x="89" y="114"/>
                      <a:pt x="89" y="114"/>
                    </a:cubicBezTo>
                    <a:cubicBezTo>
                      <a:pt x="89" y="113"/>
                      <a:pt x="95" y="98"/>
                      <a:pt x="99" y="86"/>
                    </a:cubicBezTo>
                    <a:cubicBezTo>
                      <a:pt x="103" y="77"/>
                      <a:pt x="106" y="70"/>
                      <a:pt x="106" y="69"/>
                    </a:cubicBezTo>
                    <a:cubicBezTo>
                      <a:pt x="107" y="65"/>
                      <a:pt x="105" y="61"/>
                      <a:pt x="102"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8" name="Freeform 13"/>
              <p:cNvSpPr>
                <a:spLocks/>
              </p:cNvSpPr>
              <p:nvPr/>
            </p:nvSpPr>
            <p:spPr bwMode="auto">
              <a:xfrm>
                <a:off x="8933043" y="3286670"/>
                <a:ext cx="136500" cy="211441"/>
              </a:xfrm>
              <a:custGeom>
                <a:avLst/>
                <a:gdLst>
                  <a:gd name="T0" fmla="*/ 5 w 107"/>
                  <a:gd name="T1" fmla="*/ 60 h 169"/>
                  <a:gd name="T2" fmla="*/ 11 w 107"/>
                  <a:gd name="T3" fmla="*/ 60 h 169"/>
                  <a:gd name="T4" fmla="*/ 6 w 107"/>
                  <a:gd name="T5" fmla="*/ 47 h 169"/>
                  <a:gd name="T6" fmla="*/ 10 w 107"/>
                  <a:gd name="T7" fmla="*/ 37 h 169"/>
                  <a:gd name="T8" fmla="*/ 13 w 107"/>
                  <a:gd name="T9" fmla="*/ 37 h 169"/>
                  <a:gd name="T10" fmla="*/ 9 w 107"/>
                  <a:gd name="T11" fmla="*/ 26 h 169"/>
                  <a:gd name="T12" fmla="*/ 14 w 107"/>
                  <a:gd name="T13" fmla="*/ 14 h 169"/>
                  <a:gd name="T14" fmla="*/ 21 w 107"/>
                  <a:gd name="T15" fmla="*/ 15 h 169"/>
                  <a:gd name="T16" fmla="*/ 21 w 107"/>
                  <a:gd name="T17" fmla="*/ 13 h 169"/>
                  <a:gd name="T18" fmla="*/ 26 w 107"/>
                  <a:gd name="T19" fmla="*/ 1 h 169"/>
                  <a:gd name="T20" fmla="*/ 38 w 107"/>
                  <a:gd name="T21" fmla="*/ 7 h 169"/>
                  <a:gd name="T22" fmla="*/ 57 w 107"/>
                  <a:gd name="T23" fmla="*/ 56 h 169"/>
                  <a:gd name="T24" fmla="*/ 63 w 107"/>
                  <a:gd name="T25" fmla="*/ 49 h 169"/>
                  <a:gd name="T26" fmla="*/ 78 w 107"/>
                  <a:gd name="T27" fmla="*/ 55 h 169"/>
                  <a:gd name="T28" fmla="*/ 79 w 107"/>
                  <a:gd name="T29" fmla="*/ 58 h 169"/>
                  <a:gd name="T30" fmla="*/ 91 w 107"/>
                  <a:gd name="T31" fmla="*/ 89 h 169"/>
                  <a:gd name="T32" fmla="*/ 100 w 107"/>
                  <a:gd name="T33" fmla="*/ 112 h 169"/>
                  <a:gd name="T34" fmla="*/ 100 w 107"/>
                  <a:gd name="T35" fmla="*/ 112 h 169"/>
                  <a:gd name="T36" fmla="*/ 78 w 107"/>
                  <a:gd name="T37" fmla="*/ 161 h 169"/>
                  <a:gd name="T38" fmla="*/ 28 w 107"/>
                  <a:gd name="T39" fmla="*/ 139 h 169"/>
                  <a:gd name="T40" fmla="*/ 28 w 107"/>
                  <a:gd name="T41" fmla="*/ 139 h 169"/>
                  <a:gd name="T42" fmla="*/ 18 w 107"/>
                  <a:gd name="T43" fmla="*/ 114 h 169"/>
                  <a:gd name="T44" fmla="*/ 8 w 107"/>
                  <a:gd name="T45" fmla="*/ 86 h 169"/>
                  <a:gd name="T46" fmla="*/ 1 w 107"/>
                  <a:gd name="T47" fmla="*/ 69 h 169"/>
                  <a:gd name="T48" fmla="*/ 5 w 107"/>
                  <a:gd name="T49" fmla="*/ 60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07" h="169">
                    <a:moveTo>
                      <a:pt x="5" y="60"/>
                    </a:moveTo>
                    <a:cubicBezTo>
                      <a:pt x="7" y="59"/>
                      <a:pt x="9" y="59"/>
                      <a:pt x="11" y="60"/>
                    </a:cubicBezTo>
                    <a:cubicBezTo>
                      <a:pt x="8" y="53"/>
                      <a:pt x="6" y="47"/>
                      <a:pt x="6" y="47"/>
                    </a:cubicBezTo>
                    <a:cubicBezTo>
                      <a:pt x="5" y="43"/>
                      <a:pt x="6" y="39"/>
                      <a:pt x="10" y="37"/>
                    </a:cubicBezTo>
                    <a:cubicBezTo>
                      <a:pt x="11" y="37"/>
                      <a:pt x="12" y="37"/>
                      <a:pt x="13" y="37"/>
                    </a:cubicBezTo>
                    <a:cubicBezTo>
                      <a:pt x="11" y="31"/>
                      <a:pt x="9" y="27"/>
                      <a:pt x="9" y="26"/>
                    </a:cubicBezTo>
                    <a:cubicBezTo>
                      <a:pt x="7" y="21"/>
                      <a:pt x="9" y="16"/>
                      <a:pt x="14" y="14"/>
                    </a:cubicBezTo>
                    <a:cubicBezTo>
                      <a:pt x="17" y="13"/>
                      <a:pt x="19" y="13"/>
                      <a:pt x="21" y="15"/>
                    </a:cubicBezTo>
                    <a:cubicBezTo>
                      <a:pt x="21" y="14"/>
                      <a:pt x="21" y="13"/>
                      <a:pt x="21" y="13"/>
                    </a:cubicBezTo>
                    <a:cubicBezTo>
                      <a:pt x="19" y="8"/>
                      <a:pt x="21" y="3"/>
                      <a:pt x="26" y="1"/>
                    </a:cubicBezTo>
                    <a:cubicBezTo>
                      <a:pt x="31" y="0"/>
                      <a:pt x="36" y="2"/>
                      <a:pt x="38" y="7"/>
                    </a:cubicBezTo>
                    <a:cubicBezTo>
                      <a:pt x="39" y="9"/>
                      <a:pt x="51" y="41"/>
                      <a:pt x="57" y="56"/>
                    </a:cubicBezTo>
                    <a:cubicBezTo>
                      <a:pt x="58" y="53"/>
                      <a:pt x="60" y="50"/>
                      <a:pt x="63" y="49"/>
                    </a:cubicBezTo>
                    <a:cubicBezTo>
                      <a:pt x="69" y="46"/>
                      <a:pt x="76" y="49"/>
                      <a:pt x="78" y="55"/>
                    </a:cubicBezTo>
                    <a:cubicBezTo>
                      <a:pt x="78" y="56"/>
                      <a:pt x="79" y="57"/>
                      <a:pt x="79" y="58"/>
                    </a:cubicBezTo>
                    <a:cubicBezTo>
                      <a:pt x="82" y="67"/>
                      <a:pt x="90" y="86"/>
                      <a:pt x="91" y="89"/>
                    </a:cubicBezTo>
                    <a:cubicBezTo>
                      <a:pt x="100" y="112"/>
                      <a:pt x="100" y="112"/>
                      <a:pt x="100" y="112"/>
                    </a:cubicBezTo>
                    <a:cubicBezTo>
                      <a:pt x="100" y="112"/>
                      <a:pt x="100" y="112"/>
                      <a:pt x="100" y="112"/>
                    </a:cubicBezTo>
                    <a:cubicBezTo>
                      <a:pt x="107" y="132"/>
                      <a:pt x="97" y="154"/>
                      <a:pt x="78" y="161"/>
                    </a:cubicBezTo>
                    <a:cubicBezTo>
                      <a:pt x="58" y="169"/>
                      <a:pt x="36" y="159"/>
                      <a:pt x="28" y="139"/>
                    </a:cubicBezTo>
                    <a:cubicBezTo>
                      <a:pt x="28" y="139"/>
                      <a:pt x="28" y="139"/>
                      <a:pt x="28" y="139"/>
                    </a:cubicBezTo>
                    <a:cubicBezTo>
                      <a:pt x="18" y="114"/>
                      <a:pt x="18" y="114"/>
                      <a:pt x="18" y="114"/>
                    </a:cubicBezTo>
                    <a:cubicBezTo>
                      <a:pt x="18" y="113"/>
                      <a:pt x="12" y="98"/>
                      <a:pt x="8" y="86"/>
                    </a:cubicBezTo>
                    <a:cubicBezTo>
                      <a:pt x="4" y="77"/>
                      <a:pt x="1" y="70"/>
                      <a:pt x="1" y="69"/>
                    </a:cubicBezTo>
                    <a:cubicBezTo>
                      <a:pt x="0" y="65"/>
                      <a:pt x="1" y="61"/>
                      <a:pt x="5" y="60"/>
                    </a:cubicBez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69" name="Freeform 14"/>
              <p:cNvSpPr>
                <a:spLocks/>
              </p:cNvSpPr>
              <p:nvPr/>
            </p:nvSpPr>
            <p:spPr bwMode="auto">
              <a:xfrm>
                <a:off x="8973190" y="3436553"/>
                <a:ext cx="1862826" cy="958177"/>
              </a:xfrm>
              <a:custGeom>
                <a:avLst/>
                <a:gdLst>
                  <a:gd name="T0" fmla="*/ 1400 w 1478"/>
                  <a:gd name="T1" fmla="*/ 0 h 762"/>
                  <a:gd name="T2" fmla="*/ 1292 w 1478"/>
                  <a:gd name="T3" fmla="*/ 133 h 762"/>
                  <a:gd name="T4" fmla="*/ 1072 w 1478"/>
                  <a:gd name="T5" fmla="*/ 178 h 762"/>
                  <a:gd name="T6" fmla="*/ 898 w 1478"/>
                  <a:gd name="T7" fmla="*/ 72 h 762"/>
                  <a:gd name="T8" fmla="*/ 579 w 1478"/>
                  <a:gd name="T9" fmla="*/ 74 h 762"/>
                  <a:gd name="T10" fmla="*/ 406 w 1478"/>
                  <a:gd name="T11" fmla="*/ 178 h 762"/>
                  <a:gd name="T12" fmla="*/ 185 w 1478"/>
                  <a:gd name="T13" fmla="*/ 133 h 762"/>
                  <a:gd name="T14" fmla="*/ 78 w 1478"/>
                  <a:gd name="T15" fmla="*/ 0 h 762"/>
                  <a:gd name="T16" fmla="*/ 0 w 1478"/>
                  <a:gd name="T17" fmla="*/ 31 h 762"/>
                  <a:gd name="T18" fmla="*/ 139 w 1478"/>
                  <a:gd name="T19" fmla="*/ 203 h 762"/>
                  <a:gd name="T20" fmla="*/ 349 w 1478"/>
                  <a:gd name="T21" fmla="*/ 268 h 762"/>
                  <a:gd name="T22" fmla="*/ 422 w 1478"/>
                  <a:gd name="T23" fmla="*/ 261 h 762"/>
                  <a:gd name="T24" fmla="*/ 579 w 1478"/>
                  <a:gd name="T25" fmla="*/ 190 h 762"/>
                  <a:gd name="T26" fmla="*/ 579 w 1478"/>
                  <a:gd name="T27" fmla="*/ 762 h 762"/>
                  <a:gd name="T28" fmla="*/ 898 w 1478"/>
                  <a:gd name="T29" fmla="*/ 762 h 762"/>
                  <a:gd name="T30" fmla="*/ 898 w 1478"/>
                  <a:gd name="T31" fmla="*/ 189 h 762"/>
                  <a:gd name="T32" fmla="*/ 1128 w 1478"/>
                  <a:gd name="T33" fmla="*/ 267 h 762"/>
                  <a:gd name="T34" fmla="*/ 1339 w 1478"/>
                  <a:gd name="T35" fmla="*/ 203 h 762"/>
                  <a:gd name="T36" fmla="*/ 1478 w 1478"/>
                  <a:gd name="T37" fmla="*/ 31 h 762"/>
                  <a:gd name="T38" fmla="*/ 1400 w 1478"/>
                  <a:gd name="T39" fmla="*/ 0 h 7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8" h="762">
                    <a:moveTo>
                      <a:pt x="1400" y="0"/>
                    </a:move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762"/>
                      <a:pt x="579" y="762"/>
                      <a:pt x="579" y="762"/>
                    </a:cubicBezTo>
                    <a:cubicBezTo>
                      <a:pt x="898" y="762"/>
                      <a:pt x="898" y="762"/>
                      <a:pt x="898" y="762"/>
                    </a:cubicBezTo>
                    <a:cubicBezTo>
                      <a:pt x="898" y="189"/>
                      <a:pt x="898" y="189"/>
                      <a:pt x="898" y="189"/>
                    </a:cubicBezTo>
                    <a:cubicBezTo>
                      <a:pt x="964" y="241"/>
                      <a:pt x="1046" y="267"/>
                      <a:pt x="1128" y="267"/>
                    </a:cubicBezTo>
                    <a:cubicBezTo>
                      <a:pt x="1201" y="267"/>
                      <a:pt x="1274" y="247"/>
                      <a:pt x="1339" y="203"/>
                    </a:cubicBezTo>
                    <a:cubicBezTo>
                      <a:pt x="1402" y="161"/>
                      <a:pt x="1450" y="101"/>
                      <a:pt x="1478" y="31"/>
                    </a:cubicBezTo>
                    <a:lnTo>
                      <a:pt x="1400" y="0"/>
                    </a:lnTo>
                    <a:close/>
                  </a:path>
                </a:pathLst>
              </a:custGeom>
              <a:solidFill>
                <a:sysClr val="window" lastClr="FFFFFF">
                  <a:lumMod val="75000"/>
                </a:sysClr>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0" name="Freeform 15"/>
              <p:cNvSpPr>
                <a:spLocks/>
              </p:cNvSpPr>
              <p:nvPr/>
            </p:nvSpPr>
            <p:spPr bwMode="auto">
              <a:xfrm>
                <a:off x="8973190" y="3436552"/>
                <a:ext cx="1862827" cy="337236"/>
              </a:xfrm>
              <a:custGeom>
                <a:avLst/>
                <a:gdLst>
                  <a:gd name="T0" fmla="*/ 1128 w 1478"/>
                  <a:gd name="T1" fmla="*/ 267 h 268"/>
                  <a:gd name="T2" fmla="*/ 1339 w 1478"/>
                  <a:gd name="T3" fmla="*/ 203 h 268"/>
                  <a:gd name="T4" fmla="*/ 1478 w 1478"/>
                  <a:gd name="T5" fmla="*/ 31 h 268"/>
                  <a:gd name="T6" fmla="*/ 1400 w 1478"/>
                  <a:gd name="T7" fmla="*/ 0 h 268"/>
                  <a:gd name="T8" fmla="*/ 1292 w 1478"/>
                  <a:gd name="T9" fmla="*/ 133 h 268"/>
                  <a:gd name="T10" fmla="*/ 1072 w 1478"/>
                  <a:gd name="T11" fmla="*/ 178 h 268"/>
                  <a:gd name="T12" fmla="*/ 898 w 1478"/>
                  <a:gd name="T13" fmla="*/ 72 h 268"/>
                  <a:gd name="T14" fmla="*/ 579 w 1478"/>
                  <a:gd name="T15" fmla="*/ 74 h 268"/>
                  <a:gd name="T16" fmla="*/ 406 w 1478"/>
                  <a:gd name="T17" fmla="*/ 178 h 268"/>
                  <a:gd name="T18" fmla="*/ 185 w 1478"/>
                  <a:gd name="T19" fmla="*/ 133 h 268"/>
                  <a:gd name="T20" fmla="*/ 78 w 1478"/>
                  <a:gd name="T21" fmla="*/ 0 h 268"/>
                  <a:gd name="T22" fmla="*/ 0 w 1478"/>
                  <a:gd name="T23" fmla="*/ 31 h 268"/>
                  <a:gd name="T24" fmla="*/ 139 w 1478"/>
                  <a:gd name="T25" fmla="*/ 203 h 268"/>
                  <a:gd name="T26" fmla="*/ 349 w 1478"/>
                  <a:gd name="T27" fmla="*/ 268 h 268"/>
                  <a:gd name="T28" fmla="*/ 422 w 1478"/>
                  <a:gd name="T29" fmla="*/ 261 h 268"/>
                  <a:gd name="T30" fmla="*/ 579 w 1478"/>
                  <a:gd name="T31" fmla="*/ 190 h 268"/>
                  <a:gd name="T32" fmla="*/ 579 w 1478"/>
                  <a:gd name="T33" fmla="*/ 199 h 268"/>
                  <a:gd name="T34" fmla="*/ 613 w 1478"/>
                  <a:gd name="T35" fmla="*/ 85 h 268"/>
                  <a:gd name="T36" fmla="*/ 643 w 1478"/>
                  <a:gd name="T37" fmla="*/ 85 h 268"/>
                  <a:gd name="T38" fmla="*/ 713 w 1478"/>
                  <a:gd name="T39" fmla="*/ 135 h 268"/>
                  <a:gd name="T40" fmla="*/ 778 w 1478"/>
                  <a:gd name="T41" fmla="*/ 85 h 268"/>
                  <a:gd name="T42" fmla="*/ 835 w 1478"/>
                  <a:gd name="T43" fmla="*/ 85 h 268"/>
                  <a:gd name="T44" fmla="*/ 913 w 1478"/>
                  <a:gd name="T45" fmla="*/ 200 h 268"/>
                  <a:gd name="T46" fmla="*/ 1128 w 1478"/>
                  <a:gd name="T47" fmla="*/ 267 h 2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478" h="268">
                    <a:moveTo>
                      <a:pt x="1128" y="267"/>
                    </a:moveTo>
                    <a:cubicBezTo>
                      <a:pt x="1201" y="267"/>
                      <a:pt x="1274" y="247"/>
                      <a:pt x="1339" y="203"/>
                    </a:cubicBezTo>
                    <a:cubicBezTo>
                      <a:pt x="1402" y="161"/>
                      <a:pt x="1450" y="101"/>
                      <a:pt x="1478" y="31"/>
                    </a:cubicBezTo>
                    <a:cubicBezTo>
                      <a:pt x="1400" y="0"/>
                      <a:pt x="1400" y="0"/>
                      <a:pt x="1400" y="0"/>
                    </a:cubicBezTo>
                    <a:cubicBezTo>
                      <a:pt x="1378" y="54"/>
                      <a:pt x="1341" y="101"/>
                      <a:pt x="1292" y="133"/>
                    </a:cubicBezTo>
                    <a:cubicBezTo>
                      <a:pt x="1227" y="177"/>
                      <a:pt x="1149" y="193"/>
                      <a:pt x="1072" y="178"/>
                    </a:cubicBezTo>
                    <a:cubicBezTo>
                      <a:pt x="1002" y="165"/>
                      <a:pt x="941" y="127"/>
                      <a:pt x="898" y="72"/>
                    </a:cubicBezTo>
                    <a:cubicBezTo>
                      <a:pt x="579" y="74"/>
                      <a:pt x="579" y="74"/>
                      <a:pt x="579" y="74"/>
                    </a:cubicBezTo>
                    <a:cubicBezTo>
                      <a:pt x="535" y="128"/>
                      <a:pt x="475" y="165"/>
                      <a:pt x="406" y="178"/>
                    </a:cubicBezTo>
                    <a:cubicBezTo>
                      <a:pt x="329" y="193"/>
                      <a:pt x="250" y="177"/>
                      <a:pt x="185" y="133"/>
                    </a:cubicBezTo>
                    <a:cubicBezTo>
                      <a:pt x="137" y="101"/>
                      <a:pt x="99" y="54"/>
                      <a:pt x="78" y="0"/>
                    </a:cubicBezTo>
                    <a:cubicBezTo>
                      <a:pt x="0" y="31"/>
                      <a:pt x="0" y="31"/>
                      <a:pt x="0" y="31"/>
                    </a:cubicBezTo>
                    <a:cubicBezTo>
                      <a:pt x="28" y="101"/>
                      <a:pt x="76" y="161"/>
                      <a:pt x="139" y="203"/>
                    </a:cubicBezTo>
                    <a:cubicBezTo>
                      <a:pt x="202" y="246"/>
                      <a:pt x="274" y="268"/>
                      <a:pt x="349" y="268"/>
                    </a:cubicBezTo>
                    <a:cubicBezTo>
                      <a:pt x="373" y="268"/>
                      <a:pt x="397" y="265"/>
                      <a:pt x="422" y="261"/>
                    </a:cubicBezTo>
                    <a:cubicBezTo>
                      <a:pt x="480" y="249"/>
                      <a:pt x="533" y="225"/>
                      <a:pt x="579" y="190"/>
                    </a:cubicBezTo>
                    <a:cubicBezTo>
                      <a:pt x="579" y="199"/>
                      <a:pt x="579" y="199"/>
                      <a:pt x="579" y="199"/>
                    </a:cubicBezTo>
                    <a:cubicBezTo>
                      <a:pt x="613" y="85"/>
                      <a:pt x="613" y="85"/>
                      <a:pt x="613" y="85"/>
                    </a:cubicBezTo>
                    <a:cubicBezTo>
                      <a:pt x="643" y="85"/>
                      <a:pt x="643" y="85"/>
                      <a:pt x="643" y="85"/>
                    </a:cubicBezTo>
                    <a:cubicBezTo>
                      <a:pt x="713" y="135"/>
                      <a:pt x="713" y="135"/>
                      <a:pt x="713" y="135"/>
                    </a:cubicBezTo>
                    <a:cubicBezTo>
                      <a:pt x="778" y="85"/>
                      <a:pt x="778" y="85"/>
                      <a:pt x="778" y="85"/>
                    </a:cubicBezTo>
                    <a:cubicBezTo>
                      <a:pt x="835" y="85"/>
                      <a:pt x="835" y="85"/>
                      <a:pt x="835" y="85"/>
                    </a:cubicBezTo>
                    <a:cubicBezTo>
                      <a:pt x="913" y="200"/>
                      <a:pt x="913" y="200"/>
                      <a:pt x="913" y="200"/>
                    </a:cubicBezTo>
                    <a:cubicBezTo>
                      <a:pt x="976" y="244"/>
                      <a:pt x="1052" y="267"/>
                      <a:pt x="1128" y="267"/>
                    </a:cubicBezTo>
                    <a:close/>
                  </a:path>
                </a:pathLst>
              </a:custGeom>
              <a:solidFill>
                <a:srgbClr val="0072C6"/>
              </a:solidFill>
              <a:ln>
                <a:noFill/>
              </a:ln>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1" name="Freeform 35"/>
              <p:cNvSpPr>
                <a:spLocks/>
              </p:cNvSpPr>
              <p:nvPr/>
            </p:nvSpPr>
            <p:spPr bwMode="auto">
              <a:xfrm>
                <a:off x="9481720" y="3080582"/>
                <a:ext cx="291736" cy="291736"/>
              </a:xfrm>
              <a:custGeom>
                <a:avLst/>
                <a:gdLst>
                  <a:gd name="T0" fmla="*/ 92 w 232"/>
                  <a:gd name="T1" fmla="*/ 232 h 232"/>
                  <a:gd name="T2" fmla="*/ 139 w 232"/>
                  <a:gd name="T3" fmla="*/ 0 h 232"/>
                  <a:gd name="T4" fmla="*/ 92 w 232"/>
                  <a:gd name="T5" fmla="*/ 232 h 232"/>
                </a:gdLst>
                <a:ahLst/>
                <a:cxnLst>
                  <a:cxn ang="0">
                    <a:pos x="T0" y="T1"/>
                  </a:cxn>
                  <a:cxn ang="0">
                    <a:pos x="T2" y="T3"/>
                  </a:cxn>
                  <a:cxn ang="0">
                    <a:pos x="T4" y="T5"/>
                  </a:cxn>
                </a:cxnLst>
                <a:rect l="0" t="0" r="r" b="b"/>
                <a:pathLst>
                  <a:path w="232" h="232">
                    <a:moveTo>
                      <a:pt x="92" y="232"/>
                    </a:moveTo>
                    <a:cubicBezTo>
                      <a:pt x="92" y="232"/>
                      <a:pt x="0" y="92"/>
                      <a:pt x="139" y="0"/>
                    </a:cubicBezTo>
                    <a:cubicBezTo>
                      <a:pt x="139" y="0"/>
                      <a:pt x="232" y="139"/>
                      <a:pt x="92" y="232"/>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2" name="Freeform 36"/>
              <p:cNvSpPr>
                <a:spLocks/>
              </p:cNvSpPr>
              <p:nvPr/>
            </p:nvSpPr>
            <p:spPr bwMode="auto">
              <a:xfrm>
                <a:off x="9444250" y="3152847"/>
                <a:ext cx="278353" cy="278353"/>
              </a:xfrm>
              <a:custGeom>
                <a:avLst/>
                <a:gdLst>
                  <a:gd name="T0" fmla="*/ 153 w 220"/>
                  <a:gd name="T1" fmla="*/ 221 h 221"/>
                  <a:gd name="T2" fmla="*/ 67 w 220"/>
                  <a:gd name="T3" fmla="*/ 0 h 221"/>
                  <a:gd name="T4" fmla="*/ 153 w 220"/>
                  <a:gd name="T5" fmla="*/ 221 h 221"/>
                </a:gdLst>
                <a:ahLst/>
                <a:cxnLst>
                  <a:cxn ang="0">
                    <a:pos x="T0" y="T1"/>
                  </a:cxn>
                  <a:cxn ang="0">
                    <a:pos x="T2" y="T3"/>
                  </a:cxn>
                  <a:cxn ang="0">
                    <a:pos x="T4" y="T5"/>
                  </a:cxn>
                </a:cxnLst>
                <a:rect l="0" t="0" r="r" b="b"/>
                <a:pathLst>
                  <a:path w="220" h="221">
                    <a:moveTo>
                      <a:pt x="153" y="221"/>
                    </a:moveTo>
                    <a:cubicBezTo>
                      <a:pt x="153" y="221"/>
                      <a:pt x="0" y="153"/>
                      <a:pt x="67" y="0"/>
                    </a:cubicBezTo>
                    <a:cubicBezTo>
                      <a:pt x="67" y="0"/>
                      <a:pt x="220" y="68"/>
                      <a:pt x="153" y="221"/>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3" name="Freeform 37"/>
              <p:cNvSpPr>
                <a:spLocks/>
              </p:cNvSpPr>
              <p:nvPr/>
            </p:nvSpPr>
            <p:spPr bwMode="auto">
              <a:xfrm>
                <a:off x="9529897" y="3292023"/>
                <a:ext cx="270324" cy="283706"/>
              </a:xfrm>
              <a:custGeom>
                <a:avLst/>
                <a:gdLst>
                  <a:gd name="T0" fmla="*/ 216 w 216"/>
                  <a:gd name="T1" fmla="*/ 156 h 224"/>
                  <a:gd name="T2" fmla="*/ 0 w 216"/>
                  <a:gd name="T3" fmla="*/ 61 h 224"/>
                  <a:gd name="T4" fmla="*/ 216 w 216"/>
                  <a:gd name="T5" fmla="*/ 156 h 224"/>
                </a:gdLst>
                <a:ahLst/>
                <a:cxnLst>
                  <a:cxn ang="0">
                    <a:pos x="T0" y="T1"/>
                  </a:cxn>
                  <a:cxn ang="0">
                    <a:pos x="T2" y="T3"/>
                  </a:cxn>
                  <a:cxn ang="0">
                    <a:pos x="T4" y="T5"/>
                  </a:cxn>
                </a:cxnLst>
                <a:rect l="0" t="0" r="r" b="b"/>
                <a:pathLst>
                  <a:path w="216" h="224">
                    <a:moveTo>
                      <a:pt x="216" y="156"/>
                    </a:moveTo>
                    <a:cubicBezTo>
                      <a:pt x="206" y="160"/>
                      <a:pt x="63" y="224"/>
                      <a:pt x="0" y="61"/>
                    </a:cubicBezTo>
                    <a:cubicBezTo>
                      <a:pt x="0" y="61"/>
                      <a:pt x="156" y="0"/>
                      <a:pt x="216" y="156"/>
                    </a:cubicBez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4" name="Freeform 38"/>
              <p:cNvSpPr>
                <a:spLocks/>
              </p:cNvSpPr>
              <p:nvPr/>
            </p:nvSpPr>
            <p:spPr bwMode="auto">
              <a:xfrm>
                <a:off x="9596809" y="3281317"/>
                <a:ext cx="222147" cy="187353"/>
              </a:xfrm>
              <a:custGeom>
                <a:avLst/>
                <a:gdLst>
                  <a:gd name="T0" fmla="*/ 83 w 83"/>
                  <a:gd name="T1" fmla="*/ 31 h 70"/>
                  <a:gd name="T2" fmla="*/ 65 w 83"/>
                  <a:gd name="T3" fmla="*/ 70 h 70"/>
                  <a:gd name="T4" fmla="*/ 0 w 83"/>
                  <a:gd name="T5" fmla="*/ 39 h 70"/>
                  <a:gd name="T6" fmla="*/ 18 w 83"/>
                  <a:gd name="T7" fmla="*/ 0 h 70"/>
                  <a:gd name="T8" fmla="*/ 83 w 83"/>
                  <a:gd name="T9" fmla="*/ 31 h 70"/>
                </a:gdLst>
                <a:ahLst/>
                <a:cxnLst>
                  <a:cxn ang="0">
                    <a:pos x="T0" y="T1"/>
                  </a:cxn>
                  <a:cxn ang="0">
                    <a:pos x="T2" y="T3"/>
                  </a:cxn>
                  <a:cxn ang="0">
                    <a:pos x="T4" y="T5"/>
                  </a:cxn>
                  <a:cxn ang="0">
                    <a:pos x="T6" y="T7"/>
                  </a:cxn>
                  <a:cxn ang="0">
                    <a:pos x="T8" y="T9"/>
                  </a:cxn>
                </a:cxnLst>
                <a:rect l="0" t="0" r="r" b="b"/>
                <a:pathLst>
                  <a:path w="83" h="70">
                    <a:moveTo>
                      <a:pt x="83" y="31"/>
                    </a:moveTo>
                    <a:lnTo>
                      <a:pt x="65" y="70"/>
                    </a:lnTo>
                    <a:lnTo>
                      <a:pt x="0" y="39"/>
                    </a:lnTo>
                    <a:lnTo>
                      <a:pt x="18" y="0"/>
                    </a:lnTo>
                    <a:lnTo>
                      <a:pt x="83" y="31"/>
                    </a:lnTo>
                    <a:close/>
                  </a:path>
                </a:pathLst>
              </a:custGeom>
              <a:solidFill>
                <a:srgbClr val="E8112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5" name="Freeform 39"/>
              <p:cNvSpPr>
                <a:spLocks/>
              </p:cNvSpPr>
              <p:nvPr/>
            </p:nvSpPr>
            <p:spPr bwMode="auto">
              <a:xfrm>
                <a:off x="9626250" y="3171582"/>
                <a:ext cx="372030" cy="414853"/>
              </a:xfrm>
              <a:custGeom>
                <a:avLst/>
                <a:gdLst>
                  <a:gd name="T0" fmla="*/ 17 w 296"/>
                  <a:gd name="T1" fmla="*/ 0 h 330"/>
                  <a:gd name="T2" fmla="*/ 15 w 296"/>
                  <a:gd name="T3" fmla="*/ 73 h 330"/>
                  <a:gd name="T4" fmla="*/ 0 w 296"/>
                  <a:gd name="T5" fmla="*/ 90 h 330"/>
                  <a:gd name="T6" fmla="*/ 84 w 296"/>
                  <a:gd name="T7" fmla="*/ 125 h 330"/>
                  <a:gd name="T8" fmla="*/ 90 w 296"/>
                  <a:gd name="T9" fmla="*/ 129 h 330"/>
                  <a:gd name="T10" fmla="*/ 109 w 296"/>
                  <a:gd name="T11" fmla="*/ 146 h 330"/>
                  <a:gd name="T12" fmla="*/ 101 w 296"/>
                  <a:gd name="T13" fmla="*/ 163 h 330"/>
                  <a:gd name="T14" fmla="*/ 88 w 296"/>
                  <a:gd name="T15" fmla="*/ 155 h 330"/>
                  <a:gd name="T16" fmla="*/ 61 w 296"/>
                  <a:gd name="T17" fmla="*/ 161 h 330"/>
                  <a:gd name="T18" fmla="*/ 67 w 296"/>
                  <a:gd name="T19" fmla="*/ 189 h 330"/>
                  <a:gd name="T20" fmla="*/ 89 w 296"/>
                  <a:gd name="T21" fmla="*/ 203 h 330"/>
                  <a:gd name="T22" fmla="*/ 122 w 296"/>
                  <a:gd name="T23" fmla="*/ 223 h 330"/>
                  <a:gd name="T24" fmla="*/ 132 w 296"/>
                  <a:gd name="T25" fmla="*/ 291 h 330"/>
                  <a:gd name="T26" fmla="*/ 201 w 296"/>
                  <a:gd name="T27" fmla="*/ 330 h 330"/>
                  <a:gd name="T28" fmla="*/ 248 w 296"/>
                  <a:gd name="T29" fmla="*/ 205 h 330"/>
                  <a:gd name="T30" fmla="*/ 282 w 296"/>
                  <a:gd name="T31" fmla="*/ 176 h 330"/>
                  <a:gd name="T32" fmla="*/ 296 w 296"/>
                  <a:gd name="T33" fmla="*/ 153 h 330"/>
                  <a:gd name="T34" fmla="*/ 208 w 296"/>
                  <a:gd name="T35" fmla="*/ 89 h 330"/>
                  <a:gd name="T36" fmla="*/ 223 w 296"/>
                  <a:gd name="T37" fmla="*/ 64 h 330"/>
                  <a:gd name="T38" fmla="*/ 17 w 296"/>
                  <a:gd name="T39" fmla="*/ 0 h 3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296" h="330">
                    <a:moveTo>
                      <a:pt x="17" y="0"/>
                    </a:moveTo>
                    <a:cubicBezTo>
                      <a:pt x="30" y="20"/>
                      <a:pt x="30" y="48"/>
                      <a:pt x="15" y="73"/>
                    </a:cubicBezTo>
                    <a:cubicBezTo>
                      <a:pt x="10" y="79"/>
                      <a:pt x="6" y="85"/>
                      <a:pt x="0" y="90"/>
                    </a:cubicBezTo>
                    <a:cubicBezTo>
                      <a:pt x="27" y="95"/>
                      <a:pt x="56" y="107"/>
                      <a:pt x="84" y="125"/>
                    </a:cubicBezTo>
                    <a:cubicBezTo>
                      <a:pt x="86" y="126"/>
                      <a:pt x="88" y="127"/>
                      <a:pt x="90" y="129"/>
                    </a:cubicBezTo>
                    <a:cubicBezTo>
                      <a:pt x="101" y="139"/>
                      <a:pt x="109" y="146"/>
                      <a:pt x="109" y="146"/>
                    </a:cubicBezTo>
                    <a:cubicBezTo>
                      <a:pt x="106" y="152"/>
                      <a:pt x="104" y="158"/>
                      <a:pt x="101" y="163"/>
                    </a:cubicBezTo>
                    <a:cubicBezTo>
                      <a:pt x="96" y="160"/>
                      <a:pt x="91" y="156"/>
                      <a:pt x="88" y="155"/>
                    </a:cubicBezTo>
                    <a:cubicBezTo>
                      <a:pt x="79" y="149"/>
                      <a:pt x="67" y="152"/>
                      <a:pt x="61" y="161"/>
                    </a:cubicBezTo>
                    <a:cubicBezTo>
                      <a:pt x="55" y="171"/>
                      <a:pt x="58" y="183"/>
                      <a:pt x="67" y="189"/>
                    </a:cubicBezTo>
                    <a:cubicBezTo>
                      <a:pt x="71" y="191"/>
                      <a:pt x="85" y="200"/>
                      <a:pt x="89" y="203"/>
                    </a:cubicBezTo>
                    <a:cubicBezTo>
                      <a:pt x="90" y="203"/>
                      <a:pt x="122" y="223"/>
                      <a:pt x="122" y="223"/>
                    </a:cubicBezTo>
                    <a:cubicBezTo>
                      <a:pt x="122" y="239"/>
                      <a:pt x="132" y="291"/>
                      <a:pt x="132" y="291"/>
                    </a:cubicBezTo>
                    <a:cubicBezTo>
                      <a:pt x="201" y="330"/>
                      <a:pt x="201" y="330"/>
                      <a:pt x="201" y="330"/>
                    </a:cubicBezTo>
                    <a:cubicBezTo>
                      <a:pt x="248" y="205"/>
                      <a:pt x="248" y="205"/>
                      <a:pt x="248" y="205"/>
                    </a:cubicBezTo>
                    <a:cubicBezTo>
                      <a:pt x="260" y="195"/>
                      <a:pt x="273" y="191"/>
                      <a:pt x="282" y="176"/>
                    </a:cubicBezTo>
                    <a:cubicBezTo>
                      <a:pt x="287" y="168"/>
                      <a:pt x="293" y="162"/>
                      <a:pt x="296" y="153"/>
                    </a:cubicBezTo>
                    <a:cubicBezTo>
                      <a:pt x="208" y="89"/>
                      <a:pt x="208" y="89"/>
                      <a:pt x="208" y="89"/>
                    </a:cubicBezTo>
                    <a:cubicBezTo>
                      <a:pt x="223" y="64"/>
                      <a:pt x="223" y="64"/>
                      <a:pt x="223" y="64"/>
                    </a:cubicBezTo>
                    <a:lnTo>
                      <a:pt x="17" y="0"/>
                    </a:lnTo>
                    <a:close/>
                  </a:path>
                </a:pathLst>
              </a:custGeom>
              <a:solidFill>
                <a:srgbClr val="FCD11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6" name="Freeform 40"/>
              <p:cNvSpPr>
                <a:spLocks/>
              </p:cNvSpPr>
              <p:nvPr/>
            </p:nvSpPr>
            <p:spPr bwMode="auto">
              <a:xfrm>
                <a:off x="9778809" y="3259906"/>
                <a:ext cx="18735" cy="18735"/>
              </a:xfrm>
              <a:custGeom>
                <a:avLst/>
                <a:gdLst>
                  <a:gd name="T0" fmla="*/ 11 w 15"/>
                  <a:gd name="T1" fmla="*/ 2 h 16"/>
                  <a:gd name="T2" fmla="*/ 13 w 15"/>
                  <a:gd name="T3" fmla="*/ 12 h 16"/>
                  <a:gd name="T4" fmla="*/ 4 w 15"/>
                  <a:gd name="T5" fmla="*/ 14 h 16"/>
                  <a:gd name="T6" fmla="*/ 2 w 15"/>
                  <a:gd name="T7" fmla="*/ 5 h 16"/>
                  <a:gd name="T8" fmla="*/ 11 w 15"/>
                  <a:gd name="T9" fmla="*/ 2 h 16"/>
                </a:gdLst>
                <a:ahLst/>
                <a:cxnLst>
                  <a:cxn ang="0">
                    <a:pos x="T0" y="T1"/>
                  </a:cxn>
                  <a:cxn ang="0">
                    <a:pos x="T2" y="T3"/>
                  </a:cxn>
                  <a:cxn ang="0">
                    <a:pos x="T4" y="T5"/>
                  </a:cxn>
                  <a:cxn ang="0">
                    <a:pos x="T6" y="T7"/>
                  </a:cxn>
                  <a:cxn ang="0">
                    <a:pos x="T8" y="T9"/>
                  </a:cxn>
                </a:cxnLst>
                <a:rect l="0" t="0" r="r" b="b"/>
                <a:pathLst>
                  <a:path w="15" h="16">
                    <a:moveTo>
                      <a:pt x="11" y="2"/>
                    </a:moveTo>
                    <a:cubicBezTo>
                      <a:pt x="14" y="4"/>
                      <a:pt x="15" y="9"/>
                      <a:pt x="13" y="12"/>
                    </a:cubicBezTo>
                    <a:cubicBezTo>
                      <a:pt x="11" y="15"/>
                      <a:pt x="7" y="16"/>
                      <a:pt x="4" y="14"/>
                    </a:cubicBezTo>
                    <a:cubicBezTo>
                      <a:pt x="1" y="12"/>
                      <a:pt x="0" y="8"/>
                      <a:pt x="2" y="5"/>
                    </a:cubicBezTo>
                    <a:cubicBezTo>
                      <a:pt x="4" y="1"/>
                      <a:pt x="8" y="0"/>
                      <a:pt x="11" y="2"/>
                    </a:cubicBezTo>
                    <a:close/>
                  </a:path>
                </a:pathLst>
              </a:custGeom>
              <a:solidFill>
                <a:srgbClr val="00205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sp>
            <p:nvSpPr>
              <p:cNvPr id="77" name="Freeform 41"/>
              <p:cNvSpPr>
                <a:spLocks/>
              </p:cNvSpPr>
              <p:nvPr/>
            </p:nvSpPr>
            <p:spPr bwMode="auto">
              <a:xfrm>
                <a:off x="9816280" y="3356259"/>
                <a:ext cx="179324" cy="230177"/>
              </a:xfrm>
              <a:custGeom>
                <a:avLst/>
                <a:gdLst>
                  <a:gd name="T0" fmla="*/ 130 w 142"/>
                  <a:gd name="T1" fmla="*/ 0 h 184"/>
                  <a:gd name="T2" fmla="*/ 46 w 142"/>
                  <a:gd name="T3" fmla="*/ 69 h 184"/>
                  <a:gd name="T4" fmla="*/ 0 w 142"/>
                  <a:gd name="T5" fmla="*/ 59 h 184"/>
                  <a:gd name="T6" fmla="*/ 26 w 142"/>
                  <a:gd name="T7" fmla="*/ 171 h 184"/>
                  <a:gd name="T8" fmla="*/ 50 w 142"/>
                  <a:gd name="T9" fmla="*/ 184 h 184"/>
                  <a:gd name="T10" fmla="*/ 103 w 142"/>
                  <a:gd name="T11" fmla="*/ 137 h 184"/>
                  <a:gd name="T12" fmla="*/ 99 w 142"/>
                  <a:gd name="T13" fmla="*/ 75 h 184"/>
                  <a:gd name="T14" fmla="*/ 128 w 142"/>
                  <a:gd name="T15" fmla="*/ 38 h 184"/>
                  <a:gd name="T16" fmla="*/ 129 w 142"/>
                  <a:gd name="T17" fmla="*/ 33 h 184"/>
                  <a:gd name="T18" fmla="*/ 132 w 142"/>
                  <a:gd name="T19" fmla="*/ 31 h 184"/>
                  <a:gd name="T20" fmla="*/ 142 w 142"/>
                  <a:gd name="T21" fmla="*/ 7 h 184"/>
                  <a:gd name="T22" fmla="*/ 130 w 142"/>
                  <a:gd name="T23" fmla="*/ 0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42" h="184">
                    <a:moveTo>
                      <a:pt x="130" y="0"/>
                    </a:moveTo>
                    <a:cubicBezTo>
                      <a:pt x="46" y="69"/>
                      <a:pt x="46" y="69"/>
                      <a:pt x="46" y="69"/>
                    </a:cubicBezTo>
                    <a:cubicBezTo>
                      <a:pt x="0" y="59"/>
                      <a:pt x="0" y="59"/>
                      <a:pt x="0" y="59"/>
                    </a:cubicBezTo>
                    <a:cubicBezTo>
                      <a:pt x="26" y="171"/>
                      <a:pt x="26" y="171"/>
                      <a:pt x="26" y="171"/>
                    </a:cubicBezTo>
                    <a:cubicBezTo>
                      <a:pt x="50" y="184"/>
                      <a:pt x="50" y="184"/>
                      <a:pt x="50" y="184"/>
                    </a:cubicBezTo>
                    <a:cubicBezTo>
                      <a:pt x="103" y="137"/>
                      <a:pt x="103" y="137"/>
                      <a:pt x="103" y="137"/>
                    </a:cubicBezTo>
                    <a:cubicBezTo>
                      <a:pt x="99" y="75"/>
                      <a:pt x="99" y="75"/>
                      <a:pt x="99" y="75"/>
                    </a:cubicBezTo>
                    <a:cubicBezTo>
                      <a:pt x="110" y="64"/>
                      <a:pt x="120" y="52"/>
                      <a:pt x="128" y="38"/>
                    </a:cubicBezTo>
                    <a:cubicBezTo>
                      <a:pt x="128" y="36"/>
                      <a:pt x="128" y="35"/>
                      <a:pt x="129" y="33"/>
                    </a:cubicBezTo>
                    <a:cubicBezTo>
                      <a:pt x="130" y="32"/>
                      <a:pt x="131" y="32"/>
                      <a:pt x="132" y="31"/>
                    </a:cubicBezTo>
                    <a:cubicBezTo>
                      <a:pt x="136" y="23"/>
                      <a:pt x="139" y="15"/>
                      <a:pt x="142" y="7"/>
                    </a:cubicBezTo>
                    <a:lnTo>
                      <a:pt x="130" y="0"/>
                    </a:lnTo>
                    <a:close/>
                  </a:path>
                </a:pathLst>
              </a:custGeom>
              <a:solidFill>
                <a:srgbClr val="FFB9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75665" eaLnBrk="1" fontAlgn="auto" latinLnBrk="0" hangingPunct="1">
                  <a:lnSpc>
                    <a:spcPct val="100000"/>
                  </a:lnSpc>
                  <a:spcBef>
                    <a:spcPts val="0"/>
                  </a:spcBef>
                  <a:spcAft>
                    <a:spcPts val="0"/>
                  </a:spcAft>
                  <a:buClrTx/>
                  <a:buSzTx/>
                  <a:buFontTx/>
                  <a:buNone/>
                  <a:tabLst/>
                  <a:defRPr/>
                </a:pPr>
                <a:endParaRPr kumimoji="0" lang="en-US" sz="1921" b="0" i="0" u="none" strike="noStrike" kern="0" cap="none" spc="0" normalizeH="0" baseline="0" noProof="0">
                  <a:ln>
                    <a:noFill/>
                  </a:ln>
                  <a:solidFill>
                    <a:prstClr val="white"/>
                  </a:solidFill>
                  <a:effectLst/>
                  <a:uLnTx/>
                  <a:uFillTx/>
                </a:endParaRPr>
              </a:p>
            </p:txBody>
          </p:sp>
        </p:grpSp>
      </p:grpSp>
    </p:spTree>
    <p:extLst>
      <p:ext uri="{BB962C8B-B14F-4D97-AF65-F5344CB8AC3E}">
        <p14:creationId xmlns:p14="http://schemas.microsoft.com/office/powerpoint/2010/main" val="273243370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72C6"/>
                </a:solidFill>
              </a:defRPr>
            </a:lvl1pPr>
          </a:lstStyle>
          <a:p>
            <a:r>
              <a:rPr lang="en-US"/>
              <a:t>Click to edit Master title style</a:t>
            </a:r>
          </a:p>
        </p:txBody>
      </p:sp>
      <p:pic>
        <p:nvPicPr>
          <p:cNvPr id="5" name="Picture 4"/>
          <p:cNvPicPr>
            <a:picLocks noChangeAspect="1"/>
          </p:cNvPicPr>
          <p:nvPr userDrawn="1"/>
        </p:nvPicPr>
        <p:blipFill>
          <a:blip r:embed="rId2"/>
          <a:stretch>
            <a:fillRect/>
          </a:stretch>
        </p:blipFill>
        <p:spPr>
          <a:xfrm>
            <a:off x="4703157" y="5897245"/>
            <a:ext cx="7197633" cy="1097280"/>
          </a:xfrm>
          <a:prstGeom prst="rect">
            <a:avLst/>
          </a:prstGeom>
        </p:spPr>
      </p:pic>
    </p:spTree>
    <p:extLst>
      <p:ext uri="{BB962C8B-B14F-4D97-AF65-F5344CB8AC3E}">
        <p14:creationId xmlns:p14="http://schemas.microsoft.com/office/powerpoint/2010/main" val="310242589"/>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non-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78D7"/>
                </a:solidFill>
              </a:defRPr>
            </a:lvl1p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0" indent="0">
              <a:spcBef>
                <a:spcPts val="600"/>
              </a:spcBef>
              <a:buFontTx/>
              <a:buNone/>
              <a:defRPr sz="2000"/>
            </a:lvl2pPr>
            <a:lvl3pPr marL="228600" indent="0">
              <a:spcBef>
                <a:spcPts val="600"/>
              </a:spcBef>
              <a:buNone/>
              <a:defRPr/>
            </a:lvl3pPr>
            <a:lvl4pPr marL="457200" indent="0">
              <a:spcBef>
                <a:spcPts val="600"/>
              </a:spcBef>
              <a:buNone/>
              <a:defRPr/>
            </a:lvl4pPr>
            <a:lvl5pPr marL="685800" indent="0">
              <a:spcBef>
                <a:spcPts val="600"/>
              </a:spcBef>
              <a:buNone/>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4816850"/>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6" name="Text Placeholder 5"/>
          <p:cNvSpPr>
            <a:spLocks noGrp="1"/>
          </p:cNvSpPr>
          <p:nvPr>
            <p:ph type="body" sz="quarter" idx="10"/>
          </p:nvPr>
        </p:nvSpPr>
        <p:spPr>
          <a:xfrm>
            <a:off x="365760" y="1371600"/>
            <a:ext cx="11704320" cy="2043636"/>
          </a:xfrm>
        </p:spPr>
        <p:txBody>
          <a:bodyPr>
            <a:spAutoFit/>
          </a:bodyPr>
          <a:lstStyle>
            <a:lvl1pPr marL="0" indent="0">
              <a:spcBef>
                <a:spcPts val="600"/>
              </a:spcBef>
              <a:buNone/>
              <a:defRPr sz="2800" spc="-30" baseline="0">
                <a:solidFill>
                  <a:srgbClr val="0072C6"/>
                </a:solidFill>
                <a:latin typeface="+mj-lt"/>
              </a:defRPr>
            </a:lvl1pPr>
            <a:lvl2pPr marL="228600" indent="-228600">
              <a:spcBef>
                <a:spcPts val="600"/>
              </a:spcBef>
              <a:buFont typeface="Arial" charset="0"/>
              <a:buChar char="•"/>
              <a:defRPr sz="2000"/>
            </a:lvl2pPr>
            <a:lvl3pPr marL="457200" indent="-228600">
              <a:spcBef>
                <a:spcPts val="600"/>
              </a:spcBef>
              <a:buFont typeface="Arial" charset="0"/>
              <a:buChar char="•"/>
              <a:defRPr/>
            </a:lvl3pPr>
            <a:lvl4pPr marL="685800" indent="-228600">
              <a:spcBef>
                <a:spcPts val="600"/>
              </a:spcBef>
              <a:buFont typeface="Arial" charset="0"/>
              <a:buChar char="•"/>
              <a:defRPr/>
            </a:lvl4pPr>
            <a:lvl5pPr marL="914400" indent="-228600">
              <a:spcBef>
                <a:spcPts val="600"/>
              </a:spcBef>
              <a:buFont typeface="Arial" charset="0"/>
              <a:buChar char="•"/>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843985228"/>
      </p:ext>
    </p:extLst>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365760" y="1280160"/>
            <a:ext cx="11704320" cy="1877437"/>
          </a:xfrm>
        </p:spPr>
        <p:txBody>
          <a:bodyPr>
            <a:spAutoFit/>
          </a:bodyPr>
          <a:lstStyle>
            <a:lvl1pPr>
              <a:spcBef>
                <a:spcPts val="600"/>
              </a:spcBef>
              <a:defRPr sz="2000"/>
            </a:lvl1pPr>
            <a:lvl2pPr>
              <a:spcBef>
                <a:spcPts val="600"/>
              </a:spcBef>
              <a:defRPr sz="2000"/>
            </a:lvl2pPr>
            <a:lvl3pPr>
              <a:spcBef>
                <a:spcPts val="600"/>
              </a:spcBef>
              <a:defRPr sz="2000"/>
            </a:lvl3pPr>
            <a:lvl4pPr>
              <a:spcBef>
                <a:spcPts val="600"/>
              </a:spcBef>
              <a:defRPr sz="2000"/>
            </a:lvl4pPr>
            <a:lvl5pPr>
              <a:spcBef>
                <a:spcPts val="600"/>
              </a:spcBef>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5"/>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55319683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non-bullete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59"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1"/>
              </a:buClr>
              <a:buFont typeface="Wingdings" pitchFamily="2" charset="2"/>
              <a:buNone/>
              <a:defRPr sz="2800" spc="-30" baseline="0">
                <a:solidFill>
                  <a:srgbClr val="0072C6"/>
                </a:solidFill>
                <a:latin typeface="+mj-lt"/>
              </a:defRPr>
            </a:lvl1pPr>
            <a:lvl2pPr marL="0" indent="0">
              <a:spcBef>
                <a:spcPts val="600"/>
              </a:spcBef>
              <a:buNone/>
              <a:defRPr sz="2000"/>
            </a:lvl2pPr>
            <a:lvl3pPr marL="231775" indent="0">
              <a:spcBef>
                <a:spcPts val="600"/>
              </a:spcBef>
              <a:buNone/>
              <a:tabLst/>
              <a:defRPr sz="2000"/>
            </a:lvl3pPr>
            <a:lvl4pPr marL="460375" indent="0">
              <a:spcBef>
                <a:spcPts val="600"/>
              </a:spcBef>
              <a:buNone/>
              <a:defRPr/>
            </a:lvl4pPr>
            <a:lvl5pPr marL="685800" indent="0">
              <a:spcBef>
                <a:spcPts val="600"/>
              </a:spcBef>
              <a:buNone/>
              <a:tabLs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68534032"/>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e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4" name="Text Placeholder 3"/>
          <p:cNvSpPr>
            <a:spLocks noGrp="1"/>
          </p:cNvSpPr>
          <p:nvPr>
            <p:ph type="body" sz="quarter" idx="10"/>
          </p:nvPr>
        </p:nvSpPr>
        <p:spPr>
          <a:xfrm>
            <a:off x="36576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3"/>
          <p:cNvSpPr>
            <a:spLocks noGrp="1"/>
          </p:cNvSpPr>
          <p:nvPr>
            <p:ph type="body" sz="quarter" idx="11"/>
          </p:nvPr>
        </p:nvSpPr>
        <p:spPr>
          <a:xfrm>
            <a:off x="6400800" y="1371600"/>
            <a:ext cx="5669280" cy="2043636"/>
          </a:xfrm>
        </p:spPr>
        <p:txBody>
          <a:bodyPr wrap="square">
            <a:spAutoFit/>
          </a:bodyPr>
          <a:lstStyle>
            <a:lvl1pPr marL="0" indent="0">
              <a:spcBef>
                <a:spcPts val="600"/>
              </a:spcBef>
              <a:buClr>
                <a:schemeClr val="tx2"/>
              </a:buClr>
              <a:buFont typeface="Arial" pitchFamily="34" charset="0"/>
              <a:buNone/>
              <a:defRPr sz="2800" spc="-30" baseline="0">
                <a:solidFill>
                  <a:srgbClr val="0072C6"/>
                </a:solidFill>
                <a:latin typeface="+mj-lt"/>
              </a:defRPr>
            </a:lvl1pPr>
            <a:lvl2pPr marL="228600" indent="-228600">
              <a:spcBef>
                <a:spcPts val="600"/>
              </a:spcBef>
              <a:defRPr sz="2000"/>
            </a:lvl2pPr>
            <a:lvl3pPr marL="457200" indent="-228600">
              <a:spcBef>
                <a:spcPts val="600"/>
              </a:spcBef>
              <a:tabLst/>
              <a:defRPr sz="2000"/>
            </a:lvl3pPr>
            <a:lvl4pPr marL="685800" indent="-228600">
              <a:spcBef>
                <a:spcPts val="600"/>
              </a:spcBef>
              <a:defRPr sz="2000"/>
            </a:lvl4pPr>
            <a:lvl5pPr marL="914400" indent="-228600">
              <a:spcBef>
                <a:spcPts val="600"/>
              </a:spcBef>
              <a:tabLst/>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198371309"/>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311135705"/>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subhead">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Tree>
    <p:extLst>
      <p:ext uri="{BB962C8B-B14F-4D97-AF65-F5344CB8AC3E}">
        <p14:creationId xmlns:p14="http://schemas.microsoft.com/office/powerpoint/2010/main" val="993967637"/>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subhead with boxes">
    <p:spTree>
      <p:nvGrpSpPr>
        <p:cNvPr id="1" name=""/>
        <p:cNvGrpSpPr/>
        <p:nvPr/>
      </p:nvGrpSpPr>
      <p:grpSpPr>
        <a:xfrm>
          <a:off x="0" y="0"/>
          <a:ext cx="0" cy="0"/>
          <a:chOff x="0" y="0"/>
          <a:chExt cx="0" cy="0"/>
        </a:xfrm>
      </p:grpSpPr>
      <p:sp>
        <p:nvSpPr>
          <p:cNvPr id="12" name="Text Placeholder 4"/>
          <p:cNvSpPr>
            <a:spLocks noGrp="1" noChangeAspect="1"/>
          </p:cNvSpPr>
          <p:nvPr>
            <p:ph type="body" sz="quarter" idx="17"/>
          </p:nvPr>
        </p:nvSpPr>
        <p:spPr>
          <a:xfrm>
            <a:off x="4663440" y="2560320"/>
            <a:ext cx="2103120" cy="2103120"/>
          </a:xfrm>
          <a:solidFill>
            <a:schemeClr val="accent4"/>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3" name="Text Placeholder 4"/>
          <p:cNvSpPr>
            <a:spLocks noGrp="1" noChangeAspect="1"/>
          </p:cNvSpPr>
          <p:nvPr>
            <p:ph type="body" sz="quarter" idx="18"/>
          </p:nvPr>
        </p:nvSpPr>
        <p:spPr>
          <a:xfrm>
            <a:off x="2560320" y="2560320"/>
            <a:ext cx="2103120" cy="2103120"/>
          </a:xfrm>
          <a:solidFill>
            <a:schemeClr val="accent3"/>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14" name="Text Placeholder 4"/>
          <p:cNvSpPr>
            <a:spLocks noGrp="1" noChangeAspect="1"/>
          </p:cNvSpPr>
          <p:nvPr>
            <p:ph type="body" sz="quarter" idx="19"/>
          </p:nvPr>
        </p:nvSpPr>
        <p:spPr>
          <a:xfrm>
            <a:off x="457200" y="2560320"/>
            <a:ext cx="2103120" cy="2103120"/>
          </a:xfrm>
          <a:solidFill>
            <a:schemeClr val="accent1"/>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sp>
        <p:nvSpPr>
          <p:cNvPr id="2" name="Title 1"/>
          <p:cNvSpPr>
            <a:spLocks noGrp="1"/>
          </p:cNvSpPr>
          <p:nvPr>
            <p:ph type="title"/>
          </p:nvPr>
        </p:nvSpPr>
        <p:spPr>
          <a:xfrm>
            <a:off x="365760" y="365760"/>
            <a:ext cx="11704320" cy="822960"/>
          </a:xfrm>
        </p:spPr>
        <p:txBody>
          <a:bodyPr/>
          <a:lstStyle/>
          <a:p>
            <a:r>
              <a:rPr lang="en-US" dirty="0"/>
              <a:t>Click to edit Master title style</a:t>
            </a:r>
          </a:p>
        </p:txBody>
      </p:sp>
      <p:sp>
        <p:nvSpPr>
          <p:cNvPr id="4" name="Text Placeholder 3"/>
          <p:cNvSpPr>
            <a:spLocks noGrp="1"/>
          </p:cNvSpPr>
          <p:nvPr>
            <p:ph type="body" sz="quarter" idx="10" hasCustomPrompt="1"/>
          </p:nvPr>
        </p:nvSpPr>
        <p:spPr>
          <a:xfrm>
            <a:off x="365760" y="1188720"/>
            <a:ext cx="11704320" cy="822960"/>
          </a:xfrm>
        </p:spPr>
        <p:txBody>
          <a:bodyPr/>
          <a:lstStyle>
            <a:lvl1pPr marL="0" indent="0">
              <a:buNone/>
              <a:defRPr sz="2800" spc="-30" baseline="0">
                <a:solidFill>
                  <a:schemeClr val="tx1"/>
                </a:solidFill>
                <a:latin typeface="+mj-lt"/>
              </a:defRPr>
            </a:lvl1pPr>
          </a:lstStyle>
          <a:p>
            <a:pPr lvl="0"/>
            <a:r>
              <a:rPr lang="en-US" dirty="0"/>
              <a:t>Click to edit Master subhead style</a:t>
            </a:r>
          </a:p>
        </p:txBody>
      </p:sp>
      <p:sp>
        <p:nvSpPr>
          <p:cNvPr id="7" name="Text Placeholder 4"/>
          <p:cNvSpPr>
            <a:spLocks noGrp="1" noChangeAspect="1"/>
          </p:cNvSpPr>
          <p:nvPr>
            <p:ph type="body" sz="quarter" idx="20"/>
          </p:nvPr>
        </p:nvSpPr>
        <p:spPr>
          <a:xfrm>
            <a:off x="6766560" y="2560320"/>
            <a:ext cx="2103120" cy="2103120"/>
          </a:xfrm>
          <a:solidFill>
            <a:schemeClr val="accent5"/>
          </a:solidFill>
        </p:spPr>
        <p:txBody>
          <a:bodyPr lIns="365760" rIns="365760" anchor="ctr"/>
          <a:lstStyle>
            <a:lvl1pPr marL="0" indent="0" algn="ctr">
              <a:lnSpc>
                <a:spcPct val="100000"/>
              </a:lnSpc>
              <a:buNone/>
              <a:defRPr>
                <a:solidFill>
                  <a:schemeClr val="bg1"/>
                </a:solidFill>
              </a:defRPr>
            </a:lvl1pPr>
          </a:lstStyle>
          <a:p>
            <a:pPr lvl="0"/>
            <a:r>
              <a:rPr lang="en-US" dirty="0"/>
              <a:t>Click to edit Master text styles</a:t>
            </a:r>
          </a:p>
        </p:txBody>
      </p:sp>
      <p:pic>
        <p:nvPicPr>
          <p:cNvPr id="8" name="Picture 7"/>
          <p:cNvPicPr>
            <a:picLocks noChangeAspect="1"/>
          </p:cNvPicPr>
          <p:nvPr userDrawn="1"/>
        </p:nvPicPr>
        <p:blipFill>
          <a:blip r:embed="rId2"/>
          <a:stretch>
            <a:fillRect/>
          </a:stretch>
        </p:blipFill>
        <p:spPr>
          <a:xfrm>
            <a:off x="3160803" y="5051425"/>
            <a:ext cx="8928100" cy="1943100"/>
          </a:xfrm>
          <a:prstGeom prst="rect">
            <a:avLst/>
          </a:prstGeom>
        </p:spPr>
      </p:pic>
    </p:spTree>
    <p:extLst>
      <p:ext uri="{BB962C8B-B14F-4D97-AF65-F5344CB8AC3E}">
        <p14:creationId xmlns:p14="http://schemas.microsoft.com/office/powerpoint/2010/main" val="1295166342"/>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hoto layout">
    <p:spTree>
      <p:nvGrpSpPr>
        <p:cNvPr id="1" name=""/>
        <p:cNvGrpSpPr/>
        <p:nvPr/>
      </p:nvGrpSpPr>
      <p:grpSpPr>
        <a:xfrm>
          <a:off x="0" y="0"/>
          <a:ext cx="0" cy="0"/>
          <a:chOff x="0" y="0"/>
          <a:chExt cx="0" cy="0"/>
        </a:xfrm>
      </p:grpSpPr>
      <p:sp>
        <p:nvSpPr>
          <p:cNvPr id="2" name="Title 1"/>
          <p:cNvSpPr>
            <a:spLocks noGrp="1"/>
          </p:cNvSpPr>
          <p:nvPr>
            <p:ph type="title"/>
          </p:nvPr>
        </p:nvSpPr>
        <p:spPr>
          <a:xfrm>
            <a:off x="36576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6217920" y="0"/>
            <a:ext cx="6217920" cy="6995160"/>
          </a:xfrm>
        </p:spPr>
        <p:txBody>
          <a:bodyPr/>
          <a:lstStyle/>
          <a:p>
            <a:endParaRPr lang="en-US"/>
          </a:p>
        </p:txBody>
      </p:sp>
      <p:sp>
        <p:nvSpPr>
          <p:cNvPr id="6" name="Text Placeholder 5"/>
          <p:cNvSpPr>
            <a:spLocks noGrp="1"/>
          </p:cNvSpPr>
          <p:nvPr>
            <p:ph type="body" sz="quarter" idx="11"/>
          </p:nvPr>
        </p:nvSpPr>
        <p:spPr>
          <a:xfrm>
            <a:off x="365759"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18264801"/>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Photo layout Alternate">
    <p:spTree>
      <p:nvGrpSpPr>
        <p:cNvPr id="1" name=""/>
        <p:cNvGrpSpPr/>
        <p:nvPr/>
      </p:nvGrpSpPr>
      <p:grpSpPr>
        <a:xfrm>
          <a:off x="0" y="0"/>
          <a:ext cx="0" cy="0"/>
          <a:chOff x="0" y="0"/>
          <a:chExt cx="0" cy="0"/>
        </a:xfrm>
      </p:grpSpPr>
      <p:sp>
        <p:nvSpPr>
          <p:cNvPr id="2" name="Title 1"/>
          <p:cNvSpPr>
            <a:spLocks noGrp="1"/>
          </p:cNvSpPr>
          <p:nvPr>
            <p:ph type="title"/>
          </p:nvPr>
        </p:nvSpPr>
        <p:spPr>
          <a:xfrm>
            <a:off x="6583680" y="365760"/>
            <a:ext cx="5486400" cy="1554480"/>
          </a:xfrm>
        </p:spPr>
        <p:txBody>
          <a:bodyPr/>
          <a:lstStyle/>
          <a:p>
            <a:r>
              <a:rPr lang="en-US" dirty="0"/>
              <a:t>Click to edit Master title style</a:t>
            </a:r>
          </a:p>
        </p:txBody>
      </p:sp>
      <p:sp>
        <p:nvSpPr>
          <p:cNvPr id="4" name="Picture Placeholder 3"/>
          <p:cNvSpPr>
            <a:spLocks noGrp="1"/>
          </p:cNvSpPr>
          <p:nvPr>
            <p:ph type="pic" sz="quarter" idx="10"/>
          </p:nvPr>
        </p:nvSpPr>
        <p:spPr>
          <a:xfrm>
            <a:off x="0" y="0"/>
            <a:ext cx="6217920" cy="6995160"/>
          </a:xfrm>
        </p:spPr>
        <p:txBody>
          <a:bodyPr/>
          <a:lstStyle/>
          <a:p>
            <a:endParaRPr lang="en-US"/>
          </a:p>
        </p:txBody>
      </p:sp>
      <p:sp>
        <p:nvSpPr>
          <p:cNvPr id="6" name="Text Placeholder 5"/>
          <p:cNvSpPr>
            <a:spLocks noGrp="1"/>
          </p:cNvSpPr>
          <p:nvPr>
            <p:ph type="body" sz="quarter" idx="11"/>
          </p:nvPr>
        </p:nvSpPr>
        <p:spPr>
          <a:xfrm>
            <a:off x="6583680" y="2103120"/>
            <a:ext cx="5486400" cy="1815882"/>
          </a:xfrm>
        </p:spPr>
        <p:txBody>
          <a:bodyPr>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99170"/>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illustration A">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365760" y="731520"/>
            <a:ext cx="7772400" cy="615553"/>
          </a:xfrm>
        </p:spPr>
        <p:txBody>
          <a:bodyPr>
            <a:spAutoFit/>
          </a:bodyPr>
          <a:lstStyle>
            <a:lvl1pP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3" name="Picture 2"/>
          <p:cNvPicPr>
            <a:picLocks noChangeAspect="1"/>
          </p:cNvPicPr>
          <p:nvPr userDrawn="1"/>
        </p:nvPicPr>
        <p:blipFill>
          <a:blip r:embed="rId3"/>
          <a:stretch>
            <a:fillRect/>
          </a:stretch>
        </p:blipFill>
        <p:spPr>
          <a:xfrm>
            <a:off x="4493069" y="3497580"/>
            <a:ext cx="7346006" cy="3505200"/>
          </a:xfrm>
          <a:prstGeom prst="rect">
            <a:avLst/>
          </a:prstGeom>
        </p:spPr>
      </p:pic>
    </p:spTree>
    <p:extLst>
      <p:ext uri="{BB962C8B-B14F-4D97-AF65-F5344CB8AC3E}">
        <p14:creationId xmlns:p14="http://schemas.microsoft.com/office/powerpoint/2010/main" val="1017565625"/>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xt and illustration B">
    <p:spTree>
      <p:nvGrpSpPr>
        <p:cNvPr id="1" name=""/>
        <p:cNvGrpSpPr/>
        <p:nvPr/>
      </p:nvGrpSpPr>
      <p:grpSpPr>
        <a:xfrm>
          <a:off x="0" y="0"/>
          <a:ext cx="0" cy="0"/>
          <a:chOff x="0" y="0"/>
          <a:chExt cx="0" cy="0"/>
        </a:xfrm>
      </p:grpSpPr>
      <p:pic>
        <p:nvPicPr>
          <p:cNvPr id="4" name="Picture 3"/>
          <p:cNvPicPr>
            <a:picLocks/>
          </p:cNvPicPr>
          <p:nvPr userDrawn="1"/>
        </p:nvPicPr>
        <p:blipFill>
          <a:blip r:embed="rId2"/>
          <a:stretch>
            <a:fillRect/>
          </a:stretch>
        </p:blipFill>
        <p:spPr>
          <a:xfrm>
            <a:off x="0" y="0"/>
            <a:ext cx="12435840" cy="6995160"/>
          </a:xfrm>
          <a:prstGeom prst="rect">
            <a:avLst/>
          </a:prstGeom>
        </p:spPr>
      </p:pic>
      <p:sp>
        <p:nvSpPr>
          <p:cNvPr id="2" name="Title 1"/>
          <p:cNvSpPr>
            <a:spLocks noGrp="1"/>
          </p:cNvSpPr>
          <p:nvPr>
            <p:ph type="title"/>
          </p:nvPr>
        </p:nvSpPr>
        <p:spPr>
          <a:xfrm>
            <a:off x="4297680" y="731520"/>
            <a:ext cx="7772400" cy="615553"/>
          </a:xfrm>
        </p:spPr>
        <p:txBody>
          <a:bodyPr>
            <a:spAutoFit/>
          </a:bodyPr>
          <a:lstStyle>
            <a:lvl1pPr algn="r">
              <a:lnSpc>
                <a:spcPct val="100000"/>
              </a:lnSpc>
              <a:defRPr sz="2800" spc="-30" baseline="0">
                <a:solidFill>
                  <a:schemeClr val="tx1">
                    <a:lumMod val="50000"/>
                  </a:schemeClr>
                </a:solidFill>
                <a:latin typeface="+mj-lt"/>
              </a:defRPr>
            </a:lvl1pPr>
          </a:lstStyle>
          <a:p>
            <a:r>
              <a:rPr lang="en-US" dirty="0"/>
              <a:t>Click to edit Master title style</a:t>
            </a:r>
          </a:p>
        </p:txBody>
      </p:sp>
      <p:pic>
        <p:nvPicPr>
          <p:cNvPr id="6" name="Picture 5"/>
          <p:cNvPicPr>
            <a:picLocks noChangeAspect="1"/>
          </p:cNvPicPr>
          <p:nvPr userDrawn="1"/>
        </p:nvPicPr>
        <p:blipFill>
          <a:blip r:embed="rId3"/>
          <a:stretch>
            <a:fillRect/>
          </a:stretch>
        </p:blipFill>
        <p:spPr>
          <a:xfrm>
            <a:off x="655637" y="3268662"/>
            <a:ext cx="7463692" cy="3048000"/>
          </a:xfrm>
          <a:prstGeom prst="rect">
            <a:avLst/>
          </a:prstGeom>
        </p:spPr>
      </p:pic>
    </p:spTree>
    <p:extLst>
      <p:ext uri="{BB962C8B-B14F-4D97-AF65-F5344CB8AC3E}">
        <p14:creationId xmlns:p14="http://schemas.microsoft.com/office/powerpoint/2010/main" val="1884167637"/>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title accent color 1">
    <p:bg>
      <p:bgPr>
        <a:solidFill>
          <a:srgbClr val="0072C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5760" y="1097280"/>
            <a:ext cx="7315200" cy="1181862"/>
          </a:xfrm>
          <a:noFill/>
        </p:spPr>
        <p:txBody>
          <a:bodyPr tIns="91440" bIns="91440" anchor="t" anchorCtr="0">
            <a:spAutoFit/>
          </a:bodyPr>
          <a:lstStyle>
            <a:lvl1pPr>
              <a:defRPr sz="7200" spc="-80" baseline="0">
                <a:gradFill>
                  <a:gsLst>
                    <a:gs pos="100000">
                      <a:schemeClr val="tx1"/>
                    </a:gs>
                    <a:gs pos="0">
                      <a:schemeClr val="tx1"/>
                    </a:gs>
                  </a:gsLst>
                  <a:lin ang="5400000" scaled="0"/>
                </a:gradFill>
              </a:defRPr>
            </a:lvl1pPr>
          </a:lstStyle>
          <a:p>
            <a:r>
              <a:rPr lang="en-US" dirty="0"/>
              <a:t>Section title</a:t>
            </a:r>
          </a:p>
        </p:txBody>
      </p:sp>
    </p:spTree>
    <p:extLst>
      <p:ext uri="{BB962C8B-B14F-4D97-AF65-F5344CB8AC3E}">
        <p14:creationId xmlns:p14="http://schemas.microsoft.com/office/powerpoint/2010/main" val="40753572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Demo slide">
    <p:bg>
      <p:bgPr>
        <a:solidFill>
          <a:srgbClr val="00205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sz="7200" spc="-100" baseline="0">
                <a:solidFill>
                  <a:schemeClr val="bg1"/>
                </a:solidFill>
              </a:defRPr>
            </a:lvl1pPr>
          </a:lstStyle>
          <a:p>
            <a:r>
              <a:rPr lang="en-US" dirty="0"/>
              <a:t>Demo title</a:t>
            </a:r>
          </a:p>
        </p:txBody>
      </p:sp>
      <p:sp>
        <p:nvSpPr>
          <p:cNvPr id="5"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Speaker Name</a:t>
            </a:r>
          </a:p>
        </p:txBody>
      </p:sp>
    </p:spTree>
    <p:extLst>
      <p:ext uri="{BB962C8B-B14F-4D97-AF65-F5344CB8AC3E}">
        <p14:creationId xmlns:p14="http://schemas.microsoft.com/office/powerpoint/2010/main" val="2411702606"/>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slide">
    <p:bg>
      <p:bgPr>
        <a:solidFill>
          <a:schemeClr val="tx1">
            <a:lumMod val="50000"/>
          </a:schemeClr>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74639" y="1209973"/>
            <a:ext cx="10056812" cy="1181862"/>
          </a:xfrm>
          <a:noFill/>
        </p:spPr>
        <p:txBody>
          <a:bodyPr tIns="91440" bIns="91440" anchor="t" anchorCtr="0">
            <a:spAutoFit/>
          </a:bodyPr>
          <a:lstStyle>
            <a:lvl1pPr>
              <a:defRPr lang="en-US" sz="7200" b="0" kern="1200" cap="none" spc="-100" baseline="0" dirty="0">
                <a:ln w="3175">
                  <a:noFill/>
                </a:ln>
                <a:solidFill>
                  <a:schemeClr val="bg1"/>
                </a:solidFill>
                <a:effectLst/>
                <a:latin typeface="+mj-lt"/>
                <a:ea typeface="+mn-ea"/>
                <a:cs typeface="Segoe UI" pitchFamily="34" charset="0"/>
              </a:defRPr>
            </a:lvl1pPr>
          </a:lstStyle>
          <a:p>
            <a:r>
              <a:rPr lang="en-US" dirty="0"/>
              <a:t>Video title</a:t>
            </a:r>
          </a:p>
        </p:txBody>
      </p:sp>
    </p:spTree>
    <p:extLst>
      <p:ext uri="{BB962C8B-B14F-4D97-AF65-F5344CB8AC3E}">
        <p14:creationId xmlns:p14="http://schemas.microsoft.com/office/powerpoint/2010/main" val="642182420"/>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526804"/>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accent color 1">
    <p:bg>
      <p:bgPr>
        <a:solidFill>
          <a:srgbClr val="0072C6"/>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8450787"/>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Developer code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Slide for developer code</a:t>
            </a:r>
          </a:p>
        </p:txBody>
      </p:sp>
      <p:sp>
        <p:nvSpPr>
          <p:cNvPr id="5" name="Text Placeholder 4"/>
          <p:cNvSpPr>
            <a:spLocks noGrp="1"/>
          </p:cNvSpPr>
          <p:nvPr>
            <p:ph type="body" sz="quarter" idx="10"/>
          </p:nvPr>
        </p:nvSpPr>
        <p:spPr>
          <a:xfrm>
            <a:off x="365760" y="1371600"/>
            <a:ext cx="11704320" cy="2043636"/>
          </a:xfrm>
        </p:spPr>
        <p:txBody>
          <a:bodyPr>
            <a:spAutoFit/>
          </a:bodyPr>
          <a:lstStyle>
            <a:lvl1pPr marL="0" indent="0">
              <a:spcBef>
                <a:spcPts val="600"/>
              </a:spcBef>
              <a:buNone/>
              <a:defRPr sz="3200">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1pPr>
            <a:lvl2pPr marL="2286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2pPr>
            <a:lvl3pPr marL="4572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3pPr>
            <a:lvl4pPr marL="6858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4pPr>
            <a:lvl5pPr marL="914400" indent="0">
              <a:spcBef>
                <a:spcPts val="600"/>
              </a:spcBef>
              <a:buNone/>
              <a:defRPr>
                <a:gradFill>
                  <a:gsLst>
                    <a:gs pos="1250">
                      <a:srgbClr val="000000"/>
                    </a:gs>
                    <a:gs pos="100000">
                      <a:srgbClr val="000000"/>
                    </a:gs>
                  </a:gsLst>
                  <a:lin ang="5400000" scaled="0"/>
                </a:gradFill>
                <a:latin typeface="Consolas" panose="020B0609020204030204" pitchFamily="49" charset="0"/>
                <a:cs typeface="Consolas" panose="020B0609020204030204" pitchFamily="49"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62577389"/>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losing logo slide">
    <p:bg>
      <p:bgPr>
        <a:solidFill>
          <a:srgbClr val="0072C6"/>
        </a:solidFill>
        <a:effectLst/>
      </p:bgPr>
    </p:bg>
    <p:spTree>
      <p:nvGrpSpPr>
        <p:cNvPr id="1" name=""/>
        <p:cNvGrpSpPr/>
        <p:nvPr/>
      </p:nvGrpSpPr>
      <p:grpSpPr>
        <a:xfrm>
          <a:off x="0" y="0"/>
          <a:ext cx="0" cy="0"/>
          <a:chOff x="0" y="0"/>
          <a:chExt cx="0" cy="0"/>
        </a:xfrm>
      </p:grpSpPr>
      <p:sp>
        <p:nvSpPr>
          <p:cNvPr id="2" name="Text Box 3"/>
          <p:cNvSpPr txBox="1">
            <a:spLocks noChangeArrowheads="1"/>
          </p:cNvSpPr>
          <p:nvPr userDrawn="1"/>
        </p:nvSpPr>
        <p:spPr bwMode="blackWhite">
          <a:xfrm>
            <a:off x="350837" y="5554662"/>
            <a:ext cx="11704320" cy="954107"/>
          </a:xfrm>
          <a:prstGeom prst="rect">
            <a:avLst/>
          </a:prstGeom>
          <a:noFill/>
          <a:ln w="12700">
            <a:noFill/>
            <a:miter lim="800000"/>
            <a:headEnd type="none" w="sm" len="sm"/>
            <a:tailEnd type="none" w="sm" len="sm"/>
          </a:ln>
          <a:effectLst/>
        </p:spPr>
        <p:txBody>
          <a:bodyPr vert="horz" wrap="square" lIns="91440" tIns="91440" rIns="91440" bIns="91440" numCol="1" anchor="t" anchorCtr="0" compatLnSpc="1">
            <a:prstTxWarp prst="textNoShape">
              <a:avLst/>
            </a:prstTxWarp>
            <a:spAutoFit/>
          </a:bodyPr>
          <a:lstStyle/>
          <a:p>
            <a:pPr defTabSz="932290" eaLnBrk="0" hangingPunct="0"/>
            <a:r>
              <a:rPr lang="en-US" sz="1000" baseline="0" dirty="0">
                <a:solidFill>
                  <a:schemeClr val="bg1"/>
                </a:solidFill>
                <a:cs typeface="Segoe UI" pitchFamily="34" charset="0"/>
              </a:rPr>
              <a:t>© 2016 Microsoft Corporation. All rights reserved. The text in this document is available under the Creative Commons Attribution 3.0 License, additional terms may apply.  All other content contained in this document (including, without limitation, trademarks, logos, images, etc.) are not included within the Creative Commons license grant.  This document does not provide you with any legal rights to any intellectual property in any Microsoft product. You may copy and use this document for your internal, reference purposes.  </a:t>
            </a:r>
          </a:p>
          <a:p>
            <a:pPr defTabSz="932290" eaLnBrk="0" hangingPunct="0"/>
            <a:r>
              <a:rPr lang="en-US" sz="1000" baseline="0" dirty="0">
                <a:solidFill>
                  <a:schemeClr val="bg1"/>
                </a:solidFill>
                <a:cs typeface="Segoe UI" pitchFamily="34" charset="0"/>
              </a:rPr>
              <a:t>This document is provided "as-is." Information and views expressed in this document, including URL and other Internet Web site references, may change without notice. You bear the risk of using it. Some examples are for illustration only and are fictitious. No real association is intended or inferred. Microsoft makes no warranties, express or implied, with respect to the information provided here. </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bwMode="invGray">
          <a:xfrm>
            <a:off x="459230" y="3145040"/>
            <a:ext cx="3288506" cy="704445"/>
          </a:xfrm>
          <a:prstGeom prst="rect">
            <a:avLst/>
          </a:prstGeom>
        </p:spPr>
      </p:pic>
    </p:spTree>
    <p:extLst>
      <p:ext uri="{BB962C8B-B14F-4D97-AF65-F5344CB8AC3E}">
        <p14:creationId xmlns:p14="http://schemas.microsoft.com/office/powerpoint/2010/main" val="3928358739"/>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0" hasCustomPrompt="1"/>
          </p:nvPr>
        </p:nvSpPr>
        <p:spPr bwMode="white">
          <a:xfrm>
            <a:off x="365760" y="1371600"/>
            <a:ext cx="11704320" cy="1877437"/>
          </a:xfrm>
          <a:prstGeom prst="rect">
            <a:avLst/>
          </a:prstGeom>
        </p:spPr>
        <p:txBody>
          <a:bodyPr>
            <a:spAutoFit/>
          </a:bodyPr>
          <a:lstStyle>
            <a:lvl1pPr marL="2286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1pPr>
            <a:lvl2pPr marL="4572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2pPr>
            <a:lvl3pPr marL="6858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3pPr>
            <a:lvl4pPr marL="9144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4pPr>
            <a:lvl5pPr marL="1143000" indent="-228600">
              <a:spcBef>
                <a:spcPts val="600"/>
              </a:spcBef>
              <a:buClr>
                <a:schemeClr val="tx1"/>
              </a:buClr>
              <a:buSzPct val="90000"/>
              <a:buFont typeface="Arial" pitchFamily="34" charset="0"/>
              <a:buChar char="•"/>
              <a:defRPr sz="2000">
                <a:gradFill>
                  <a:gsLst>
                    <a:gs pos="1250">
                      <a:schemeClr val="tx1"/>
                    </a:gs>
                    <a:gs pos="100000">
                      <a:schemeClr val="tx1"/>
                    </a:gs>
                  </a:gsLst>
                  <a:lin ang="5400000" scaled="0"/>
                </a:gradFill>
                <a:latin typeface="Segoe UI" pitchFamily="34" charset="0"/>
                <a:ea typeface="Segoe UI" pitchFamily="34" charset="0"/>
                <a:cs typeface="Segoe UI" pitchFamily="34" charset="0"/>
              </a:defRPr>
            </a:lvl5pPr>
          </a:lstStyle>
          <a:p>
            <a:pPr lvl="0"/>
            <a:r>
              <a:rPr lang="en-US" dirty="0"/>
              <a:t>Use this Layout for Speaker Notes slides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6"/>
          <p:cNvSpPr>
            <a:spLocks noGrp="1"/>
          </p:cNvSpPr>
          <p:nvPr>
            <p:ph type="body" sz="quarter" idx="11" hasCustomPrompt="1"/>
          </p:nvPr>
        </p:nvSpPr>
        <p:spPr>
          <a:xfrm>
            <a:off x="1" y="6263640"/>
            <a:ext cx="12436476" cy="731520"/>
          </a:xfrm>
          <a:prstGeom prst="rect">
            <a:avLst/>
          </a:prstGeom>
          <a:solidFill>
            <a:srgbClr val="FFFF99"/>
          </a:solidFill>
        </p:spPr>
        <p:txBody>
          <a:bodyPr wrap="square" lIns="365760" tIns="91440" rIns="365760" bIns="91440" anchor="ctr" anchorCtr="0">
            <a:noAutofit/>
          </a:bodyPr>
          <a:lstStyle>
            <a:lvl1pPr algn="r">
              <a:buFont typeface="Arial" pitchFamily="34" charset="0"/>
              <a:buNone/>
              <a:defRPr sz="3200" spc="-51" baseline="0">
                <a:gradFill>
                  <a:gsLst>
                    <a:gs pos="0">
                      <a:srgbClr val="000000"/>
                    </a:gs>
                    <a:gs pos="100000">
                      <a:srgbClr val="000000"/>
                    </a:gs>
                  </a:gsLst>
                  <a:lin ang="5400000" scaled="0"/>
                </a:gradFill>
                <a:effectLst/>
                <a:latin typeface="Segoe UI" pitchFamily="34" charset="0"/>
                <a:ea typeface="Segoe UI" pitchFamily="34" charset="0"/>
                <a:cs typeface="Segoe UI" pitchFamily="34" charset="0"/>
              </a:defRPr>
            </a:lvl1pPr>
          </a:lstStyle>
          <a:p>
            <a:pPr lvl="0"/>
            <a:r>
              <a:rPr lang="en-US" dirty="0"/>
              <a:t>Next:</a:t>
            </a:r>
          </a:p>
        </p:txBody>
      </p:sp>
      <p:sp>
        <p:nvSpPr>
          <p:cNvPr id="3" name="Title 2"/>
          <p:cNvSpPr>
            <a:spLocks noGrp="1"/>
          </p:cNvSpPr>
          <p:nvPr>
            <p:ph type="title"/>
          </p:nvPr>
        </p:nvSpPr>
        <p:spPr bwMode="white"/>
        <p:txBody>
          <a:bodyPr/>
          <a:lstStyle>
            <a:lvl1pPr>
              <a:defRPr>
                <a:gradFill>
                  <a:gsLst>
                    <a:gs pos="1250">
                      <a:schemeClr val="tx1"/>
                    </a:gs>
                    <a:gs pos="100000">
                      <a:schemeClr val="tx1"/>
                    </a:gs>
                  </a:gsLst>
                  <a:lin ang="5400000" scaled="0"/>
                </a:gradFill>
                <a:latin typeface="+mj-lt"/>
                <a:ea typeface="Segoe UI" pitchFamily="34" charset="0"/>
                <a:cs typeface="Segoe UI" pitchFamily="34" charset="0"/>
              </a:defRPr>
            </a:lvl1pPr>
          </a:lstStyle>
          <a:p>
            <a:r>
              <a:rPr lang="en-US" dirty="0"/>
              <a:t>Click to edit Master title style</a:t>
            </a:r>
          </a:p>
        </p:txBody>
      </p:sp>
    </p:spTree>
    <p:extLst>
      <p:ext uri="{BB962C8B-B14F-4D97-AF65-F5344CB8AC3E}">
        <p14:creationId xmlns:p14="http://schemas.microsoft.com/office/powerpoint/2010/main" val="3530996961"/>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Demo">
    <p:spTree>
      <p:nvGrpSpPr>
        <p:cNvPr id="1" name=""/>
        <p:cNvGrpSpPr/>
        <p:nvPr/>
      </p:nvGrpSpPr>
      <p:grpSpPr>
        <a:xfrm>
          <a:off x="0" y="0"/>
          <a:ext cx="0" cy="0"/>
          <a:chOff x="0" y="0"/>
          <a:chExt cx="0" cy="0"/>
        </a:xfrm>
      </p:grpSpPr>
      <p:pic>
        <p:nvPicPr>
          <p:cNvPr id="9" name="Picture 8"/>
          <p:cNvPicPr>
            <a:picLocks noChangeAspect="1"/>
          </p:cNvPicPr>
          <p:nvPr userDrawn="1"/>
        </p:nvPicPr>
        <p:blipFill>
          <a:blip r:embed="rId2"/>
          <a:stretch>
            <a:fillRect/>
          </a:stretch>
        </p:blipFill>
        <p:spPr>
          <a:xfrm>
            <a:off x="7757448" y="304193"/>
            <a:ext cx="4409440" cy="6400800"/>
          </a:xfrm>
          <a:prstGeom prst="rect">
            <a:avLst/>
          </a:prstGeom>
        </p:spPr>
      </p:pic>
      <p:sp>
        <p:nvSpPr>
          <p:cNvPr id="4" name="Rectangle 3"/>
          <p:cNvSpPr/>
          <p:nvPr userDrawn="1"/>
        </p:nvSpPr>
        <p:spPr bwMode="auto">
          <a:xfrm>
            <a:off x="274702" y="1211287"/>
            <a:ext cx="10058336" cy="2743176"/>
          </a:xfrm>
          <a:prstGeom prst="rect">
            <a:avLst/>
          </a:prstGeom>
          <a:no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54" tIns="146283" rIns="182854" bIns="146283" numCol="1" spcCol="0" rtlCol="0" fromWordArt="0" anchor="t" anchorCtr="0" forceAA="0" compatLnSpc="1">
            <a:prstTxWarp prst="textNoShape">
              <a:avLst/>
            </a:prstTxWarp>
            <a:noAutofit/>
          </a:bodyPr>
          <a:lstStyle/>
          <a:p>
            <a:pPr marL="0" marR="0" lvl="0" indent="0" algn="ctr" defTabSz="932293" eaLnBrk="1" fontAlgn="base" latinLnBrk="0" hangingPunct="1">
              <a:lnSpc>
                <a:spcPct val="90000"/>
              </a:lnSpc>
              <a:spcBef>
                <a:spcPct val="0"/>
              </a:spcBef>
              <a:spcAft>
                <a:spcPct val="0"/>
              </a:spcAft>
              <a:buClrTx/>
              <a:buSzTx/>
              <a:buFontTx/>
              <a:buNone/>
              <a:tabLst/>
              <a:defRPr/>
            </a:pPr>
            <a:endParaRPr kumimoji="0" lang="en-US" sz="2400" b="0" i="0" u="none" strike="noStrike" kern="0" cap="none" spc="0" normalizeH="0" baseline="0" noProof="0" dirty="0" err="1">
              <a:ln>
                <a:noFill/>
              </a:ln>
              <a:gradFill>
                <a:gsLst>
                  <a:gs pos="0">
                    <a:srgbClr val="FFFFFF"/>
                  </a:gs>
                  <a:gs pos="100000">
                    <a:srgbClr val="FFFFFF"/>
                  </a:gs>
                </a:gsLst>
                <a:lin ang="5400000" scaled="0"/>
              </a:gradFill>
              <a:effectLst/>
              <a:uLnTx/>
              <a:uFillTx/>
              <a:ea typeface="Segoe UI" pitchFamily="34" charset="0"/>
              <a:cs typeface="Segoe UI" pitchFamily="34" charset="0"/>
            </a:endParaRPr>
          </a:p>
        </p:txBody>
      </p:sp>
      <p:sp>
        <p:nvSpPr>
          <p:cNvPr id="2" name="Title 1"/>
          <p:cNvSpPr>
            <a:spLocks noGrp="1"/>
          </p:cNvSpPr>
          <p:nvPr>
            <p:ph type="title" hasCustomPrompt="1"/>
          </p:nvPr>
        </p:nvSpPr>
        <p:spPr>
          <a:xfrm>
            <a:off x="274639" y="1209973"/>
            <a:ext cx="7314044" cy="1205390"/>
          </a:xfrm>
          <a:noFill/>
        </p:spPr>
        <p:txBody>
          <a:bodyPr tIns="91440" bIns="91440" anchor="t" anchorCtr="0">
            <a:spAutoFit/>
          </a:bodyPr>
          <a:lstStyle>
            <a:lvl1pPr>
              <a:defRPr sz="7343" spc="-100" baseline="0">
                <a:solidFill>
                  <a:schemeClr val="tx1"/>
                </a:solidFill>
              </a:defRPr>
            </a:lvl1pPr>
          </a:lstStyle>
          <a:p>
            <a:r>
              <a:rPr lang="en-US" dirty="0"/>
              <a:t>Demo title</a:t>
            </a:r>
          </a:p>
        </p:txBody>
      </p:sp>
    </p:spTree>
    <p:extLst>
      <p:ext uri="{BB962C8B-B14F-4D97-AF65-F5344CB8AC3E}">
        <p14:creationId xmlns:p14="http://schemas.microsoft.com/office/powerpoint/2010/main" val="1248531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5760" y="365760"/>
            <a:ext cx="11704320" cy="914400"/>
          </a:xfrm>
          <a:prstGeom prst="rect">
            <a:avLst/>
          </a:prstGeom>
        </p:spPr>
        <p:txBody>
          <a:bodyPr vert="horz" wrap="square" lIns="91440" tIns="91440" rIns="91440" bIns="91440" rtlCol="0" anchor="t">
            <a:noAutofit/>
          </a:bodyPr>
          <a:lstStyle/>
          <a:p>
            <a:r>
              <a:rPr lang="en-US" dirty="0"/>
              <a:t>Click to edit Master title style</a:t>
            </a:r>
          </a:p>
        </p:txBody>
      </p:sp>
      <p:sp>
        <p:nvSpPr>
          <p:cNvPr id="4" name="Text Placeholder 3"/>
          <p:cNvSpPr>
            <a:spLocks noGrp="1"/>
          </p:cNvSpPr>
          <p:nvPr>
            <p:ph type="body" idx="1"/>
          </p:nvPr>
        </p:nvSpPr>
        <p:spPr>
          <a:xfrm>
            <a:off x="365760" y="1280160"/>
            <a:ext cx="11704320" cy="1828800"/>
          </a:xfrm>
          <a:prstGeom prst="rect">
            <a:avLst/>
          </a:prstGeom>
        </p:spPr>
        <p:txBody>
          <a:bodyPr vert="horz" wrap="square" lIns="91440" tIns="91440" rIns="91440" bIns="9144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90270825"/>
      </p:ext>
    </p:extLst>
  </p:cSld>
  <p:clrMap bg1="lt1" tx1="dk1" bg2="lt2" tx2="dk2" accent1="accent1" accent2="accent2" accent3="accent3" accent4="accent4" accent5="accent5" accent6="accent6" hlink="hlink" folHlink="folHlink"/>
  <p:sldLayoutIdLst>
    <p:sldLayoutId id="2147484167" r:id="rId1"/>
    <p:sldLayoutId id="2147484207" r:id="rId2"/>
    <p:sldLayoutId id="2147484203" r:id="rId3"/>
    <p:sldLayoutId id="2147484208" r:id="rId4"/>
    <p:sldLayoutId id="2147484204" r:id="rId5"/>
    <p:sldLayoutId id="2147484209" r:id="rId6"/>
    <p:sldLayoutId id="2147484197" r:id="rId7"/>
    <p:sldLayoutId id="2147484087" r:id="rId8"/>
    <p:sldLayoutId id="2147484098" r:id="rId9"/>
    <p:sldLayoutId id="2147484086" r:id="rId10"/>
    <p:sldLayoutId id="2147484099" r:id="rId11"/>
    <p:sldLayoutId id="2147484106" r:id="rId12"/>
    <p:sldLayoutId id="2147484092" r:id="rId13"/>
    <p:sldLayoutId id="2147484196" r:id="rId14"/>
    <p:sldLayoutId id="2147484201" r:id="rId15"/>
    <p:sldLayoutId id="2147484198" r:id="rId16"/>
    <p:sldLayoutId id="2147484202" r:id="rId17"/>
    <p:sldLayoutId id="2147484199" r:id="rId18"/>
    <p:sldLayoutId id="2147484200" r:id="rId19"/>
    <p:sldLayoutId id="2147484130" r:id="rId20"/>
    <p:sldLayoutId id="2147484205" r:id="rId21"/>
    <p:sldLayoutId id="2147484206" r:id="rId22"/>
    <p:sldLayoutId id="2147484093" r:id="rId23"/>
    <p:sldLayoutId id="2147484127" r:id="rId24"/>
    <p:sldLayoutId id="2147484094" r:id="rId25"/>
    <p:sldLayoutId id="2147484195" r:id="rId26"/>
    <p:sldLayoutId id="2147484096" r:id="rId27"/>
    <p:sldLayoutId id="2147484211" r:id="rId28"/>
  </p:sldLayoutIdLst>
  <p:transition>
    <p:fade/>
  </p:transition>
  <p:txStyles>
    <p:titleStyle>
      <a:lvl1pPr algn="l" defTabSz="932742" rtl="0" eaLnBrk="1" latinLnBrk="0" hangingPunct="1">
        <a:lnSpc>
          <a:spcPct val="90000"/>
        </a:lnSpc>
        <a:spcBef>
          <a:spcPct val="0"/>
        </a:spcBef>
        <a:buNone/>
        <a:defRPr lang="en-US" sz="4800" b="0" kern="1200" cap="none" spc="-70" baseline="0" dirty="0" smtClean="0">
          <a:ln w="3175">
            <a:noFill/>
          </a:ln>
          <a:solidFill>
            <a:srgbClr val="0072C6"/>
          </a:solidFill>
          <a:effectLst/>
          <a:latin typeface="+mj-lt"/>
          <a:ea typeface="+mn-ea"/>
          <a:cs typeface="Segoe UI" pitchFamily="34" charset="0"/>
        </a:defRPr>
      </a:lvl1pPr>
    </p:titleStyle>
    <p:bodyStyle>
      <a:lvl1pPr marL="2286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1pPr>
      <a:lvl2pPr marL="4572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2pPr>
      <a:lvl3pPr marL="6858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3pPr>
      <a:lvl4pPr marL="9144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4pPr>
      <a:lvl5pPr marL="1143000" marR="0" indent="-228600" algn="l" defTabSz="932742" rtl="0" eaLnBrk="1" fontAlgn="auto" latinLnBrk="0" hangingPunct="1">
        <a:lnSpc>
          <a:spcPct val="90000"/>
        </a:lnSpc>
        <a:spcBef>
          <a:spcPts val="600"/>
        </a:spcBef>
        <a:spcAft>
          <a:spcPts val="0"/>
        </a:spcAft>
        <a:buClrTx/>
        <a:buSzPct val="90000"/>
        <a:buFont typeface="Arial" pitchFamily="34" charset="0"/>
        <a:buChar char="•"/>
        <a:tabLst/>
        <a:defRPr sz="2000" kern="1200" spc="0" baseline="0">
          <a:gradFill>
            <a:gsLst>
              <a:gs pos="1250">
                <a:schemeClr val="tx1"/>
              </a:gs>
              <a:gs pos="100000">
                <a:schemeClr val="tx1"/>
              </a:gs>
            </a:gsLst>
            <a:lin ang="5400000" scaled="0"/>
          </a:gra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pos="749">
          <p15:clr>
            <a:srgbClr val="5ACBF0"/>
          </p15:clr>
        </p15:guide>
        <p15:guide id="4" pos="1325">
          <p15:clr>
            <a:srgbClr val="5ACBF0"/>
          </p15:clr>
        </p15:guide>
        <p15:guide id="5" pos="1901">
          <p15:clr>
            <a:srgbClr val="5ACBF0"/>
          </p15:clr>
        </p15:guide>
        <p15:guide id="6" pos="2477">
          <p15:clr>
            <a:srgbClr val="5ACBF0"/>
          </p15:clr>
        </p15:guide>
        <p15:guide id="7" pos="3053">
          <p15:clr>
            <a:srgbClr val="5ACBF0"/>
          </p15:clr>
        </p15:guide>
        <p15:guide id="8" pos="3629">
          <p15:clr>
            <a:srgbClr val="5ACBF0"/>
          </p15:clr>
        </p15:guide>
        <p15:guide id="9" pos="4205">
          <p15:clr>
            <a:srgbClr val="5ACBF0"/>
          </p15:clr>
        </p15:guide>
        <p15:guide id="10" pos="4781">
          <p15:clr>
            <a:srgbClr val="5ACBF0"/>
          </p15:clr>
        </p15:guide>
        <p15:guide id="11" pos="5357">
          <p15:clr>
            <a:srgbClr val="5ACBF0"/>
          </p15:clr>
        </p15:guide>
        <p15:guide id="12" pos="5933">
          <p15:clr>
            <a:srgbClr val="5ACBF0"/>
          </p15:clr>
        </p15:guide>
        <p15:guide id="13" pos="6509">
          <p15:clr>
            <a:srgbClr val="5ACBF0"/>
          </p15:clr>
        </p15:guide>
        <p15:guide id="14" pos="7085">
          <p15:clr>
            <a:srgbClr val="5ACBF0"/>
          </p15:clr>
        </p15:guide>
        <p15:guide id="15" pos="7661">
          <p15:clr>
            <a:srgbClr val="5ACBF0"/>
          </p15:clr>
        </p15:guide>
        <p15:guide id="16" pos="288">
          <p15:clr>
            <a:srgbClr val="C35EA4"/>
          </p15:clr>
        </p15:guide>
        <p15:guide id="17" pos="7546">
          <p15:clr>
            <a:srgbClr val="C35EA4"/>
          </p15:clr>
        </p15:guide>
        <p15:guide id="18" orient="horz" pos="763">
          <p15:clr>
            <a:srgbClr val="5ACBF0"/>
          </p15:clr>
        </p15:guide>
        <p15:guide id="19" orient="horz" pos="1339">
          <p15:clr>
            <a:srgbClr val="5ACBF0"/>
          </p15:clr>
        </p15:guide>
        <p15:guide id="20" orient="horz" pos="1915">
          <p15:clr>
            <a:srgbClr val="5ACBF0"/>
          </p15:clr>
        </p15:guide>
        <p15:guide id="21" orient="horz" pos="2491">
          <p15:clr>
            <a:srgbClr val="5ACBF0"/>
          </p15:clr>
        </p15:guide>
        <p15:guide id="22" orient="horz" pos="3067">
          <p15:clr>
            <a:srgbClr val="5ACBF0"/>
          </p15:clr>
        </p15:guide>
        <p15:guide id="23" orient="horz" pos="3643">
          <p15:clr>
            <a:srgbClr val="5ACBF0"/>
          </p15:clr>
        </p15:guide>
        <p15:guide id="24" orient="horz" pos="4219">
          <p15:clr>
            <a:srgbClr val="5ACBF0"/>
          </p15:clr>
        </p15:guide>
        <p15:guide id="25" orient="horz" pos="302">
          <p15:clr>
            <a:srgbClr val="C35EA4"/>
          </p15:clr>
        </p15:guide>
        <p15:guide id="26" orient="horz" pos="4104">
          <p15:clr>
            <a:srgbClr val="C35E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0.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8.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1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5.xml"/><Relationship Id="rId1" Type="http://schemas.openxmlformats.org/officeDocument/2006/relationships/slideLayout" Target="../slideLayouts/slideLayout7.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21.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4"/>
          <p:cNvSpPr>
            <a:spLocks noGrp="1"/>
          </p:cNvSpPr>
          <p:nvPr>
            <p:ph type="body" sz="quarter" idx="12"/>
          </p:nvPr>
        </p:nvSpPr>
        <p:spPr>
          <a:xfrm>
            <a:off x="350837" y="3421062"/>
            <a:ext cx="8229599"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endParaRPr lang="en-US" dirty="0">
              <a:solidFill>
                <a:schemeClr val="bg1"/>
              </a:solidFill>
            </a:endParaRPr>
          </a:p>
        </p:txBody>
      </p:sp>
      <p:sp>
        <p:nvSpPr>
          <p:cNvPr id="9" name="Title 1"/>
          <p:cNvSpPr>
            <a:spLocks noGrp="1"/>
          </p:cNvSpPr>
          <p:nvPr>
            <p:ph type="title"/>
          </p:nvPr>
        </p:nvSpPr>
        <p:spPr>
          <a:xfrm>
            <a:off x="274637" y="1677399"/>
            <a:ext cx="8229600" cy="1097280"/>
          </a:xfrm>
          <a:noFill/>
        </p:spPr>
        <p:txBody>
          <a:bodyPr lIns="91440" tIns="91440" rIns="91440" bIns="91440" anchor="t" anchorCtr="0"/>
          <a:lstStyle>
            <a:lvl1pPr>
              <a:defRPr sz="6000" spc="-80" baseline="0">
                <a:solidFill>
                  <a:srgbClr val="0072C6"/>
                </a:solidFill>
              </a:defRPr>
            </a:lvl1pPr>
          </a:lstStyle>
          <a:p>
            <a:r>
              <a:rPr lang="en-US" altLang="zh-CN" dirty="0">
                <a:solidFill>
                  <a:schemeClr val="bg1"/>
                </a:solidFill>
              </a:rPr>
              <a:t>Service Fabric Patterns &amp; Best Practices</a:t>
            </a:r>
            <a:endParaRPr lang="en-US" dirty="0">
              <a:solidFill>
                <a:schemeClr val="bg1"/>
              </a:solidFill>
            </a:endParaRPr>
          </a:p>
        </p:txBody>
      </p:sp>
    </p:spTree>
    <p:extLst>
      <p:ext uri="{BB962C8B-B14F-4D97-AF65-F5344CB8AC3E}">
        <p14:creationId xmlns:p14="http://schemas.microsoft.com/office/powerpoint/2010/main" val="1842309144"/>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 Placeholder 4"/>
          <p:cNvSpPr>
            <a:spLocks noGrp="1"/>
          </p:cNvSpPr>
          <p:nvPr>
            <p:ph type="body" sz="quarter" idx="12"/>
          </p:nvPr>
        </p:nvSpPr>
        <p:spPr>
          <a:xfrm>
            <a:off x="274637" y="3497262"/>
            <a:ext cx="8436348" cy="914400"/>
          </a:xfrm>
          <a:noFill/>
        </p:spPr>
        <p:txBody>
          <a:bodyPr lIns="91440" tIns="91440" rIns="91440" bIns="91440">
            <a:noAutofit/>
          </a:bodyPr>
          <a:lstStyle>
            <a:lvl1pPr marL="0" indent="0">
              <a:spcBef>
                <a:spcPts val="0"/>
              </a:spcBef>
              <a:buNone/>
              <a:defRPr sz="2800" spc="0" baseline="0">
                <a:gradFill>
                  <a:gsLst>
                    <a:gs pos="0">
                      <a:schemeClr val="tx1"/>
                    </a:gs>
                    <a:gs pos="100000">
                      <a:schemeClr val="tx1"/>
                    </a:gs>
                  </a:gsLst>
                  <a:lin ang="5400000" scaled="0"/>
                </a:gradFill>
                <a:latin typeface="+mj-lt"/>
              </a:defRPr>
            </a:lvl1pPr>
          </a:lstStyle>
          <a:p>
            <a:pPr lvl="0"/>
            <a:r>
              <a:rPr lang="en-US" dirty="0"/>
              <a:t>Mikkel Mork Hegnhoj</a:t>
            </a:r>
          </a:p>
        </p:txBody>
      </p:sp>
      <p:sp>
        <p:nvSpPr>
          <p:cNvPr id="17" name="Title 1"/>
          <p:cNvSpPr>
            <a:spLocks noGrp="1"/>
          </p:cNvSpPr>
          <p:nvPr>
            <p:ph type="title"/>
          </p:nvPr>
        </p:nvSpPr>
        <p:spPr>
          <a:noFill/>
        </p:spPr>
        <p:txBody>
          <a:bodyPr lIns="91440" tIns="91440" rIns="91440" bIns="91440" anchor="t" anchorCtr="0"/>
          <a:lstStyle>
            <a:lvl1pPr>
              <a:defRPr sz="6000" spc="-80" baseline="0">
                <a:solidFill>
                  <a:srgbClr val="0072C6"/>
                </a:solidFill>
              </a:defRPr>
            </a:lvl1pPr>
          </a:lstStyle>
          <a:p>
            <a:r>
              <a:rPr lang="en-US" dirty="0"/>
              <a:t>Service Fabric Continuous Integration and Delivery</a:t>
            </a:r>
          </a:p>
        </p:txBody>
      </p:sp>
    </p:spTree>
    <p:extLst>
      <p:ext uri="{BB962C8B-B14F-4D97-AF65-F5344CB8AC3E}">
        <p14:creationId xmlns:p14="http://schemas.microsoft.com/office/powerpoint/2010/main" val="1251601128"/>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stretch>
            <a:fillRect/>
          </a:stretch>
        </p:blipFill>
        <p:spPr>
          <a:xfrm>
            <a:off x="8199437" y="2354262"/>
            <a:ext cx="2819718" cy="2858881"/>
          </a:xfrm>
          <a:prstGeom prst="rect">
            <a:avLst/>
          </a:prstGeom>
        </p:spPr>
      </p:pic>
      <p:sp>
        <p:nvSpPr>
          <p:cNvPr id="2" name="Title 1"/>
          <p:cNvSpPr>
            <a:spLocks noGrp="1"/>
          </p:cNvSpPr>
          <p:nvPr>
            <p:ph type="title"/>
          </p:nvPr>
        </p:nvSpPr>
        <p:spPr/>
        <p:txBody>
          <a:bodyPr/>
          <a:lstStyle/>
          <a:p>
            <a:r>
              <a:rPr lang="en-US" altLang="zh-CN" dirty="0">
                <a:solidFill>
                  <a:srgbClr val="FF0000"/>
                </a:solidFill>
              </a:rPr>
              <a:t>Problem</a:t>
            </a:r>
            <a:endParaRPr lang="en-US" dirty="0">
              <a:solidFill>
                <a:srgbClr val="FF0000"/>
              </a:solidFill>
            </a:endParaRPr>
          </a:p>
        </p:txBody>
      </p:sp>
      <p:sp>
        <p:nvSpPr>
          <p:cNvPr id="3" name="Text Placeholder 2"/>
          <p:cNvSpPr>
            <a:spLocks noGrp="1"/>
          </p:cNvSpPr>
          <p:nvPr>
            <p:ph type="body" sz="quarter" idx="10"/>
          </p:nvPr>
        </p:nvSpPr>
        <p:spPr/>
        <p:txBody>
          <a:bodyPr/>
          <a:lstStyle/>
          <a:p>
            <a:r>
              <a:rPr lang="en-US" dirty="0"/>
              <a:t>How do I get on a path of being able to continuously integrate, validate and deliver my code changes in production?</a:t>
            </a:r>
          </a:p>
          <a:p>
            <a:endParaRPr lang="en-US" dirty="0"/>
          </a:p>
        </p:txBody>
      </p:sp>
      <p:sp>
        <p:nvSpPr>
          <p:cNvPr id="4" name="TextBox 3"/>
          <p:cNvSpPr txBox="1"/>
          <p:nvPr/>
        </p:nvSpPr>
        <p:spPr>
          <a:xfrm>
            <a:off x="884237" y="2040330"/>
            <a:ext cx="7543799" cy="3671774"/>
          </a:xfrm>
          <a:prstGeom prst="rect">
            <a:avLst/>
          </a:prstGeom>
          <a:noFill/>
        </p:spPr>
        <p:txBody>
          <a:bodyPr wrap="squar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Source Control is usually a no-brainer</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Build can somehow be tricky with test and versioning</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How do I test and validate in the different stages?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How do I do gradual roll-out my changes to Service Fabric?</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How do I handle settings and secrets across environments?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Where do I even start?</a:t>
            </a:r>
          </a:p>
        </p:txBody>
      </p:sp>
    </p:spTree>
    <p:extLst>
      <p:ext uri="{BB962C8B-B14F-4D97-AF65-F5344CB8AC3E}">
        <p14:creationId xmlns:p14="http://schemas.microsoft.com/office/powerpoint/2010/main" val="2007549411"/>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Best Practice</a:t>
            </a:r>
          </a:p>
        </p:txBody>
      </p:sp>
      <p:sp>
        <p:nvSpPr>
          <p:cNvPr id="3" name="Text Placeholder 2"/>
          <p:cNvSpPr>
            <a:spLocks noGrp="1"/>
          </p:cNvSpPr>
          <p:nvPr>
            <p:ph type="body" sz="quarter" idx="10"/>
          </p:nvPr>
        </p:nvSpPr>
        <p:spPr/>
        <p:txBody>
          <a:bodyPr/>
          <a:lstStyle/>
          <a:p>
            <a:r>
              <a:rPr lang="en-US" dirty="0"/>
              <a:t>Get those pipelines up and running before anything else</a:t>
            </a:r>
          </a:p>
        </p:txBody>
      </p:sp>
      <p:pic>
        <p:nvPicPr>
          <p:cNvPr id="13" name="Picture 12"/>
          <p:cNvPicPr>
            <a:picLocks noChangeAspect="1"/>
          </p:cNvPicPr>
          <p:nvPr/>
        </p:nvPicPr>
        <p:blipFill>
          <a:blip r:embed="rId3"/>
          <a:stretch>
            <a:fillRect/>
          </a:stretch>
        </p:blipFill>
        <p:spPr>
          <a:xfrm>
            <a:off x="8199437" y="2354262"/>
            <a:ext cx="2819717" cy="2819717"/>
          </a:xfrm>
          <a:prstGeom prst="rect">
            <a:avLst/>
          </a:prstGeom>
        </p:spPr>
      </p:pic>
      <p:sp>
        <p:nvSpPr>
          <p:cNvPr id="5" name="TextBox 4"/>
          <p:cNvSpPr txBox="1"/>
          <p:nvPr/>
        </p:nvSpPr>
        <p:spPr>
          <a:xfrm>
            <a:off x="884237" y="2040330"/>
            <a:ext cx="5066067" cy="1446550"/>
          </a:xfrm>
          <a:prstGeom prst="rect">
            <a:avLst/>
          </a:prstGeom>
          <a:noFill/>
        </p:spPr>
        <p:txBody>
          <a:bodyPr wrap="none" lIns="182880" tIns="146304" rIns="182880" bIns="146304" rtlCol="0">
            <a:spAutoFit/>
          </a:bodyPr>
          <a:lstStyle/>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Hello World in Azure</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Expand with tests and approvals</a:t>
            </a:r>
          </a:p>
          <a:p>
            <a:pPr marL="342900" indent="-342900">
              <a:lnSpc>
                <a:spcPct val="90000"/>
              </a:lnSpc>
              <a:spcAft>
                <a:spcPts val="600"/>
              </a:spcAft>
              <a:buFont typeface="Arial" panose="020B0604020202020204" pitchFamily="34" charset="0"/>
              <a:buChar char="•"/>
            </a:pPr>
            <a:r>
              <a:rPr lang="en-US" sz="2400" dirty="0">
                <a:gradFill>
                  <a:gsLst>
                    <a:gs pos="2917">
                      <a:schemeClr val="tx1"/>
                    </a:gs>
                    <a:gs pos="30000">
                      <a:schemeClr val="tx1"/>
                    </a:gs>
                  </a:gsLst>
                  <a:lin ang="5400000" scaled="0"/>
                </a:gradFill>
              </a:rPr>
              <a:t>Expand with stages</a:t>
            </a:r>
          </a:p>
        </p:txBody>
      </p:sp>
    </p:spTree>
    <p:extLst>
      <p:ext uri="{BB962C8B-B14F-4D97-AF65-F5344CB8AC3E}">
        <p14:creationId xmlns:p14="http://schemas.microsoft.com/office/powerpoint/2010/main" val="3562269219"/>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1097280"/>
            <a:ext cx="6995478" cy="1181862"/>
          </a:xfrm>
        </p:spPr>
        <p:txBody>
          <a:bodyPr/>
          <a:lstStyle/>
          <a:p>
            <a:r>
              <a:rPr lang="en-US" dirty="0"/>
              <a:t>Hello World in Azure</a:t>
            </a:r>
          </a:p>
        </p:txBody>
      </p:sp>
      <p:sp>
        <p:nvSpPr>
          <p:cNvPr id="8" name="Text Placeholder 4"/>
          <p:cNvSpPr>
            <a:spLocks noGrp="1"/>
          </p:cNvSpPr>
          <p:nvPr>
            <p:ph type="body" sz="quarter" idx="4294967295" hasCustomPrompt="1"/>
          </p:nvPr>
        </p:nvSpPr>
        <p:spPr>
          <a:xfrm>
            <a:off x="0" y="3954463"/>
            <a:ext cx="10058400" cy="1292225"/>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solidFill>
                  <a:schemeClr val="tx1"/>
                </a:solidFill>
              </a:rPr>
              <a:t>Continuous Delivery for Service Fabric with Visual Studio Team Services for Windows</a:t>
            </a:r>
          </a:p>
        </p:txBody>
      </p:sp>
    </p:spTree>
    <p:extLst>
      <p:ext uri="{BB962C8B-B14F-4D97-AF65-F5344CB8AC3E}">
        <p14:creationId xmlns:p14="http://schemas.microsoft.com/office/powerpoint/2010/main" val="136914001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27" name="Diagram 326"/>
          <p:cNvGraphicFramePr/>
          <p:nvPr>
            <p:extLst>
              <p:ext uri="{D42A27DB-BD31-4B8C-83A1-F6EECF244321}">
                <p14:modId xmlns:p14="http://schemas.microsoft.com/office/powerpoint/2010/main" val="2327715425"/>
              </p:ext>
            </p:extLst>
          </p:nvPr>
        </p:nvGraphicFramePr>
        <p:xfrm>
          <a:off x="922337" y="1820863"/>
          <a:ext cx="10591800" cy="3352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itle 7"/>
          <p:cNvSpPr>
            <a:spLocks noGrp="1"/>
          </p:cNvSpPr>
          <p:nvPr>
            <p:ph type="title"/>
          </p:nvPr>
        </p:nvSpPr>
        <p:spPr/>
        <p:txBody>
          <a:bodyPr/>
          <a:lstStyle/>
          <a:p>
            <a:r>
              <a:rPr lang="en-US" dirty="0"/>
              <a:t>Build and Release flow in VSTS</a:t>
            </a:r>
          </a:p>
        </p:txBody>
      </p:sp>
    </p:spTree>
    <p:extLst>
      <p:ext uri="{BB962C8B-B14F-4D97-AF65-F5344CB8AC3E}">
        <p14:creationId xmlns:p14="http://schemas.microsoft.com/office/powerpoint/2010/main" val="427525591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9" y="1209973"/>
            <a:ext cx="7314044" cy="3235694"/>
          </a:xfrm>
        </p:spPr>
        <p:txBody>
          <a:bodyPr/>
          <a:lstStyle/>
          <a:p>
            <a:r>
              <a:rPr lang="en-US" dirty="0"/>
              <a:t>Setting up Continuous Delivery with VSTS</a:t>
            </a:r>
          </a:p>
        </p:txBody>
      </p:sp>
    </p:spTree>
    <p:extLst>
      <p:ext uri="{BB962C8B-B14F-4D97-AF65-F5344CB8AC3E}">
        <p14:creationId xmlns:p14="http://schemas.microsoft.com/office/powerpoint/2010/main" val="16266035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1097280"/>
            <a:ext cx="6995478" cy="2179058"/>
          </a:xfrm>
        </p:spPr>
        <p:txBody>
          <a:bodyPr/>
          <a:lstStyle/>
          <a:p>
            <a:r>
              <a:rPr lang="en-US" dirty="0"/>
              <a:t>Expand the Pipeline</a:t>
            </a:r>
          </a:p>
        </p:txBody>
      </p:sp>
      <p:sp>
        <p:nvSpPr>
          <p:cNvPr id="8" name="Text Placeholder 4"/>
          <p:cNvSpPr>
            <a:spLocks noGrp="1"/>
          </p:cNvSpPr>
          <p:nvPr>
            <p:ph type="body" sz="quarter" idx="4294967295" hasCustomPrompt="1"/>
          </p:nvPr>
        </p:nvSpPr>
        <p:spPr>
          <a:xfrm>
            <a:off x="0" y="3954463"/>
            <a:ext cx="10058400" cy="1292225"/>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solidFill>
                  <a:schemeClr val="tx1"/>
                </a:solidFill>
              </a:rPr>
              <a:t>Better Continuous Delivery for Service Fabric with Visual Studio Team Services for Windows</a:t>
            </a:r>
          </a:p>
        </p:txBody>
      </p:sp>
    </p:spTree>
    <p:extLst>
      <p:ext uri="{BB962C8B-B14F-4D97-AF65-F5344CB8AC3E}">
        <p14:creationId xmlns:p14="http://schemas.microsoft.com/office/powerpoint/2010/main" val="328303333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Build and Release flow in VSTS</a:t>
            </a:r>
          </a:p>
        </p:txBody>
      </p:sp>
      <p:sp>
        <p:nvSpPr>
          <p:cNvPr id="2" name="Text Placeholder 1"/>
          <p:cNvSpPr>
            <a:spLocks noGrp="1"/>
          </p:cNvSpPr>
          <p:nvPr>
            <p:ph type="body" sz="quarter" idx="4294967295"/>
          </p:nvPr>
        </p:nvSpPr>
        <p:spPr>
          <a:xfrm>
            <a:off x="365760" y="1189038"/>
            <a:ext cx="11338878" cy="822325"/>
          </a:xfrm>
        </p:spPr>
        <p:txBody>
          <a:bodyPr/>
          <a:lstStyle/>
          <a:p>
            <a:pPr marL="0" indent="0">
              <a:buNone/>
            </a:pPr>
            <a:r>
              <a:rPr lang="en-US" dirty="0"/>
              <a:t>Building out the pipeline</a:t>
            </a:r>
          </a:p>
        </p:txBody>
      </p:sp>
      <p:graphicFrame>
        <p:nvGraphicFramePr>
          <p:cNvPr id="327" name="Diagram 326"/>
          <p:cNvGraphicFramePr/>
          <p:nvPr>
            <p:extLst>
              <p:ext uri="{D42A27DB-BD31-4B8C-83A1-F6EECF244321}">
                <p14:modId xmlns:p14="http://schemas.microsoft.com/office/powerpoint/2010/main" val="4155860425"/>
              </p:ext>
            </p:extLst>
          </p:nvPr>
        </p:nvGraphicFramePr>
        <p:xfrm>
          <a:off x="923544" y="1598508"/>
          <a:ext cx="10588752" cy="4391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58003451"/>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274639" y="1209973"/>
            <a:ext cx="7314044" cy="3235694"/>
          </a:xfrm>
        </p:spPr>
        <p:txBody>
          <a:bodyPr/>
          <a:lstStyle/>
          <a:p>
            <a:r>
              <a:rPr lang="en-US" dirty="0"/>
              <a:t>Upgrade, Run Tests and Approvals</a:t>
            </a:r>
          </a:p>
        </p:txBody>
      </p:sp>
    </p:spTree>
    <p:extLst>
      <p:ext uri="{BB962C8B-B14F-4D97-AF65-F5344CB8AC3E}">
        <p14:creationId xmlns:p14="http://schemas.microsoft.com/office/powerpoint/2010/main" val="884815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dirty="0"/>
              <a:t>Publish a Service Fabric Application</a:t>
            </a:r>
          </a:p>
        </p:txBody>
      </p:sp>
      <p:graphicFrame>
        <p:nvGraphicFramePr>
          <p:cNvPr id="12" name="Diagram 11"/>
          <p:cNvGraphicFramePr/>
          <p:nvPr>
            <p:extLst>
              <p:ext uri="{D42A27DB-BD31-4B8C-83A1-F6EECF244321}">
                <p14:modId xmlns:p14="http://schemas.microsoft.com/office/powerpoint/2010/main" val="2032214176"/>
              </p:ext>
            </p:extLst>
          </p:nvPr>
        </p:nvGraphicFramePr>
        <p:xfrm>
          <a:off x="735767" y="1592262"/>
          <a:ext cx="10744200" cy="167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5" name="Right Brace 14"/>
          <p:cNvSpPr/>
          <p:nvPr/>
        </p:nvSpPr>
        <p:spPr>
          <a:xfrm rot="5400000">
            <a:off x="5837237" y="-1379538"/>
            <a:ext cx="533400" cy="10744200"/>
          </a:xfrm>
          <a:prstGeom prst="rightBrace">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6" name="TextBox 15"/>
          <p:cNvSpPr txBox="1"/>
          <p:nvPr/>
        </p:nvSpPr>
        <p:spPr>
          <a:xfrm>
            <a:off x="1570037" y="4259263"/>
            <a:ext cx="9067800" cy="1446550"/>
          </a:xfrm>
          <a:prstGeom prst="rect">
            <a:avLst/>
          </a:prstGeom>
          <a:noFill/>
        </p:spPr>
        <p:txBody>
          <a:bodyPr wrap="square" lIns="182880" tIns="146304" rIns="182880" bIns="146304" rtlCol="0">
            <a:spAutoFit/>
          </a:bodyPr>
          <a:lstStyle/>
          <a:p>
            <a:pPr>
              <a:lnSpc>
                <a:spcPct val="90000"/>
              </a:lnSpc>
              <a:spcAft>
                <a:spcPts val="600"/>
              </a:spcAft>
            </a:pPr>
            <a:r>
              <a:rPr lang="en-US" sz="2400" dirty="0">
                <a:gradFill>
                  <a:gsLst>
                    <a:gs pos="2917">
                      <a:schemeClr val="tx1"/>
                    </a:gs>
                    <a:gs pos="30000">
                      <a:schemeClr val="tx1"/>
                    </a:gs>
                  </a:gsLst>
                  <a:lin ang="5400000" scaled="0"/>
                </a:gradFill>
              </a:rPr>
              <a:t>SDK </a:t>
            </a:r>
            <a:r>
              <a:rPr lang="en-US" sz="2400" dirty="0">
                <a:gradFill>
                  <a:gsLst>
                    <a:gs pos="2917">
                      <a:schemeClr val="tx1"/>
                    </a:gs>
                    <a:gs pos="30000">
                      <a:schemeClr val="tx1"/>
                    </a:gs>
                  </a:gsLst>
                  <a:lin ang="5400000" scaled="0"/>
                </a:gradFill>
                <a:sym typeface="Wingdings" panose="05000000000000000000" pitchFamily="2" charset="2"/>
              </a:rPr>
              <a:t> </a:t>
            </a:r>
            <a:r>
              <a:rPr lang="en-US" sz="2400" dirty="0">
                <a:gradFill>
                  <a:gsLst>
                    <a:gs pos="2917">
                      <a:schemeClr val="tx1"/>
                    </a:gs>
                    <a:gs pos="30000">
                      <a:schemeClr val="tx1"/>
                    </a:gs>
                  </a:gsLst>
                  <a:lin ang="5400000" scaled="0"/>
                </a:gradFill>
              </a:rPr>
              <a:t>Publish-NewServiceFabricApplication.ps1</a:t>
            </a:r>
            <a:endParaRPr lang="en-US" sz="2400" dirty="0">
              <a:gradFill>
                <a:gsLst>
                  <a:gs pos="2917">
                    <a:schemeClr val="tx1"/>
                  </a:gs>
                  <a:gs pos="30000">
                    <a:schemeClr val="tx1"/>
                  </a:gs>
                </a:gsLst>
                <a:lin ang="5400000" scaled="0"/>
              </a:gradFill>
              <a:sym typeface="Wingdings" panose="05000000000000000000" pitchFamily="2" charset="2"/>
            </a:endParaRPr>
          </a:p>
          <a:p>
            <a:pPr>
              <a:lnSpc>
                <a:spcPct val="90000"/>
              </a:lnSpc>
              <a:spcAft>
                <a:spcPts val="600"/>
              </a:spcAft>
            </a:pPr>
            <a:r>
              <a:rPr lang="en-US" sz="2400" dirty="0">
                <a:gradFill>
                  <a:gsLst>
                    <a:gs pos="2917">
                      <a:schemeClr val="tx1"/>
                    </a:gs>
                    <a:gs pos="30000">
                      <a:schemeClr val="tx1"/>
                    </a:gs>
                  </a:gsLst>
                  <a:lin ang="5400000" scaled="0"/>
                </a:gradFill>
                <a:sym typeface="Wingdings" panose="05000000000000000000" pitchFamily="2" charset="2"/>
              </a:rPr>
              <a:t>Visual Studio Project  Deploy-FabricApplication.ps1</a:t>
            </a:r>
          </a:p>
          <a:p>
            <a:pPr>
              <a:lnSpc>
                <a:spcPct val="90000"/>
              </a:lnSpc>
              <a:spcAft>
                <a:spcPts val="600"/>
              </a:spcAft>
            </a:pPr>
            <a:r>
              <a:rPr lang="en-US" sz="2400" dirty="0">
                <a:gradFill>
                  <a:gsLst>
                    <a:gs pos="2917">
                      <a:schemeClr val="tx1"/>
                    </a:gs>
                    <a:gs pos="30000">
                      <a:schemeClr val="tx1"/>
                    </a:gs>
                  </a:gsLst>
                  <a:lin ang="5400000" scaled="0"/>
                </a:gradFill>
                <a:sym typeface="Wingdings" panose="05000000000000000000" pitchFamily="2" charset="2"/>
              </a:rPr>
              <a:t>Visual Studio Team Services  Deploy Service Fabric Application</a:t>
            </a:r>
            <a:endParaRPr lang="en-US" sz="2400" dirty="0">
              <a:gradFill>
                <a:gsLst>
                  <a:gs pos="2917">
                    <a:schemeClr val="tx1"/>
                  </a:gs>
                  <a:gs pos="30000">
                    <a:schemeClr val="tx1"/>
                  </a:gs>
                </a:gsLst>
                <a:lin ang="5400000" scaled="0"/>
              </a:gradFill>
            </a:endParaRPr>
          </a:p>
        </p:txBody>
      </p:sp>
      <p:sp>
        <p:nvSpPr>
          <p:cNvPr id="19" name="TextBox 18"/>
          <p:cNvSpPr txBox="1"/>
          <p:nvPr/>
        </p:nvSpPr>
        <p:spPr>
          <a:xfrm>
            <a:off x="731837" y="3344862"/>
            <a:ext cx="10744200" cy="572464"/>
          </a:xfrm>
          <a:prstGeom prst="rect">
            <a:avLst/>
          </a:prstGeom>
          <a:noFill/>
        </p:spPr>
        <p:txBody>
          <a:bodyPr wrap="square" lIns="182880" tIns="146304" rIns="182880" bIns="146304" rtlCol="0">
            <a:spAutoFit/>
          </a:bodyPr>
          <a:lstStyle/>
          <a:p>
            <a:pPr algn="ctr">
              <a:lnSpc>
                <a:spcPct val="90000"/>
              </a:lnSpc>
              <a:spcAft>
                <a:spcPts val="600"/>
              </a:spcAft>
            </a:pPr>
            <a:r>
              <a:rPr lang="en-US" sz="2000" dirty="0">
                <a:gradFill>
                  <a:gsLst>
                    <a:gs pos="2917">
                      <a:schemeClr val="tx1"/>
                    </a:gs>
                    <a:gs pos="30000">
                      <a:schemeClr val="tx1"/>
                    </a:gs>
                  </a:gsLst>
                  <a:lin ang="5400000" scaled="0"/>
                </a:gradFill>
              </a:rPr>
              <a:t>PowerShell and Runtime (</a:t>
            </a:r>
            <a:r>
              <a:rPr lang="en-US" sz="2000" dirty="0" err="1"/>
              <a:t>FabricClient.ApplicationManagementClient</a:t>
            </a:r>
            <a:r>
              <a:rPr lang="en-US" sz="2000" dirty="0"/>
              <a:t>)</a:t>
            </a:r>
            <a:r>
              <a:rPr lang="en-US" sz="2000" dirty="0">
                <a:gradFill>
                  <a:gsLst>
                    <a:gs pos="2917">
                      <a:schemeClr val="tx1"/>
                    </a:gs>
                    <a:gs pos="30000">
                      <a:schemeClr val="tx1"/>
                    </a:gs>
                  </a:gsLst>
                  <a:lin ang="5400000" scaled="0"/>
                </a:gradFill>
              </a:rPr>
              <a:t> </a:t>
            </a:r>
          </a:p>
        </p:txBody>
      </p:sp>
    </p:spTree>
    <p:extLst>
      <p:ext uri="{BB962C8B-B14F-4D97-AF65-F5344CB8AC3E}">
        <p14:creationId xmlns:p14="http://schemas.microsoft.com/office/powerpoint/2010/main" val="3045903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1000"/>
                                        <p:tgtEl>
                                          <p:spTgt spid="15"/>
                                        </p:tgtEl>
                                      </p:cBhvr>
                                    </p:animEffect>
                                    <p:anim calcmode="lin" valueType="num">
                                      <p:cBhvr>
                                        <p:cTn id="8" dur="1000" fill="hold"/>
                                        <p:tgtEl>
                                          <p:spTgt spid="15"/>
                                        </p:tgtEl>
                                        <p:attrNameLst>
                                          <p:attrName>ppt_x</p:attrName>
                                        </p:attrNameLst>
                                      </p:cBhvr>
                                      <p:tavLst>
                                        <p:tav tm="0">
                                          <p:val>
                                            <p:strVal val="#ppt_x"/>
                                          </p:val>
                                        </p:tav>
                                        <p:tav tm="100000">
                                          <p:val>
                                            <p:strVal val="#ppt_x"/>
                                          </p:val>
                                        </p:tav>
                                      </p:tavLst>
                                    </p:anim>
                                    <p:anim calcmode="lin" valueType="num">
                                      <p:cBhvr>
                                        <p:cTn id="9" dur="1000" fill="hold"/>
                                        <p:tgtEl>
                                          <p:spTgt spid="15"/>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6"/>
                                        </p:tgtEl>
                                        <p:attrNameLst>
                                          <p:attrName>style.visibility</p:attrName>
                                        </p:attrNameLst>
                                      </p:cBhvr>
                                      <p:to>
                                        <p:strVal val="visible"/>
                                      </p:to>
                                    </p:set>
                                    <p:animEffect transition="in" filter="fade">
                                      <p:cBhvr>
                                        <p:cTn id="12" dur="1000"/>
                                        <p:tgtEl>
                                          <p:spTgt spid="16"/>
                                        </p:tgtEl>
                                      </p:cBhvr>
                                    </p:animEffect>
                                    <p:anim calcmode="lin" valueType="num">
                                      <p:cBhvr>
                                        <p:cTn id="13" dur="1000" fill="hold"/>
                                        <p:tgtEl>
                                          <p:spTgt spid="16"/>
                                        </p:tgtEl>
                                        <p:attrNameLst>
                                          <p:attrName>ppt_x</p:attrName>
                                        </p:attrNameLst>
                                      </p:cBhvr>
                                      <p:tavLst>
                                        <p:tav tm="0">
                                          <p:val>
                                            <p:strVal val="#ppt_x"/>
                                          </p:val>
                                        </p:tav>
                                        <p:tav tm="100000">
                                          <p:val>
                                            <p:strVal val="#ppt_x"/>
                                          </p:val>
                                        </p:tav>
                                      </p:tavLst>
                                    </p:anim>
                                    <p:anim calcmode="lin" valueType="num">
                                      <p:cBhvr>
                                        <p:cTn id="14"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75481" y="5033465"/>
            <a:ext cx="11885514" cy="738664"/>
          </a:xfrm>
        </p:spPr>
        <p:txBody>
          <a:bodyPr/>
          <a:lstStyle/>
          <a:p>
            <a:r>
              <a:rPr lang="en-US" dirty="0"/>
              <a:t>Some upgrades can be done 1 way and</a:t>
            </a:r>
            <a:br>
              <a:rPr lang="en-US" dirty="0"/>
            </a:br>
            <a:r>
              <a:rPr lang="en-US" dirty="0"/>
              <a:t>other upgrades another way</a:t>
            </a:r>
          </a:p>
        </p:txBody>
      </p:sp>
      <p:sp>
        <p:nvSpPr>
          <p:cNvPr id="2" name="Title 1"/>
          <p:cNvSpPr>
            <a:spLocks noGrp="1"/>
          </p:cNvSpPr>
          <p:nvPr>
            <p:ph type="title"/>
          </p:nvPr>
        </p:nvSpPr>
        <p:spPr/>
        <p:txBody>
          <a:bodyPr/>
          <a:lstStyle/>
          <a:p>
            <a:r>
              <a:rPr lang="en-US" dirty="0"/>
              <a:t>Cluster Upgrade Options</a:t>
            </a:r>
          </a:p>
        </p:txBody>
      </p:sp>
      <p:graphicFrame>
        <p:nvGraphicFramePr>
          <p:cNvPr id="3" name="Table 2"/>
          <p:cNvGraphicFramePr>
            <a:graphicFrameLocks noGrp="1"/>
          </p:cNvGraphicFramePr>
          <p:nvPr>
            <p:extLst/>
          </p:nvPr>
        </p:nvGraphicFramePr>
        <p:xfrm>
          <a:off x="456238" y="1397963"/>
          <a:ext cx="11523999" cy="3450632"/>
        </p:xfrm>
        <a:graphic>
          <a:graphicData uri="http://schemas.openxmlformats.org/drawingml/2006/table">
            <a:tbl>
              <a:tblPr firstRow="1" bandRow="1">
                <a:tableStyleId>{21E4AEA4-8DFA-4A89-87EB-49C32662AFE0}</a:tableStyleId>
              </a:tblPr>
              <a:tblGrid>
                <a:gridCol w="3470321">
                  <a:extLst>
                    <a:ext uri="{9D8B030D-6E8A-4147-A177-3AD203B41FA5}">
                      <a16:colId xmlns:a16="http://schemas.microsoft.com/office/drawing/2014/main" xmlns="" val="771749075"/>
                    </a:ext>
                  </a:extLst>
                </a:gridCol>
                <a:gridCol w="2016107">
                  <a:extLst>
                    <a:ext uri="{9D8B030D-6E8A-4147-A177-3AD203B41FA5}">
                      <a16:colId xmlns:a16="http://schemas.microsoft.com/office/drawing/2014/main" xmlns="" val="228542432"/>
                    </a:ext>
                  </a:extLst>
                </a:gridCol>
                <a:gridCol w="1881009">
                  <a:extLst>
                    <a:ext uri="{9D8B030D-6E8A-4147-A177-3AD203B41FA5}">
                      <a16:colId xmlns:a16="http://schemas.microsoft.com/office/drawing/2014/main" xmlns="" val="2261847071"/>
                    </a:ext>
                  </a:extLst>
                </a:gridCol>
                <a:gridCol w="2078281">
                  <a:extLst>
                    <a:ext uri="{9D8B030D-6E8A-4147-A177-3AD203B41FA5}">
                      <a16:colId xmlns:a16="http://schemas.microsoft.com/office/drawing/2014/main" xmlns="" val="1612960646"/>
                    </a:ext>
                  </a:extLst>
                </a:gridCol>
                <a:gridCol w="2078281">
                  <a:extLst>
                    <a:ext uri="{9D8B030D-6E8A-4147-A177-3AD203B41FA5}">
                      <a16:colId xmlns:a16="http://schemas.microsoft.com/office/drawing/2014/main" xmlns="" val="2309574659"/>
                    </a:ext>
                  </a:extLst>
                </a:gridCol>
              </a:tblGrid>
              <a:tr h="714996">
                <a:tc>
                  <a:txBody>
                    <a:bodyPr/>
                    <a:lstStyle/>
                    <a:p>
                      <a:pPr algn="ctr"/>
                      <a:endParaRPr lang="en-US" sz="2000" dirty="0"/>
                    </a:p>
                  </a:txBody>
                  <a:tcPr marL="93260" marR="93260" marT="46630" marB="46630"/>
                </a:tc>
                <a:tc>
                  <a:txBody>
                    <a:bodyPr/>
                    <a:lstStyle/>
                    <a:p>
                      <a:pPr algn="ctr"/>
                      <a:r>
                        <a:rPr lang="en-US" sz="2000" dirty="0"/>
                        <a:t>Delete</a:t>
                      </a:r>
                      <a:br>
                        <a:rPr lang="en-US" sz="2000" dirty="0"/>
                      </a:br>
                      <a:r>
                        <a:rPr lang="en-US" sz="2000" dirty="0"/>
                        <a:t>&amp; Upload</a:t>
                      </a:r>
                    </a:p>
                  </a:txBody>
                  <a:tcPr marL="93260" marR="93260" marT="46630" marB="46630"/>
                </a:tc>
                <a:tc>
                  <a:txBody>
                    <a:bodyPr/>
                    <a:lstStyle/>
                    <a:p>
                      <a:pPr algn="ctr"/>
                      <a:r>
                        <a:rPr lang="en-US" sz="2000" dirty="0"/>
                        <a:t>Rolling</a:t>
                      </a:r>
                      <a:br>
                        <a:rPr lang="en-US" sz="2000" dirty="0"/>
                      </a:br>
                      <a:r>
                        <a:rPr lang="en-US" sz="2000" dirty="0"/>
                        <a:t>Upgrade</a:t>
                      </a:r>
                    </a:p>
                  </a:txBody>
                  <a:tcPr marL="93260" marR="93260" marT="46630" marB="46630"/>
                </a:tc>
                <a:tc>
                  <a:txBody>
                    <a:bodyPr/>
                    <a:lstStyle/>
                    <a:p>
                      <a:pPr algn="ctr"/>
                      <a:r>
                        <a:rPr lang="en-US" sz="2000" dirty="0"/>
                        <a:t>VIP</a:t>
                      </a:r>
                      <a:br>
                        <a:rPr lang="en-US" sz="2000" dirty="0"/>
                      </a:br>
                      <a:r>
                        <a:rPr lang="en-US" sz="2000" dirty="0"/>
                        <a:t>Swap</a:t>
                      </a:r>
                    </a:p>
                  </a:txBody>
                  <a:tcPr marL="93260" marR="93260" marT="46630" marB="46630"/>
                </a:tc>
                <a:tc>
                  <a:txBody>
                    <a:bodyPr/>
                    <a:lstStyle/>
                    <a:p>
                      <a:pPr algn="ctr"/>
                      <a:r>
                        <a:rPr lang="en-US" sz="2000" dirty="0"/>
                        <a:t>Controlled</a:t>
                      </a:r>
                      <a:br>
                        <a:rPr lang="en-US" sz="2000" dirty="0"/>
                      </a:br>
                      <a:r>
                        <a:rPr lang="en-US" sz="2000" dirty="0"/>
                        <a:t>Migration</a:t>
                      </a:r>
                    </a:p>
                  </a:txBody>
                  <a:tcPr marL="93260" marR="93260" marT="46630" marB="46630"/>
                </a:tc>
                <a:extLst>
                  <a:ext uri="{0D108BD9-81ED-4DB2-BD59-A6C34878D82A}">
                    <a16:rowId xmlns:a16="http://schemas.microsoft.com/office/drawing/2014/main" xmlns="" val="3692457884"/>
                  </a:ext>
                </a:extLst>
              </a:tr>
              <a:tr h="404128">
                <a:tc>
                  <a:txBody>
                    <a:bodyPr/>
                    <a:lstStyle/>
                    <a:p>
                      <a:r>
                        <a:rPr lang="en-US" sz="2000" dirty="0" err="1"/>
                        <a:t>Add’l</a:t>
                      </a:r>
                      <a:r>
                        <a:rPr lang="en-US" sz="2000" dirty="0"/>
                        <a:t> Hardware Costs</a:t>
                      </a:r>
                    </a:p>
                  </a:txBody>
                  <a:tcPr marL="93260" marR="93260" marT="46630" marB="46630"/>
                </a:tc>
                <a:tc>
                  <a:txBody>
                    <a:bodyPr/>
                    <a:lstStyle/>
                    <a:p>
                      <a:pPr algn="ctr"/>
                      <a:r>
                        <a:rPr lang="en-US" sz="2000" dirty="0"/>
                        <a:t>None</a:t>
                      </a:r>
                    </a:p>
                  </a:txBody>
                  <a:tcPr marL="93260" marR="93260" marT="46630" marB="46630"/>
                </a:tc>
                <a:tc>
                  <a:txBody>
                    <a:bodyPr/>
                    <a:lstStyle/>
                    <a:p>
                      <a:pPr algn="ctr"/>
                      <a:r>
                        <a:rPr lang="en-US" sz="2000" dirty="0"/>
                        <a:t>None</a:t>
                      </a:r>
                    </a:p>
                  </a:txBody>
                  <a:tcPr marL="93260" marR="93260" marT="46630" marB="46630"/>
                </a:tc>
                <a:tc>
                  <a:txBody>
                    <a:bodyPr/>
                    <a:lstStyle/>
                    <a:p>
                      <a:pPr algn="ctr"/>
                      <a:r>
                        <a:rPr lang="en-US" sz="2000" dirty="0"/>
                        <a:t>2x</a:t>
                      </a:r>
                    </a:p>
                  </a:txBody>
                  <a:tcPr marL="93260" marR="93260" marT="46630" marB="46630"/>
                </a:tc>
                <a:tc>
                  <a:txBody>
                    <a:bodyPr/>
                    <a:lstStyle/>
                    <a:p>
                      <a:pPr algn="ctr"/>
                      <a:r>
                        <a:rPr lang="en-US" sz="2000" dirty="0"/>
                        <a:t>1x to 2x</a:t>
                      </a:r>
                    </a:p>
                  </a:txBody>
                  <a:tcPr marL="93260" marR="93260" marT="46630" marB="46630"/>
                </a:tc>
                <a:extLst>
                  <a:ext uri="{0D108BD9-81ED-4DB2-BD59-A6C34878D82A}">
                    <a16:rowId xmlns:a16="http://schemas.microsoft.com/office/drawing/2014/main" xmlns="" val="3760058424"/>
                  </a:ext>
                </a:extLst>
              </a:tr>
              <a:tr h="404128">
                <a:tc>
                  <a:txBody>
                    <a:bodyPr/>
                    <a:lstStyle/>
                    <a:p>
                      <a:r>
                        <a:rPr lang="en-US" sz="2000" dirty="0"/>
                        <a:t>Service availability</a:t>
                      </a:r>
                    </a:p>
                  </a:txBody>
                  <a:tcPr marL="93260" marR="93260" marT="46630" marB="46630"/>
                </a:tc>
                <a:tc>
                  <a:txBody>
                    <a:bodyPr/>
                    <a:lstStyle/>
                    <a:p>
                      <a:pPr algn="ctr"/>
                      <a:r>
                        <a:rPr lang="en-US" sz="2000" dirty="0"/>
                        <a:t>Downtime</a:t>
                      </a:r>
                    </a:p>
                  </a:txBody>
                  <a:tcPr marL="93260" marR="93260" marT="46630" marB="46630"/>
                </a:tc>
                <a:tc>
                  <a:txBody>
                    <a:bodyPr/>
                    <a:lstStyle/>
                    <a:p>
                      <a:pPr algn="ctr"/>
                      <a:r>
                        <a:rPr lang="en-US" sz="2000" dirty="0"/>
                        <a:t>Reduced</a:t>
                      </a:r>
                      <a:r>
                        <a:rPr lang="en-US" sz="2000" baseline="0" dirty="0"/>
                        <a:t> </a:t>
                      </a:r>
                      <a:r>
                        <a:rPr lang="en-US" sz="2000" dirty="0"/>
                        <a:t>scale</a:t>
                      </a:r>
                    </a:p>
                  </a:txBody>
                  <a:tcPr marL="93260" marR="93260" marT="46630" marB="46630"/>
                </a:tc>
                <a:tc>
                  <a:txBody>
                    <a:bodyPr/>
                    <a:lstStyle/>
                    <a:p>
                      <a:pPr algn="ctr"/>
                      <a:r>
                        <a:rPr lang="en-US" sz="2000" dirty="0"/>
                        <a:t>Same</a:t>
                      </a:r>
                    </a:p>
                  </a:txBody>
                  <a:tcPr marL="93260" marR="93260" marT="46630" marB="46630"/>
                </a:tc>
                <a:tc>
                  <a:txBody>
                    <a:bodyPr/>
                    <a:lstStyle/>
                    <a:p>
                      <a:pPr algn="ctr"/>
                      <a:r>
                        <a:rPr lang="en-US" sz="2000" dirty="0"/>
                        <a:t>Same</a:t>
                      </a:r>
                    </a:p>
                  </a:txBody>
                  <a:tcPr marL="93260" marR="93260" marT="46630" marB="46630"/>
                </a:tc>
                <a:extLst>
                  <a:ext uri="{0D108BD9-81ED-4DB2-BD59-A6C34878D82A}">
                    <a16:rowId xmlns:a16="http://schemas.microsoft.com/office/drawing/2014/main" xmlns="" val="3291066290"/>
                  </a:ext>
                </a:extLst>
              </a:tr>
              <a:tr h="714996">
                <a:tc>
                  <a:txBody>
                    <a:bodyPr/>
                    <a:lstStyle/>
                    <a:p>
                      <a:r>
                        <a:rPr lang="en-US" sz="2000" dirty="0"/>
                        <a:t>Failed upgrade recovery</a:t>
                      </a:r>
                    </a:p>
                  </a:txBody>
                  <a:tcPr marL="93260" marR="93260" marT="46630" marB="46630"/>
                </a:tc>
                <a:tc>
                  <a:txBody>
                    <a:bodyPr/>
                    <a:lstStyle/>
                    <a:p>
                      <a:pPr algn="ctr"/>
                      <a:r>
                        <a:rPr lang="en-US" sz="2000" dirty="0"/>
                        <a:t>Downtime until</a:t>
                      </a:r>
                      <a:br>
                        <a:rPr lang="en-US" sz="2000" dirty="0"/>
                      </a:br>
                      <a:r>
                        <a:rPr lang="en-US" sz="2000" dirty="0"/>
                        <a:t>V1 upload</a:t>
                      </a:r>
                    </a:p>
                  </a:txBody>
                  <a:tcPr marL="93260" marR="93260" marT="46630" marB="46630"/>
                </a:tc>
                <a:tc>
                  <a:txBody>
                    <a:bodyPr/>
                    <a:lstStyle/>
                    <a:p>
                      <a:pPr algn="ctr"/>
                      <a:r>
                        <a:rPr lang="en-US" sz="2000" dirty="0"/>
                        <a:t>Reduced scale</a:t>
                      </a:r>
                      <a:br>
                        <a:rPr lang="en-US" sz="2000" dirty="0"/>
                      </a:br>
                      <a:r>
                        <a:rPr lang="en-US" sz="2000" dirty="0"/>
                        <a:t>until rollback</a:t>
                      </a:r>
                    </a:p>
                  </a:txBody>
                  <a:tcPr marL="93260" marR="93260" marT="46630" marB="46630"/>
                </a:tc>
                <a:tc>
                  <a:txBody>
                    <a:bodyPr/>
                    <a:lstStyle/>
                    <a:p>
                      <a:pPr algn="ctr"/>
                      <a:r>
                        <a:rPr lang="en-US" sz="2000" dirty="0"/>
                        <a:t>Immediate after</a:t>
                      </a:r>
                      <a:br>
                        <a:rPr lang="en-US" sz="2000" dirty="0"/>
                      </a:br>
                      <a:r>
                        <a:rPr lang="en-US" sz="2000" dirty="0"/>
                        <a:t>swap back</a:t>
                      </a:r>
                    </a:p>
                  </a:txBody>
                  <a:tcPr marL="93260" marR="93260" marT="46630" marB="46630"/>
                </a:tc>
                <a:tc>
                  <a:txBody>
                    <a:bodyPr/>
                    <a:lstStyle/>
                    <a:p>
                      <a:pPr algn="ctr"/>
                      <a:r>
                        <a:rPr lang="en-US" sz="2000" dirty="0"/>
                        <a:t>Immediate after</a:t>
                      </a:r>
                      <a:br>
                        <a:rPr lang="en-US" sz="2000" dirty="0"/>
                      </a:br>
                      <a:r>
                        <a:rPr lang="en-US" sz="2000" baseline="0" dirty="0"/>
                        <a:t>TM </a:t>
                      </a:r>
                      <a:r>
                        <a:rPr lang="en-US" sz="2000" baseline="0" dirty="0" err="1"/>
                        <a:t>reconfig</a:t>
                      </a:r>
                      <a:endParaRPr lang="en-US" sz="2000" dirty="0"/>
                    </a:p>
                  </a:txBody>
                  <a:tcPr marL="93260" marR="93260" marT="46630" marB="46630"/>
                </a:tc>
                <a:extLst>
                  <a:ext uri="{0D108BD9-81ED-4DB2-BD59-A6C34878D82A}">
                    <a16:rowId xmlns:a16="http://schemas.microsoft.com/office/drawing/2014/main" xmlns="" val="1650131803"/>
                  </a:ext>
                </a:extLst>
              </a:tr>
              <a:tr h="404128">
                <a:tc>
                  <a:txBody>
                    <a:bodyPr/>
                    <a:lstStyle/>
                    <a:p>
                      <a:r>
                        <a:rPr lang="en-US" sz="2000" dirty="0"/>
                        <a:t>V2 testability</a:t>
                      </a:r>
                    </a:p>
                  </a:txBody>
                  <a:tcPr marL="93260" marR="93260" marT="46630" marB="46630"/>
                </a:tc>
                <a:tc>
                  <a:txBody>
                    <a:bodyPr/>
                    <a:lstStyle/>
                    <a:p>
                      <a:pPr algn="ctr"/>
                      <a:r>
                        <a:rPr lang="en-US" sz="2000" dirty="0"/>
                        <a:t>Not at all</a:t>
                      </a:r>
                    </a:p>
                  </a:txBody>
                  <a:tcPr marL="93260" marR="93260" marT="46630" marB="46630"/>
                </a:tc>
                <a:tc>
                  <a:txBody>
                    <a:bodyPr/>
                    <a:lstStyle/>
                    <a:p>
                      <a:pPr algn="ctr"/>
                      <a:r>
                        <a:rPr lang="en-US" sz="2000" dirty="0"/>
                        <a:t>Not at all</a:t>
                      </a:r>
                    </a:p>
                  </a:txBody>
                  <a:tcPr marL="93260" marR="93260" marT="46630" marB="46630"/>
                </a:tc>
                <a:tc>
                  <a:txBody>
                    <a:bodyPr/>
                    <a:lstStyle/>
                    <a:p>
                      <a:pPr algn="ctr"/>
                      <a:r>
                        <a:rPr lang="en-US" sz="2000" dirty="0"/>
                        <a:t>Private &amp; Public</a:t>
                      </a:r>
                    </a:p>
                  </a:txBody>
                  <a:tcPr marL="93260" marR="93260" marT="46630" marB="46630"/>
                </a:tc>
                <a:tc>
                  <a:txBody>
                    <a:bodyPr/>
                    <a:lstStyle/>
                    <a:p>
                      <a:pPr algn="ctr"/>
                      <a:r>
                        <a:rPr lang="en-US" sz="2000" dirty="0"/>
                        <a:t>Private &amp; Public</a:t>
                      </a:r>
                    </a:p>
                  </a:txBody>
                  <a:tcPr marL="93260" marR="93260" marT="46630" marB="46630"/>
                </a:tc>
                <a:extLst>
                  <a:ext uri="{0D108BD9-81ED-4DB2-BD59-A6C34878D82A}">
                    <a16:rowId xmlns:a16="http://schemas.microsoft.com/office/drawing/2014/main" xmlns="" val="2346247863"/>
                  </a:ext>
                </a:extLst>
              </a:tr>
              <a:tr h="404128">
                <a:tc>
                  <a:txBody>
                    <a:bodyPr/>
                    <a:lstStyle/>
                    <a:p>
                      <a:r>
                        <a:rPr lang="en-US" sz="2000" dirty="0"/>
                        <a:t>Protocol</a:t>
                      </a:r>
                      <a:r>
                        <a:rPr lang="en-US" sz="2000" baseline="0" dirty="0"/>
                        <a:t>/Schema change</a:t>
                      </a:r>
                      <a:endParaRPr lang="en-US" sz="2000" dirty="0"/>
                    </a:p>
                  </a:txBody>
                  <a:tcPr marL="93260" marR="93260" marT="46630" marB="46630"/>
                </a:tc>
                <a:tc>
                  <a:txBody>
                    <a:bodyPr/>
                    <a:lstStyle/>
                    <a:p>
                      <a:pPr algn="ctr"/>
                      <a:r>
                        <a:rPr lang="en-US" sz="2000" dirty="0"/>
                        <a:t>1-Phase</a:t>
                      </a:r>
                    </a:p>
                  </a:txBody>
                  <a:tcPr marL="93260" marR="93260" marT="46630" marB="46630"/>
                </a:tc>
                <a:tc>
                  <a:txBody>
                    <a:bodyPr/>
                    <a:lstStyle/>
                    <a:p>
                      <a:pPr algn="ctr"/>
                      <a:r>
                        <a:rPr lang="en-US" sz="2000" dirty="0"/>
                        <a:t>2-Phase</a:t>
                      </a:r>
                    </a:p>
                  </a:txBody>
                  <a:tcPr marL="93260" marR="93260" marT="46630" marB="46630"/>
                </a:tc>
                <a:tc>
                  <a:txBody>
                    <a:bodyPr/>
                    <a:lstStyle/>
                    <a:p>
                      <a:pPr algn="ctr"/>
                      <a:r>
                        <a:rPr lang="en-US" sz="2000" dirty="0"/>
                        <a:t>1-Phase</a:t>
                      </a:r>
                    </a:p>
                  </a:txBody>
                  <a:tcPr marL="93260" marR="93260" marT="46630" marB="46630"/>
                </a:tc>
                <a:tc>
                  <a:txBody>
                    <a:bodyPr/>
                    <a:lstStyle/>
                    <a:p>
                      <a:pPr algn="ctr"/>
                      <a:r>
                        <a:rPr lang="en-US" sz="2000" dirty="0"/>
                        <a:t>1-Phase</a:t>
                      </a:r>
                    </a:p>
                  </a:txBody>
                  <a:tcPr marL="93260" marR="93260" marT="46630" marB="46630"/>
                </a:tc>
                <a:extLst>
                  <a:ext uri="{0D108BD9-81ED-4DB2-BD59-A6C34878D82A}">
                    <a16:rowId xmlns:a16="http://schemas.microsoft.com/office/drawing/2014/main" xmlns="" val="1073995334"/>
                  </a:ext>
                </a:extLst>
              </a:tr>
              <a:tr h="404128">
                <a:tc>
                  <a:txBody>
                    <a:bodyPr/>
                    <a:lstStyle/>
                    <a:p>
                      <a:r>
                        <a:rPr lang="en-US" sz="2000" dirty="0"/>
                        <a:t>Usable</a:t>
                      </a:r>
                      <a:r>
                        <a:rPr lang="en-US" sz="2000" baseline="0" dirty="0"/>
                        <a:t> with </a:t>
                      </a:r>
                      <a:r>
                        <a:rPr lang="en-US" sz="2000" baseline="0" dirty="0" err="1"/>
                        <a:t>stateful</a:t>
                      </a:r>
                      <a:r>
                        <a:rPr lang="en-US" sz="2000" baseline="0" dirty="0"/>
                        <a:t> services</a:t>
                      </a:r>
                      <a:endParaRPr lang="en-US" sz="2000" dirty="0"/>
                    </a:p>
                  </a:txBody>
                  <a:tcPr marL="93260" marR="93260" marT="46630" marB="46630"/>
                </a:tc>
                <a:tc>
                  <a:txBody>
                    <a:bodyPr/>
                    <a:lstStyle/>
                    <a:p>
                      <a:pPr algn="ctr"/>
                      <a:r>
                        <a:rPr lang="en-US" sz="2000" dirty="0"/>
                        <a:t>No</a:t>
                      </a:r>
                    </a:p>
                  </a:txBody>
                  <a:tcPr marL="93260" marR="93260" marT="46630" marB="46630"/>
                </a:tc>
                <a:tc>
                  <a:txBody>
                    <a:bodyPr/>
                    <a:lstStyle/>
                    <a:p>
                      <a:pPr algn="ctr"/>
                      <a:r>
                        <a:rPr lang="en-US" sz="2000" dirty="0"/>
                        <a:t>Yes</a:t>
                      </a:r>
                    </a:p>
                  </a:txBody>
                  <a:tcPr marL="93260" marR="93260" marT="46630" marB="46630"/>
                </a:tc>
                <a:tc>
                  <a:txBody>
                    <a:bodyPr/>
                    <a:lstStyle/>
                    <a:p>
                      <a:pPr algn="ctr"/>
                      <a:r>
                        <a:rPr lang="en-US" sz="2000" dirty="0"/>
                        <a:t>No</a:t>
                      </a:r>
                    </a:p>
                  </a:txBody>
                  <a:tcPr marL="93260" marR="93260" marT="46630" marB="46630"/>
                </a:tc>
                <a:tc>
                  <a:txBody>
                    <a:bodyPr/>
                    <a:lstStyle/>
                    <a:p>
                      <a:pPr algn="ctr"/>
                      <a:r>
                        <a:rPr lang="en-US" sz="2000" dirty="0"/>
                        <a:t>No</a:t>
                      </a:r>
                    </a:p>
                  </a:txBody>
                  <a:tcPr marL="93260" marR="93260" marT="46630" marB="46630"/>
                </a:tc>
                <a:extLst>
                  <a:ext uri="{0D108BD9-81ED-4DB2-BD59-A6C34878D82A}">
                    <a16:rowId xmlns:a16="http://schemas.microsoft.com/office/drawing/2014/main" xmlns="" val="414222032"/>
                  </a:ext>
                </a:extLst>
              </a:tr>
            </a:tbl>
          </a:graphicData>
        </a:graphic>
      </p:graphicFrame>
    </p:spTree>
    <p:extLst>
      <p:ext uri="{BB962C8B-B14F-4D97-AF65-F5344CB8AC3E}">
        <p14:creationId xmlns:p14="http://schemas.microsoft.com/office/powerpoint/2010/main" val="287370667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365760" y="1097280"/>
            <a:ext cx="7681278" cy="1181862"/>
          </a:xfrm>
        </p:spPr>
        <p:txBody>
          <a:bodyPr/>
          <a:lstStyle/>
          <a:p>
            <a:r>
              <a:rPr lang="en-US" dirty="0"/>
              <a:t>Multiple Environments</a:t>
            </a:r>
          </a:p>
        </p:txBody>
      </p:sp>
      <p:sp>
        <p:nvSpPr>
          <p:cNvPr id="5" name="Text Placeholder 4"/>
          <p:cNvSpPr>
            <a:spLocks noGrp="1"/>
          </p:cNvSpPr>
          <p:nvPr>
            <p:ph type="body" sz="quarter" idx="4294967295"/>
          </p:nvPr>
        </p:nvSpPr>
        <p:spPr>
          <a:xfrm>
            <a:off x="0" y="3954463"/>
            <a:ext cx="10058400" cy="1292225"/>
          </a:xfrm>
        </p:spPr>
        <p:txBody>
          <a:bodyPr/>
          <a:lstStyle/>
          <a:p>
            <a:pPr marL="0" indent="0">
              <a:buNone/>
            </a:pPr>
            <a:r>
              <a:rPr lang="en-US" sz="3600" dirty="0"/>
              <a:t>How to manage settings and secrets across multiple environments</a:t>
            </a:r>
          </a:p>
        </p:txBody>
      </p:sp>
    </p:spTree>
    <p:extLst>
      <p:ext uri="{BB962C8B-B14F-4D97-AF65-F5344CB8AC3E}">
        <p14:creationId xmlns:p14="http://schemas.microsoft.com/office/powerpoint/2010/main" val="3338684940"/>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Settings in Service Fabric Services</a:t>
            </a:r>
          </a:p>
        </p:txBody>
      </p:sp>
      <p:sp>
        <p:nvSpPr>
          <p:cNvPr id="13" name="Text Placeholder 12"/>
          <p:cNvSpPr>
            <a:spLocks noGrp="1"/>
          </p:cNvSpPr>
          <p:nvPr>
            <p:ph type="body" sz="quarter" idx="10"/>
          </p:nvPr>
        </p:nvSpPr>
        <p:spPr/>
        <p:txBody>
          <a:bodyPr/>
          <a:lstStyle/>
          <a:p>
            <a:r>
              <a:rPr lang="en-US" dirty="0"/>
              <a:t>Visual Studio and Visual Studio Team Services</a:t>
            </a:r>
          </a:p>
        </p:txBody>
      </p:sp>
      <p:sp>
        <p:nvSpPr>
          <p:cNvPr id="7" name="Rectangle: Rounded Corners 6"/>
          <p:cNvSpPr/>
          <p:nvPr/>
        </p:nvSpPr>
        <p:spPr bwMode="auto">
          <a:xfrm>
            <a:off x="9342437" y="1820862"/>
            <a:ext cx="2819400" cy="175260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Service Package</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Code</a:t>
            </a:r>
          </a:p>
          <a:p>
            <a:pPr lvl="2"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Service.exe</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Config</a:t>
            </a:r>
          </a:p>
          <a:p>
            <a:pPr lvl="2" defTabSz="932472" fontAlgn="base">
              <a:lnSpc>
                <a:spcPct val="90000"/>
              </a:lnSpc>
              <a:spcBef>
                <a:spcPct val="0"/>
              </a:spcBef>
              <a:spcAft>
                <a:spcPct val="0"/>
              </a:spcAft>
            </a:pPr>
            <a:r>
              <a:rPr lang="en-US" b="1" dirty="0">
                <a:solidFill>
                  <a:schemeClr val="accent6"/>
                </a:solidFill>
                <a:ea typeface="Segoe UI" pitchFamily="34" charset="0"/>
                <a:cs typeface="Segoe UI" pitchFamily="34" charset="0"/>
              </a:rPr>
              <a:t>Settings.xml</a:t>
            </a:r>
          </a:p>
        </p:txBody>
      </p:sp>
      <p:sp>
        <p:nvSpPr>
          <p:cNvPr id="8" name="Rectangle: Rounded Corners 7"/>
          <p:cNvSpPr/>
          <p:nvPr/>
        </p:nvSpPr>
        <p:spPr bwMode="auto">
          <a:xfrm>
            <a:off x="365759" y="1805145"/>
            <a:ext cx="8748078" cy="2895600"/>
          </a:xfrm>
          <a:prstGeom prst="round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Application Project</a:t>
            </a:r>
          </a:p>
        </p:txBody>
      </p:sp>
      <p:sp>
        <p:nvSpPr>
          <p:cNvPr id="10" name="Rectangle: Rounded Corners 9"/>
          <p:cNvSpPr/>
          <p:nvPr/>
        </p:nvSpPr>
        <p:spPr bwMode="auto">
          <a:xfrm>
            <a:off x="6335337" y="2582047"/>
            <a:ext cx="2577391" cy="1908176"/>
          </a:xfrm>
          <a:prstGeom prst="round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Parameter Files</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Local.xml</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Test.xml</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Production.xml</a:t>
            </a:r>
          </a:p>
        </p:txBody>
      </p:sp>
      <p:sp>
        <p:nvSpPr>
          <p:cNvPr id="11" name="Rectangle: Rounded Corners 10"/>
          <p:cNvSpPr/>
          <p:nvPr/>
        </p:nvSpPr>
        <p:spPr bwMode="auto">
          <a:xfrm>
            <a:off x="3514442" y="2582047"/>
            <a:ext cx="2627960" cy="1882446"/>
          </a:xfrm>
          <a:prstGeom prst="round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Publish</a:t>
            </a:r>
          </a:p>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Profiles</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Local.xml</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Test.xml</a:t>
            </a:r>
          </a:p>
          <a:p>
            <a:pPr lvl="1" defTabSz="932472" fontAlgn="base">
              <a:lnSpc>
                <a:spcPct val="90000"/>
              </a:lnSpc>
              <a:spcBef>
                <a:spcPct val="0"/>
              </a:spcBef>
              <a:spcAft>
                <a:spcPct val="0"/>
              </a:spcAft>
            </a:pPr>
            <a:r>
              <a:rPr lang="en-US" dirty="0">
                <a:gradFill>
                  <a:gsLst>
                    <a:gs pos="0">
                      <a:srgbClr val="FFFFFF"/>
                    </a:gs>
                    <a:gs pos="100000">
                      <a:srgbClr val="FFFFFF"/>
                    </a:gs>
                  </a:gsLst>
                  <a:lin ang="5400000" scaled="0"/>
                </a:gradFill>
                <a:ea typeface="Segoe UI" pitchFamily="34" charset="0"/>
                <a:cs typeface="Segoe UI" pitchFamily="34" charset="0"/>
              </a:rPr>
              <a:t>Production.xml</a:t>
            </a:r>
          </a:p>
        </p:txBody>
      </p:sp>
      <p:graphicFrame>
        <p:nvGraphicFramePr>
          <p:cNvPr id="14" name="Diagram 13"/>
          <p:cNvGraphicFramePr/>
          <p:nvPr>
            <p:extLst>
              <p:ext uri="{D42A27DB-BD31-4B8C-83A1-F6EECF244321}">
                <p14:modId xmlns:p14="http://schemas.microsoft.com/office/powerpoint/2010/main" val="74116276"/>
              </p:ext>
            </p:extLst>
          </p:nvPr>
        </p:nvGraphicFramePr>
        <p:xfrm>
          <a:off x="365759" y="5366081"/>
          <a:ext cx="11704321" cy="12010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cxnSp>
        <p:nvCxnSpPr>
          <p:cNvPr id="19" name="Straight Arrow Connector 18"/>
          <p:cNvCxnSpPr>
            <a:cxnSpLocks/>
          </p:cNvCxnSpPr>
          <p:nvPr/>
        </p:nvCxnSpPr>
        <p:spPr>
          <a:xfrm>
            <a:off x="5892935" y="4106862"/>
            <a:ext cx="1122056" cy="0"/>
          </a:xfrm>
          <a:prstGeom prst="straightConnector1">
            <a:avLst/>
          </a:prstGeom>
          <a:ln w="38100">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a:cxnSpLocks/>
          </p:cNvCxnSpPr>
          <p:nvPr/>
        </p:nvCxnSpPr>
        <p:spPr>
          <a:xfrm flipH="1">
            <a:off x="1685642" y="4106862"/>
            <a:ext cx="2475195" cy="1524000"/>
          </a:xfrm>
          <a:prstGeom prst="straightConnector1">
            <a:avLst/>
          </a:prstGeom>
          <a:ln w="38100">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38" name="Straight Arrow Connector 37"/>
          <p:cNvCxnSpPr>
            <a:cxnSpLocks/>
          </p:cNvCxnSpPr>
          <p:nvPr/>
        </p:nvCxnSpPr>
        <p:spPr>
          <a:xfrm flipV="1">
            <a:off x="10942637" y="3469796"/>
            <a:ext cx="0" cy="2161066"/>
          </a:xfrm>
          <a:prstGeom prst="straightConnector1">
            <a:avLst/>
          </a:prstGeom>
          <a:ln w="38100">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
        <p:nvSpPr>
          <p:cNvPr id="48" name="Rectangle: Rounded Corners 47"/>
          <p:cNvSpPr/>
          <p:nvPr/>
        </p:nvSpPr>
        <p:spPr bwMode="auto">
          <a:xfrm>
            <a:off x="655637" y="2594911"/>
            <a:ext cx="2668305" cy="1882447"/>
          </a:xfrm>
          <a:prstGeom prst="roundRect">
            <a:avLst/>
          </a:prstGeom>
          <a:solidFill>
            <a:schemeClr val="accent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defTabSz="932472" fontAlgn="base">
              <a:lnSpc>
                <a:spcPct val="90000"/>
              </a:lnSpc>
              <a:spcBef>
                <a:spcPct val="0"/>
              </a:spcBef>
              <a:spcAft>
                <a:spcPct val="0"/>
              </a:spcAft>
            </a:pPr>
            <a:r>
              <a:rPr lang="en-US" sz="2400" dirty="0">
                <a:gradFill>
                  <a:gsLst>
                    <a:gs pos="0">
                      <a:srgbClr val="FFFFFF"/>
                    </a:gs>
                    <a:gs pos="100000">
                      <a:srgbClr val="FFFFFF"/>
                    </a:gs>
                  </a:gsLst>
                  <a:lin ang="5400000" scaled="0"/>
                </a:gradFill>
                <a:ea typeface="Segoe UI" pitchFamily="34" charset="0"/>
                <a:cs typeface="Segoe UI" pitchFamily="34" charset="0"/>
              </a:rPr>
              <a:t>Application Manifest</a:t>
            </a:r>
          </a:p>
          <a:p>
            <a:pPr defTabSz="932472" fontAlgn="base">
              <a:lnSpc>
                <a:spcPct val="90000"/>
              </a:lnSpc>
              <a:spcBef>
                <a:spcPct val="0"/>
              </a:spcBef>
              <a:spcAft>
                <a:spcPct val="0"/>
              </a:spcAft>
            </a:pPr>
            <a:r>
              <a:rPr lang="en-US" sz="1400" dirty="0"/>
              <a:t>&lt;Parameters&gt;</a:t>
            </a:r>
          </a:p>
          <a:p>
            <a:pPr defTabSz="932472" fontAlgn="base">
              <a:lnSpc>
                <a:spcPct val="90000"/>
              </a:lnSpc>
              <a:spcBef>
                <a:spcPct val="0"/>
              </a:spcBef>
              <a:spcAft>
                <a:spcPct val="0"/>
              </a:spcAft>
            </a:pPr>
            <a:r>
              <a:rPr lang="en-US" sz="1400" dirty="0"/>
              <a:t>&lt;</a:t>
            </a:r>
            <a:r>
              <a:rPr lang="en-US" sz="1400" dirty="0" err="1"/>
              <a:t>ServiceManifestImport</a:t>
            </a:r>
            <a:r>
              <a:rPr lang="en-US" sz="1400" dirty="0"/>
              <a:t>&gt;</a:t>
            </a:r>
          </a:p>
          <a:p>
            <a:pPr defTabSz="932472" fontAlgn="base">
              <a:lnSpc>
                <a:spcPct val="90000"/>
              </a:lnSpc>
              <a:spcBef>
                <a:spcPct val="0"/>
              </a:spcBef>
              <a:spcAft>
                <a:spcPct val="0"/>
              </a:spcAft>
            </a:pPr>
            <a:r>
              <a:rPr lang="en-US" altLang="en-US" sz="1400" dirty="0"/>
              <a:t>   &lt;</a:t>
            </a:r>
            <a:r>
              <a:rPr lang="en-US" altLang="en-US" sz="1400" dirty="0" err="1"/>
              <a:t>ConfigOverrides</a:t>
            </a:r>
            <a:r>
              <a:rPr lang="en-US" altLang="en-US" sz="1400" dirty="0"/>
              <a:t> /&gt;</a:t>
            </a:r>
          </a:p>
          <a:p>
            <a:pPr defTabSz="932472" fontAlgn="base">
              <a:lnSpc>
                <a:spcPct val="90000"/>
              </a:lnSpc>
              <a:spcBef>
                <a:spcPct val="0"/>
              </a:spcBef>
              <a:spcAft>
                <a:spcPct val="0"/>
              </a:spcAft>
            </a:pPr>
            <a:r>
              <a:rPr lang="en-US" sz="1400" dirty="0"/>
              <a:t>&lt;/</a:t>
            </a:r>
            <a:r>
              <a:rPr lang="en-US" sz="1400" dirty="0" err="1"/>
              <a:t>ServiceManifestImport</a:t>
            </a:r>
            <a:r>
              <a:rPr lang="en-US" sz="1400" dirty="0"/>
              <a:t>&gt;</a:t>
            </a:r>
            <a:endParaRPr lang="en-US" altLang="en-US" sz="1400" dirty="0"/>
          </a:p>
        </p:txBody>
      </p:sp>
      <p:cxnSp>
        <p:nvCxnSpPr>
          <p:cNvPr id="16" name="Straight Arrow Connector 15"/>
          <p:cNvCxnSpPr>
            <a:cxnSpLocks/>
          </p:cNvCxnSpPr>
          <p:nvPr/>
        </p:nvCxnSpPr>
        <p:spPr>
          <a:xfrm>
            <a:off x="8656637" y="4130425"/>
            <a:ext cx="1905000" cy="1500437"/>
          </a:xfrm>
          <a:prstGeom prst="straightConnector1">
            <a:avLst/>
          </a:prstGeom>
          <a:ln w="38100">
            <a:solidFill>
              <a:schemeClr val="accent6"/>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76029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4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8">
                                            <p:txEl>
                                              <p:pRg st="2" end="2"/>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8">
                                            <p:txEl>
                                              <p:pRg st="3" end="3"/>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9"/>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par>
                                <p:cTn id="39" presetID="1" presetClass="entr" presetSubtype="0" fill="hold" nodeType="withEffect">
                                  <p:stCondLst>
                                    <p:cond delay="0"/>
                                  </p:stCondLst>
                                  <p:childTnLst>
                                    <p:set>
                                      <p:cBhvr>
                                        <p:cTn id="40" dur="1" fill="hold">
                                          <p:stCondLst>
                                            <p:cond delay="0"/>
                                          </p:stCondLst>
                                        </p:cTn>
                                        <p:tgtEl>
                                          <p:spTgt spid="3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animBg="1"/>
      <p:bldP spid="11" grpId="0" animBg="1"/>
      <p:bldGraphic spid="14" grpId="0">
        <p:bldAsOne/>
      </p:bldGraphic>
      <p:bldP spid="4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Secrets Management</a:t>
            </a:r>
          </a:p>
        </p:txBody>
      </p:sp>
      <p:pic>
        <p:nvPicPr>
          <p:cNvPr id="5" name="Picture 4"/>
          <p:cNvPicPr>
            <a:picLocks noChangeAspect="1"/>
          </p:cNvPicPr>
          <p:nvPr/>
        </p:nvPicPr>
        <p:blipFill>
          <a:blip r:embed="rId3"/>
          <a:stretch>
            <a:fillRect/>
          </a:stretch>
        </p:blipFill>
        <p:spPr>
          <a:xfrm>
            <a:off x="3360420" y="1170976"/>
            <a:ext cx="5715000" cy="4536086"/>
          </a:xfrm>
          <a:prstGeom prst="rect">
            <a:avLst/>
          </a:prstGeom>
        </p:spPr>
      </p:pic>
    </p:spTree>
    <p:extLst>
      <p:ext uri="{BB962C8B-B14F-4D97-AF65-F5344CB8AC3E}">
        <p14:creationId xmlns:p14="http://schemas.microsoft.com/office/powerpoint/2010/main" val="2076626744"/>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74639" y="1209973"/>
            <a:ext cx="7314044" cy="4252703"/>
          </a:xfrm>
        </p:spPr>
        <p:txBody>
          <a:bodyPr/>
          <a:lstStyle/>
          <a:p>
            <a:r>
              <a:rPr lang="en-US" dirty="0"/>
              <a:t>Deploy an Application with Environment Specific Settings</a:t>
            </a:r>
          </a:p>
        </p:txBody>
      </p:sp>
    </p:spTree>
    <p:extLst>
      <p:ext uri="{BB962C8B-B14F-4D97-AF65-F5344CB8AC3E}">
        <p14:creationId xmlns:p14="http://schemas.microsoft.com/office/powerpoint/2010/main" val="20544895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Large Scale Development</a:t>
            </a:r>
          </a:p>
        </p:txBody>
      </p:sp>
      <p:sp>
        <p:nvSpPr>
          <p:cNvPr id="5" name="Text Placeholder 4"/>
          <p:cNvSpPr>
            <a:spLocks noGrp="1"/>
          </p:cNvSpPr>
          <p:nvPr>
            <p:ph type="body" sz="quarter" idx="4294967295"/>
          </p:nvPr>
        </p:nvSpPr>
        <p:spPr>
          <a:xfrm>
            <a:off x="0" y="3954463"/>
            <a:ext cx="10058400" cy="793750"/>
          </a:xfrm>
        </p:spPr>
        <p:txBody>
          <a:bodyPr/>
          <a:lstStyle/>
          <a:p>
            <a:pPr marL="0" indent="0">
              <a:buNone/>
            </a:pPr>
            <a:r>
              <a:rPr lang="en-US" sz="3600" dirty="0" err="1"/>
              <a:t>SFNuget</a:t>
            </a:r>
            <a:r>
              <a:rPr lang="en-US" sz="3600" dirty="0"/>
              <a:t> and Application Merging</a:t>
            </a:r>
          </a:p>
        </p:txBody>
      </p:sp>
    </p:spTree>
    <p:extLst>
      <p:ext uri="{BB962C8B-B14F-4D97-AF65-F5344CB8AC3E}">
        <p14:creationId xmlns:p14="http://schemas.microsoft.com/office/powerpoint/2010/main" val="3085125951"/>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Sharing services and working with Applications across repos</a:t>
            </a:r>
          </a:p>
        </p:txBody>
      </p:sp>
      <p:graphicFrame>
        <p:nvGraphicFramePr>
          <p:cNvPr id="5" name="Diagram 4"/>
          <p:cNvGraphicFramePr/>
          <p:nvPr>
            <p:extLst>
              <p:ext uri="{D42A27DB-BD31-4B8C-83A1-F6EECF244321}">
                <p14:modId xmlns:p14="http://schemas.microsoft.com/office/powerpoint/2010/main" val="524579220"/>
              </p:ext>
            </p:extLst>
          </p:nvPr>
        </p:nvGraphicFramePr>
        <p:xfrm>
          <a:off x="1265238" y="2125662"/>
          <a:ext cx="9905999" cy="32766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915571413"/>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365760" y="1280160"/>
            <a:ext cx="11704320" cy="1966692"/>
          </a:xfrm>
        </p:spPr>
        <p:txBody>
          <a:bodyPr/>
          <a:lstStyle/>
          <a:p>
            <a:r>
              <a:rPr lang="en-US" altLang="zh-CN" sz="2800" dirty="0"/>
              <a:t>Easily package Service Fabric services as NuGet packages</a:t>
            </a:r>
          </a:p>
          <a:p>
            <a:r>
              <a:rPr lang="en-US" altLang="zh-CN" sz="2800" dirty="0"/>
              <a:t>Discover and use reusable services</a:t>
            </a:r>
          </a:p>
          <a:p>
            <a:r>
              <a:rPr lang="en-US" altLang="zh-CN" sz="2800" dirty="0"/>
              <a:t>A Microservices ecosystem</a:t>
            </a:r>
          </a:p>
          <a:p>
            <a:r>
              <a:rPr lang="en-US" altLang="zh-CN" sz="2800" dirty="0"/>
              <a:t>Compose services into applications</a:t>
            </a:r>
            <a:endParaRPr lang="zh-CN" altLang="en-US" sz="2800" dirty="0"/>
          </a:p>
        </p:txBody>
      </p:sp>
      <p:sp>
        <p:nvSpPr>
          <p:cNvPr id="2" name="Title 1"/>
          <p:cNvSpPr>
            <a:spLocks noGrp="1"/>
          </p:cNvSpPr>
          <p:nvPr>
            <p:ph type="title"/>
          </p:nvPr>
        </p:nvSpPr>
        <p:spPr/>
        <p:txBody>
          <a:bodyPr/>
          <a:lstStyle/>
          <a:p>
            <a:r>
              <a:rPr lang="en-US" dirty="0" err="1"/>
              <a:t>SFNuget</a:t>
            </a:r>
            <a:endParaRPr lang="en-US" dirty="0"/>
          </a:p>
        </p:txBody>
      </p:sp>
    </p:spTree>
    <p:extLst>
      <p:ext uri="{BB962C8B-B14F-4D97-AF65-F5344CB8AC3E}">
        <p14:creationId xmlns:p14="http://schemas.microsoft.com/office/powerpoint/2010/main" val="1132965420"/>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SFNuget</a:t>
            </a:r>
            <a:endParaRPr lang="en-US" dirty="0"/>
          </a:p>
        </p:txBody>
      </p:sp>
      <p:sp>
        <p:nvSpPr>
          <p:cNvPr id="8" name="Text Placeholder 4"/>
          <p:cNvSpPr>
            <a:spLocks noGrp="1"/>
          </p:cNvSpPr>
          <p:nvPr>
            <p:ph type="body" sz="quarter" idx="12" hasCustomPrompt="1"/>
          </p:nvPr>
        </p:nvSpPr>
        <p:spPr>
          <a:xfrm>
            <a:off x="274638" y="3954463"/>
            <a:ext cx="10058401" cy="794064"/>
          </a:xfrm>
          <a:noFill/>
        </p:spPr>
        <p:txBody>
          <a:bodyPr lIns="182880" tIns="146304" rIns="182880" bIns="146304">
            <a:spAutoFit/>
          </a:bodyPr>
          <a:lstStyle>
            <a:lvl1pPr marL="0" indent="0">
              <a:spcBef>
                <a:spcPts val="0"/>
              </a:spcBef>
              <a:buNone/>
              <a:defRPr sz="3600" spc="0" baseline="0">
                <a:solidFill>
                  <a:schemeClr val="bg1"/>
                </a:solidFill>
                <a:latin typeface="+mj-lt"/>
              </a:defRPr>
            </a:lvl1pPr>
          </a:lstStyle>
          <a:p>
            <a:pPr lvl="0"/>
            <a:r>
              <a:rPr lang="en-US" dirty="0"/>
              <a:t>Authoring, sharing and using reusable services</a:t>
            </a:r>
          </a:p>
        </p:txBody>
      </p:sp>
    </p:spTree>
    <p:extLst>
      <p:ext uri="{BB962C8B-B14F-4D97-AF65-F5344CB8AC3E}">
        <p14:creationId xmlns:p14="http://schemas.microsoft.com/office/powerpoint/2010/main" val="4169152192"/>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Merging Manifests</a:t>
            </a:r>
          </a:p>
        </p:txBody>
      </p:sp>
      <p:sp>
        <p:nvSpPr>
          <p:cNvPr id="3" name="Content Placeholder 2"/>
          <p:cNvSpPr>
            <a:spLocks noGrp="1"/>
          </p:cNvSpPr>
          <p:nvPr>
            <p:ph idx="4294967295"/>
          </p:nvPr>
        </p:nvSpPr>
        <p:spPr>
          <a:xfrm>
            <a:off x="-30163" y="1516062"/>
            <a:ext cx="10725150" cy="4706938"/>
          </a:xfrm>
        </p:spPr>
        <p:txBody>
          <a:bodyPr>
            <a:normAutofit/>
          </a:bodyPr>
          <a:lstStyle/>
          <a:p>
            <a:pPr marL="0" indent="0">
              <a:buNone/>
            </a:pPr>
            <a:r>
              <a:rPr lang="en-US" sz="2400" dirty="0"/>
              <a:t>The master manifest can be used for inner loop or CI.</a:t>
            </a:r>
          </a:p>
          <a:p>
            <a:pPr marL="0" indent="0">
              <a:buNone/>
            </a:pPr>
            <a:r>
              <a:rPr lang="en-US" sz="2400" dirty="0"/>
              <a:t>The master manifest merges other applications, based on individual application manifests and drop locations.</a:t>
            </a:r>
          </a:p>
          <a:p>
            <a:pPr marL="0" indent="0">
              <a:buNone/>
            </a:pPr>
            <a:r>
              <a:rPr lang="en-US" sz="2400" dirty="0"/>
              <a:t>This is an opt-in model, where the current way of doing business can be combined at will.</a:t>
            </a:r>
          </a:p>
        </p:txBody>
      </p:sp>
      <p:pic>
        <p:nvPicPr>
          <p:cNvPr id="22" name="Picture 21"/>
          <p:cNvPicPr>
            <a:picLocks noChangeAspect="1"/>
          </p:cNvPicPr>
          <p:nvPr/>
        </p:nvPicPr>
        <p:blipFill rotWithShape="1">
          <a:blip r:embed="rId3"/>
          <a:srcRect l="14814" b="31939"/>
          <a:stretch/>
        </p:blipFill>
        <p:spPr>
          <a:xfrm>
            <a:off x="2027237" y="3573462"/>
            <a:ext cx="7680035" cy="1935256"/>
          </a:xfrm>
          <a:prstGeom prst="rect">
            <a:avLst/>
          </a:prstGeom>
        </p:spPr>
      </p:pic>
    </p:spTree>
    <p:extLst>
      <p:ext uri="{BB962C8B-B14F-4D97-AF65-F5344CB8AC3E}">
        <p14:creationId xmlns:p14="http://schemas.microsoft.com/office/powerpoint/2010/main" val="2593211466"/>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137390358"/>
      </p:ext>
    </p:extLst>
  </p:cSld>
  <p:clrMapOvr>
    <a:masterClrMapping/>
  </p:clrMapOvr>
  <p:transition>
    <p:fade/>
  </p:transition>
</p:sld>
</file>

<file path=ppt/theme/theme1.xml><?xml version="1.0" encoding="utf-8"?>
<a:theme xmlns:a="http://schemas.openxmlformats.org/drawingml/2006/main" name="WHITE TEMPLATE">
  <a:themeElements>
    <a:clrScheme name="Custom 6">
      <a:dk1>
        <a:srgbClr val="505050"/>
      </a:dk1>
      <a:lt1>
        <a:srgbClr val="FFFFFF"/>
      </a:lt1>
      <a:dk2>
        <a:srgbClr val="107C10"/>
      </a:dk2>
      <a:lt2>
        <a:srgbClr val="D5F7F6"/>
      </a:lt2>
      <a:accent1>
        <a:srgbClr val="107C10"/>
      </a:accent1>
      <a:accent2>
        <a:srgbClr val="0377D6"/>
      </a:accent2>
      <a:accent3>
        <a:srgbClr val="00B294"/>
      </a:accent3>
      <a:accent4>
        <a:srgbClr val="A80000"/>
      </a:accent4>
      <a:accent5>
        <a:srgbClr val="D83B01"/>
      </a:accent5>
      <a:accent6>
        <a:srgbClr val="FEB900"/>
      </a:accent6>
      <a:hlink>
        <a:srgbClr val="107C10"/>
      </a:hlink>
      <a:folHlink>
        <a:srgbClr val="107C1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Brand_template_16-9_Consumer_GREEN_1.potx" id="{E6351070-060E-4EB7-8FC9-7F6CD9537A4B}" vid="{9FBE0A09-7139-47DB-B6B8-8BE9F30C10C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Brand_template_16-9_Consumer_GREEN_1</Template>
  <TotalTime>0</TotalTime>
  <Words>997</Words>
  <Application>Microsoft Office PowerPoint</Application>
  <PresentationFormat>自定义</PresentationFormat>
  <Paragraphs>199</Paragraphs>
  <Slides>22</Slides>
  <Notes>16</Notes>
  <HiddenSlides>1</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22</vt:i4>
      </vt:variant>
    </vt:vector>
  </HeadingPairs>
  <TitlesOfParts>
    <vt:vector size="28" baseType="lpstr">
      <vt:lpstr>Arial</vt:lpstr>
      <vt:lpstr>Consolas</vt:lpstr>
      <vt:lpstr>Segoe UI</vt:lpstr>
      <vt:lpstr>Segoe UI Light</vt:lpstr>
      <vt:lpstr>Wingdings</vt:lpstr>
      <vt:lpstr>WHITE TEMPLATE</vt:lpstr>
      <vt:lpstr>Service Fabric Patterns &amp; Best Practices</vt:lpstr>
      <vt:lpstr>Service Fabric Continuous Integration and Delivery</vt:lpstr>
      <vt:lpstr>Problem</vt:lpstr>
      <vt:lpstr>Best Practice</vt:lpstr>
      <vt:lpstr>Hello World in Azure</vt:lpstr>
      <vt:lpstr>Build and Release flow in VSTS</vt:lpstr>
      <vt:lpstr>Setting up Continuous Delivery with VSTS</vt:lpstr>
      <vt:lpstr>Expand the Pipeline</vt:lpstr>
      <vt:lpstr>Build and Release flow in VSTS</vt:lpstr>
      <vt:lpstr>Upgrade, Run Tests and Approvals</vt:lpstr>
      <vt:lpstr>Publish a Service Fabric Application</vt:lpstr>
      <vt:lpstr>Cluster Upgrade Options</vt:lpstr>
      <vt:lpstr>Multiple Environments</vt:lpstr>
      <vt:lpstr>Settings in Service Fabric Services</vt:lpstr>
      <vt:lpstr>Secrets Management</vt:lpstr>
      <vt:lpstr>Deploy an Application with Environment Specific Settings</vt:lpstr>
      <vt:lpstr>Large Scale Development</vt:lpstr>
      <vt:lpstr>Sharing services and working with Applications across repos</vt:lpstr>
      <vt:lpstr>SFNuget</vt:lpstr>
      <vt:lpstr>SFNuget</vt:lpstr>
      <vt:lpstr>Merging Manifests</vt:lpstr>
      <vt:lpstr>PowerPoint 演示文稿</vt:lpstr>
    </vt:vector>
  </TitlesOfParts>
  <Manager/>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
  <cp:revision>1</cp:revision>
  <dcterms:created xsi:type="dcterms:W3CDTF">2016-11-13T16:11:15Z</dcterms:created>
  <dcterms:modified xsi:type="dcterms:W3CDTF">2018-07-18T13:27:42Z</dcterms:modified>
</cp:coreProperties>
</file>