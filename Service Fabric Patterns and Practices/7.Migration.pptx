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4082" r:id="rId1"/>
  </p:sldMasterIdLst>
  <p:notesMasterIdLst>
    <p:notesMasterId r:id="rId24"/>
  </p:notesMasterIdLst>
  <p:handoutMasterIdLst>
    <p:handoutMasterId r:id="rId25"/>
  </p:handoutMasterIdLst>
  <p:sldIdLst>
    <p:sldId id="283" r:id="rId2"/>
    <p:sldId id="279" r:id="rId3"/>
    <p:sldId id="330" r:id="rId4"/>
    <p:sldId id="331" r:id="rId5"/>
    <p:sldId id="329" r:id="rId6"/>
    <p:sldId id="332" r:id="rId7"/>
    <p:sldId id="347" r:id="rId8"/>
    <p:sldId id="333" r:id="rId9"/>
    <p:sldId id="337" r:id="rId10"/>
    <p:sldId id="334" r:id="rId11"/>
    <p:sldId id="335" r:id="rId12"/>
    <p:sldId id="336" r:id="rId13"/>
    <p:sldId id="338" r:id="rId14"/>
    <p:sldId id="339" r:id="rId15"/>
    <p:sldId id="340" r:id="rId16"/>
    <p:sldId id="341" r:id="rId17"/>
    <p:sldId id="342" r:id="rId18"/>
    <p:sldId id="343" r:id="rId19"/>
    <p:sldId id="344" r:id="rId20"/>
    <p:sldId id="345" r:id="rId21"/>
    <p:sldId id="346" r:id="rId22"/>
    <p:sldId id="257" r:id="rId23"/>
  </p:sldIdLst>
  <p:sldSz cx="12436475" cy="6994525"/>
  <p:notesSz cx="6858000" cy="9144000"/>
  <p:defaultTex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elog" id="{44E445C4-3E2C-4D9C-90F6-0610BC1E1F41}">
          <p14:sldIdLst>
            <p14:sldId id="283"/>
            <p14:sldId id="279"/>
            <p14:sldId id="330"/>
            <p14:sldId id="331"/>
          </p14:sldIdLst>
        </p14:section>
        <p14:section name="Migrate from Cloud Services" id="{DF1BD2F1-FA1B-4496-A2DC-F83561E2D9F4}">
          <p14:sldIdLst>
            <p14:sldId id="329"/>
            <p14:sldId id="332"/>
            <p14:sldId id="347"/>
          </p14:sldIdLst>
        </p14:section>
        <p14:section name="Migrate from VM" id="{79CBE38F-6A60-42B7-8175-936849172296}">
          <p14:sldIdLst>
            <p14:sldId id="333"/>
          </p14:sldIdLst>
        </p14:section>
        <p14:section name="Simple Web App" id="{E9D63DC1-4594-9B4F-BED1-2447E76003B0}">
          <p14:sldIdLst>
            <p14:sldId id="337"/>
            <p14:sldId id="334"/>
            <p14:sldId id="335"/>
            <p14:sldId id="336"/>
          </p14:sldIdLst>
        </p14:section>
        <p14:section name="FE + Compute" id="{B36C2D86-778C-8A4A-9423-75A979945F46}">
          <p14:sldIdLst>
            <p14:sldId id="338"/>
            <p14:sldId id="339"/>
            <p14:sldId id="340"/>
            <p14:sldId id="341"/>
          </p14:sldIdLst>
        </p14:section>
        <p14:section name="FE + BE + Compute" id="{9ABB6429-8BDE-624F-8555-8174A277300F}">
          <p14:sldIdLst>
            <p14:sldId id="342"/>
            <p14:sldId id="343"/>
            <p14:sldId id="344"/>
            <p14:sldId id="345"/>
          </p14:sldIdLst>
        </p14:section>
        <p14:section name="epilog" id="{B83B4308-E82F-46DE-9F7E-13D54F461693}">
          <p14:sldIdLst>
            <p14:sldId id="346"/>
            <p14:sldId id="257"/>
          </p14:sldIdLst>
        </p14:section>
      </p14:sectionLst>
    </p:ext>
    <p:ext uri="{EFAFB233-063F-42B5-8137-9DF3F51BA10A}">
      <p15:sldGuideLst xmlns:p15="http://schemas.microsoft.com/office/powerpoint/2012/main">
        <p15:guide id="1" orient="horz" pos="2203">
          <p15:clr>
            <a:srgbClr val="A4A3A4"/>
          </p15:clr>
        </p15:guide>
        <p15:guide id="2" pos="3917">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5" name="作者" initials="A" lastIdx="0"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C3C00"/>
    <a:srgbClr val="002050"/>
    <a:srgbClr val="0072C6"/>
    <a:srgbClr val="EEEEEE"/>
    <a:srgbClr val="737373"/>
    <a:srgbClr val="333333"/>
    <a:srgbClr val="0078D7"/>
    <a:srgbClr val="3C3C3C"/>
    <a:srgbClr val="D83B01"/>
    <a:srgbClr val="DCDCD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443" autoAdjust="0"/>
    <p:restoredTop sz="81030" autoAdjust="0"/>
  </p:normalViewPr>
  <p:slideViewPr>
    <p:cSldViewPr>
      <p:cViewPr varScale="1">
        <p:scale>
          <a:sx n="52" d="100"/>
          <a:sy n="52" d="100"/>
        </p:scale>
        <p:origin x="538" y="38"/>
      </p:cViewPr>
      <p:guideLst>
        <p:guide orient="horz" pos="2203"/>
        <p:guide pos="3917"/>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notesViewPr>
    <p:cSldViewPr showGuides="1">
      <p:cViewPr varScale="1">
        <p:scale>
          <a:sx n="83" d="100"/>
          <a:sy n="83" d="100"/>
        </p:scale>
        <p:origin x="3852"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C8D045D-9A66-44E7-900A-FC6D0BD4E54A}" type="datetime8">
              <a:rPr lang="en-US" smtClean="0">
                <a:latin typeface="Segoe UI" pitchFamily="34" charset="0"/>
              </a:rPr>
              <a:t>7/18/2018 9:28 PM</a:t>
            </a:fld>
            <a:endParaRPr lang="en-US">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a:gradFill>
                  <a:gsLst>
                    <a:gs pos="0">
                      <a:schemeClr val="tx1"/>
                    </a:gs>
                    <a:gs pos="100000">
                      <a:schemeClr val="tx1"/>
                    </a:gs>
                  </a:gsLst>
                  <a:lin ang="5400000" scaled="0"/>
                </a:gradFill>
                <a:latin typeface="Segoe UI" pitchFamily="34" charset="0"/>
                <a:ea typeface="Segoe UI" pitchFamily="34" charset="0"/>
                <a:cs typeface="Segoe UI" pitchFamily="34" charset="0"/>
              </a:rPr>
              <a:t>© 2014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38EEC551-8CDA-4EB6-89BB-2A86C9F091C8}" type="datetime8">
              <a:rPr lang="en-US" smtClean="0"/>
              <a:t>7/18/2018 9:28 PM</a:t>
            </a:fld>
            <a:endParaRPr lang="en-US"/>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32742" rtl="0" eaLnBrk="1" latinLnBrk="0" hangingPunct="1">
      <a:lnSpc>
        <a:spcPct val="90000"/>
      </a:lnSpc>
      <a:spcAft>
        <a:spcPts val="340"/>
      </a:spcAft>
      <a:defRPr sz="900" kern="1200">
        <a:solidFill>
          <a:schemeClr val="tx1"/>
        </a:solidFill>
        <a:latin typeface="Segoe UI Light" pitchFamily="34" charset="0"/>
        <a:ea typeface="+mn-ea"/>
        <a:cs typeface="+mn-cs"/>
      </a:defRPr>
    </a:lvl1pPr>
    <a:lvl2pPr marL="217262" indent="-107956"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2pPr>
    <a:lvl3pPr marL="334664" indent="-117403"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3pPr>
    <a:lvl4pPr marL="492551" indent="-149789"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4pPr>
    <a:lvl5pPr marL="627496" indent="-117403"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5pPr>
    <a:lvl6pPr marL="2331856" algn="l" defTabSz="932742" rtl="0" eaLnBrk="1" latinLnBrk="0" hangingPunct="1">
      <a:defRPr sz="1200" kern="1200">
        <a:solidFill>
          <a:schemeClr val="tx1"/>
        </a:solidFill>
        <a:latin typeface="+mn-lt"/>
        <a:ea typeface="+mn-ea"/>
        <a:cs typeface="+mn-cs"/>
      </a:defRPr>
    </a:lvl6pPr>
    <a:lvl7pPr marL="2798226" algn="l" defTabSz="932742" rtl="0" eaLnBrk="1" latinLnBrk="0" hangingPunct="1">
      <a:defRPr sz="1200" kern="1200">
        <a:solidFill>
          <a:schemeClr val="tx1"/>
        </a:solidFill>
        <a:latin typeface="+mn-lt"/>
        <a:ea typeface="+mn-ea"/>
        <a:cs typeface="+mn-cs"/>
      </a:defRPr>
    </a:lvl7pPr>
    <a:lvl8pPr marL="3264597" algn="l" defTabSz="932742" rtl="0" eaLnBrk="1" latinLnBrk="0" hangingPunct="1">
      <a:defRPr sz="1200" kern="1200">
        <a:solidFill>
          <a:schemeClr val="tx1"/>
        </a:solidFill>
        <a:latin typeface="+mn-lt"/>
        <a:ea typeface="+mn-ea"/>
        <a:cs typeface="+mn-cs"/>
      </a:defRPr>
    </a:lvl8pPr>
    <a:lvl9pPr marL="3730969" algn="l" defTabSz="932742"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38EEC551-8CDA-4EB6-89BB-2A86C9F091C8}" type="datetime8">
              <a:rPr lang="en-US" smtClean="0"/>
              <a:t>7/18/2018 9:28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a:t>
            </a:fld>
            <a:endParaRPr lang="en-US"/>
          </a:p>
        </p:txBody>
      </p:sp>
    </p:spTree>
    <p:extLst>
      <p:ext uri="{BB962C8B-B14F-4D97-AF65-F5344CB8AC3E}">
        <p14:creationId xmlns:p14="http://schemas.microsoft.com/office/powerpoint/2010/main" val="3049789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38EEC551-8CDA-4EB6-89BB-2A86C9F091C8}" type="datetime8">
              <a:rPr lang="en-US" smtClean="0"/>
              <a:t>7/18/2018 9:28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6</a:t>
            </a:fld>
            <a:endParaRPr lang="en-US" dirty="0"/>
          </a:p>
        </p:txBody>
      </p:sp>
    </p:spTree>
    <p:extLst>
      <p:ext uri="{BB962C8B-B14F-4D97-AF65-F5344CB8AC3E}">
        <p14:creationId xmlns:p14="http://schemas.microsoft.com/office/powerpoint/2010/main" val="17098740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38EEC551-8CDA-4EB6-89BB-2A86C9F091C8}" type="datetime8">
              <a:rPr lang="en-US" smtClean="0"/>
              <a:t>7/18/2018 9:28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12</a:t>
            </a:fld>
            <a:endParaRPr lang="en-US" dirty="0"/>
          </a:p>
        </p:txBody>
      </p:sp>
    </p:spTree>
    <p:extLst>
      <p:ext uri="{BB962C8B-B14F-4D97-AF65-F5344CB8AC3E}">
        <p14:creationId xmlns:p14="http://schemas.microsoft.com/office/powerpoint/2010/main" val="7711365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38EEC551-8CDA-4EB6-89BB-2A86C9F091C8}" type="datetime8">
              <a:rPr lang="en-US" smtClean="0"/>
              <a:t>7/18/2018 9:28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20</a:t>
            </a:fld>
            <a:endParaRPr lang="en-US" dirty="0"/>
          </a:p>
        </p:txBody>
      </p:sp>
    </p:spTree>
    <p:extLst>
      <p:ext uri="{BB962C8B-B14F-4D97-AF65-F5344CB8AC3E}">
        <p14:creationId xmlns:p14="http://schemas.microsoft.com/office/powerpoint/2010/main" val="91982878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5" name="Text Placeholder 4"/>
          <p:cNvSpPr>
            <a:spLocks noGrp="1"/>
          </p:cNvSpPr>
          <p:nvPr>
            <p:ph type="body" sz="quarter" idx="12" hasCustomPrompt="1"/>
          </p:nvPr>
        </p:nvSpPr>
        <p:spPr>
          <a:xfrm>
            <a:off x="274638" y="2774679"/>
            <a:ext cx="8436348" cy="914400"/>
          </a:xfrm>
          <a:noFill/>
        </p:spPr>
        <p:txBody>
          <a:bodyPr lIns="91440" tIns="91440" rIns="91440" bIns="91440">
            <a:noAutofit/>
          </a:bodyPr>
          <a:lstStyle>
            <a:lvl1pPr marL="0" indent="0">
              <a:spcBef>
                <a:spcPts val="0"/>
              </a:spcBef>
              <a:buNone/>
              <a:defRPr sz="2800" spc="0" baseline="0">
                <a:gradFill>
                  <a:gsLst>
                    <a:gs pos="0">
                      <a:schemeClr val="tx1"/>
                    </a:gs>
                    <a:gs pos="100000">
                      <a:schemeClr val="tx1"/>
                    </a:gs>
                  </a:gsLst>
                  <a:lin ang="5400000" scaled="0"/>
                </a:gradFill>
                <a:latin typeface="+mj-lt"/>
              </a:defRPr>
            </a:lvl1pPr>
          </a:lstStyle>
          <a:p>
            <a:pPr lvl="0"/>
            <a:r>
              <a:rPr lang="en-US" dirty="0"/>
              <a:t>Speaker Name</a:t>
            </a:r>
          </a:p>
        </p:txBody>
      </p:sp>
      <p:sp>
        <p:nvSpPr>
          <p:cNvPr id="9" name="Title 1"/>
          <p:cNvSpPr>
            <a:spLocks noGrp="1"/>
          </p:cNvSpPr>
          <p:nvPr>
            <p:ph type="title" hasCustomPrompt="1"/>
          </p:nvPr>
        </p:nvSpPr>
        <p:spPr>
          <a:xfrm>
            <a:off x="274637" y="1677399"/>
            <a:ext cx="8436348" cy="1097280"/>
          </a:xfrm>
          <a:noFill/>
        </p:spPr>
        <p:txBody>
          <a:bodyPr lIns="91440" tIns="91440" rIns="91440" bIns="91440" anchor="t" anchorCtr="0"/>
          <a:lstStyle>
            <a:lvl1pPr>
              <a:defRPr sz="6000" spc="-80" baseline="0">
                <a:solidFill>
                  <a:srgbClr val="0072C6"/>
                </a:solidFill>
              </a:defRPr>
            </a:lvl1pPr>
          </a:lstStyle>
          <a:p>
            <a:r>
              <a:rPr lang="en-US" dirty="0"/>
              <a:t>Presentation title</a:t>
            </a:r>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invGray">
          <a:xfrm>
            <a:off x="350837" y="6164262"/>
            <a:ext cx="1645920" cy="352578"/>
          </a:xfrm>
          <a:prstGeom prst="rect">
            <a:avLst/>
          </a:prstGeom>
        </p:spPr>
      </p:pic>
      <p:grpSp>
        <p:nvGrpSpPr>
          <p:cNvPr id="49" name="Group 48"/>
          <p:cNvGrpSpPr/>
          <p:nvPr userDrawn="1"/>
        </p:nvGrpSpPr>
        <p:grpSpPr>
          <a:xfrm>
            <a:off x="9258067" y="1695132"/>
            <a:ext cx="2805578" cy="3604260"/>
            <a:chOff x="4173933" y="1990739"/>
            <a:chExt cx="2457160" cy="3156656"/>
          </a:xfrm>
        </p:grpSpPr>
        <p:sp>
          <p:nvSpPr>
            <p:cNvPr id="50" name="Freeform 8"/>
            <p:cNvSpPr>
              <a:spLocks noEditPoints="1"/>
            </p:cNvSpPr>
            <p:nvPr/>
          </p:nvSpPr>
          <p:spPr bwMode="auto">
            <a:xfrm>
              <a:off x="4825097" y="2367213"/>
              <a:ext cx="1197063" cy="1195470"/>
            </a:xfrm>
            <a:custGeom>
              <a:avLst/>
              <a:gdLst>
                <a:gd name="T0" fmla="*/ 670 w 1598"/>
                <a:gd name="T1" fmla="*/ 1577 h 1597"/>
                <a:gd name="T2" fmla="*/ 760 w 1598"/>
                <a:gd name="T3" fmla="*/ 1597 h 1597"/>
                <a:gd name="T4" fmla="*/ 917 w 1598"/>
                <a:gd name="T5" fmla="*/ 1569 h 1597"/>
                <a:gd name="T6" fmla="*/ 839 w 1598"/>
                <a:gd name="T7" fmla="*/ 1597 h 1597"/>
                <a:gd name="T8" fmla="*/ 516 w 1598"/>
                <a:gd name="T9" fmla="*/ 1535 h 1597"/>
                <a:gd name="T10" fmla="*/ 602 w 1598"/>
                <a:gd name="T11" fmla="*/ 1573 h 1597"/>
                <a:gd name="T12" fmla="*/ 1070 w 1598"/>
                <a:gd name="T13" fmla="*/ 1529 h 1597"/>
                <a:gd name="T14" fmla="*/ 997 w 1598"/>
                <a:gd name="T15" fmla="*/ 1573 h 1597"/>
                <a:gd name="T16" fmla="*/ 374 w 1598"/>
                <a:gd name="T17" fmla="*/ 1463 h 1597"/>
                <a:gd name="T18" fmla="*/ 452 w 1598"/>
                <a:gd name="T19" fmla="*/ 1517 h 1597"/>
                <a:gd name="T20" fmla="*/ 1211 w 1598"/>
                <a:gd name="T21" fmla="*/ 1460 h 1597"/>
                <a:gd name="T22" fmla="*/ 1147 w 1598"/>
                <a:gd name="T23" fmla="*/ 1517 h 1597"/>
                <a:gd name="T24" fmla="*/ 249 w 1598"/>
                <a:gd name="T25" fmla="*/ 1364 h 1597"/>
                <a:gd name="T26" fmla="*/ 317 w 1598"/>
                <a:gd name="T27" fmla="*/ 1433 h 1597"/>
                <a:gd name="T28" fmla="*/ 1336 w 1598"/>
                <a:gd name="T29" fmla="*/ 1363 h 1597"/>
                <a:gd name="T30" fmla="*/ 1282 w 1598"/>
                <a:gd name="T31" fmla="*/ 1432 h 1597"/>
                <a:gd name="T32" fmla="*/ 146 w 1598"/>
                <a:gd name="T33" fmla="*/ 1242 h 1597"/>
                <a:gd name="T34" fmla="*/ 201 w 1598"/>
                <a:gd name="T35" fmla="*/ 1323 h 1597"/>
                <a:gd name="T36" fmla="*/ 1438 w 1598"/>
                <a:gd name="T37" fmla="*/ 1244 h 1597"/>
                <a:gd name="T38" fmla="*/ 1398 w 1598"/>
                <a:gd name="T39" fmla="*/ 1323 h 1597"/>
                <a:gd name="T40" fmla="*/ 71 w 1598"/>
                <a:gd name="T41" fmla="*/ 1102 h 1597"/>
                <a:gd name="T42" fmla="*/ 110 w 1598"/>
                <a:gd name="T43" fmla="*/ 1192 h 1597"/>
                <a:gd name="T44" fmla="*/ 1515 w 1598"/>
                <a:gd name="T45" fmla="*/ 1106 h 1597"/>
                <a:gd name="T46" fmla="*/ 1489 w 1598"/>
                <a:gd name="T47" fmla="*/ 1192 h 1597"/>
                <a:gd name="T48" fmla="*/ 25 w 1598"/>
                <a:gd name="T49" fmla="*/ 949 h 1597"/>
                <a:gd name="T50" fmla="*/ 47 w 1598"/>
                <a:gd name="T51" fmla="*/ 1046 h 1597"/>
                <a:gd name="T52" fmla="*/ 1562 w 1598"/>
                <a:gd name="T53" fmla="*/ 956 h 1597"/>
                <a:gd name="T54" fmla="*/ 1552 w 1598"/>
                <a:gd name="T55" fmla="*/ 1045 h 1597"/>
                <a:gd name="T56" fmla="*/ 10 w 1598"/>
                <a:gd name="T57" fmla="*/ 790 h 1597"/>
                <a:gd name="T58" fmla="*/ 16 w 1598"/>
                <a:gd name="T59" fmla="*/ 890 h 1597"/>
                <a:gd name="T60" fmla="*/ 1574 w 1598"/>
                <a:gd name="T61" fmla="*/ 878 h 1597"/>
                <a:gd name="T62" fmla="*/ 1598 w 1598"/>
                <a:gd name="T63" fmla="*/ 797 h 1597"/>
                <a:gd name="T64" fmla="*/ 14 w 1598"/>
                <a:gd name="T65" fmla="*/ 730 h 1597"/>
                <a:gd name="T66" fmla="*/ 28 w 1598"/>
                <a:gd name="T67" fmla="*/ 631 h 1597"/>
                <a:gd name="T68" fmla="*/ 1584 w 1598"/>
                <a:gd name="T69" fmla="*/ 727 h 1597"/>
                <a:gd name="T70" fmla="*/ 1581 w 1598"/>
                <a:gd name="T71" fmla="*/ 637 h 1597"/>
                <a:gd name="T72" fmla="*/ 46 w 1598"/>
                <a:gd name="T73" fmla="*/ 574 h 1597"/>
                <a:gd name="T74" fmla="*/ 78 w 1598"/>
                <a:gd name="T75" fmla="*/ 480 h 1597"/>
                <a:gd name="T76" fmla="*/ 1551 w 1598"/>
                <a:gd name="T77" fmla="*/ 571 h 1597"/>
                <a:gd name="T78" fmla="*/ 1533 w 1598"/>
                <a:gd name="T79" fmla="*/ 482 h 1597"/>
                <a:gd name="T80" fmla="*/ 109 w 1598"/>
                <a:gd name="T81" fmla="*/ 427 h 1597"/>
                <a:gd name="T82" fmla="*/ 157 w 1598"/>
                <a:gd name="T83" fmla="*/ 341 h 1597"/>
                <a:gd name="T84" fmla="*/ 1488 w 1598"/>
                <a:gd name="T85" fmla="*/ 425 h 1597"/>
                <a:gd name="T86" fmla="*/ 1454 w 1598"/>
                <a:gd name="T87" fmla="*/ 341 h 1597"/>
                <a:gd name="T88" fmla="*/ 200 w 1598"/>
                <a:gd name="T89" fmla="*/ 296 h 1597"/>
                <a:gd name="T90" fmla="*/ 262 w 1598"/>
                <a:gd name="T91" fmla="*/ 221 h 1597"/>
                <a:gd name="T92" fmla="*/ 1396 w 1598"/>
                <a:gd name="T93" fmla="*/ 294 h 1597"/>
                <a:gd name="T94" fmla="*/ 1348 w 1598"/>
                <a:gd name="T95" fmla="*/ 219 h 1597"/>
                <a:gd name="T96" fmla="*/ 315 w 1598"/>
                <a:gd name="T97" fmla="*/ 186 h 1597"/>
                <a:gd name="T98" fmla="*/ 389 w 1598"/>
                <a:gd name="T99" fmla="*/ 125 h 1597"/>
                <a:gd name="T100" fmla="*/ 1281 w 1598"/>
                <a:gd name="T101" fmla="*/ 184 h 1597"/>
                <a:gd name="T102" fmla="*/ 1220 w 1598"/>
                <a:gd name="T103" fmla="*/ 120 h 1597"/>
                <a:gd name="T104" fmla="*/ 451 w 1598"/>
                <a:gd name="T105" fmla="*/ 101 h 1597"/>
                <a:gd name="T106" fmla="*/ 533 w 1598"/>
                <a:gd name="T107" fmla="*/ 56 h 1597"/>
                <a:gd name="T108" fmla="*/ 1145 w 1598"/>
                <a:gd name="T109" fmla="*/ 100 h 1597"/>
                <a:gd name="T110" fmla="*/ 1075 w 1598"/>
                <a:gd name="T111" fmla="*/ 49 h 1597"/>
                <a:gd name="T112" fmla="*/ 600 w 1598"/>
                <a:gd name="T113" fmla="*/ 46 h 1597"/>
                <a:gd name="T114" fmla="*/ 688 w 1598"/>
                <a:gd name="T115" fmla="*/ 18 h 1597"/>
                <a:gd name="T116" fmla="*/ 995 w 1598"/>
                <a:gd name="T117" fmla="*/ 45 h 1597"/>
                <a:gd name="T118" fmla="*/ 919 w 1598"/>
                <a:gd name="T119" fmla="*/ 9 h 1597"/>
                <a:gd name="T120" fmla="*/ 758 w 1598"/>
                <a:gd name="T121" fmla="*/ 21 h 1597"/>
                <a:gd name="T122" fmla="*/ 848 w 1598"/>
                <a:gd name="T123" fmla="*/ 12 h 1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98" h="1597">
                  <a:moveTo>
                    <a:pt x="760" y="1597"/>
                  </a:moveTo>
                  <a:cubicBezTo>
                    <a:pt x="759" y="1597"/>
                    <a:pt x="759" y="1597"/>
                    <a:pt x="759" y="1597"/>
                  </a:cubicBezTo>
                  <a:cubicBezTo>
                    <a:pt x="732" y="1595"/>
                    <a:pt x="705" y="1593"/>
                    <a:pt x="679" y="1589"/>
                  </a:cubicBezTo>
                  <a:cubicBezTo>
                    <a:pt x="673" y="1588"/>
                    <a:pt x="669" y="1583"/>
                    <a:pt x="670" y="1577"/>
                  </a:cubicBezTo>
                  <a:cubicBezTo>
                    <a:pt x="671" y="1572"/>
                    <a:pt x="676" y="1568"/>
                    <a:pt x="682" y="1569"/>
                  </a:cubicBezTo>
                  <a:cubicBezTo>
                    <a:pt x="707" y="1573"/>
                    <a:pt x="734" y="1575"/>
                    <a:pt x="760" y="1577"/>
                  </a:cubicBezTo>
                  <a:cubicBezTo>
                    <a:pt x="766" y="1577"/>
                    <a:pt x="770" y="1582"/>
                    <a:pt x="770" y="1587"/>
                  </a:cubicBezTo>
                  <a:cubicBezTo>
                    <a:pt x="769" y="1592"/>
                    <a:pt x="765" y="1597"/>
                    <a:pt x="760" y="1597"/>
                  </a:cubicBezTo>
                  <a:close/>
                  <a:moveTo>
                    <a:pt x="839" y="1597"/>
                  </a:moveTo>
                  <a:cubicBezTo>
                    <a:pt x="834" y="1597"/>
                    <a:pt x="830" y="1592"/>
                    <a:pt x="829" y="1587"/>
                  </a:cubicBezTo>
                  <a:cubicBezTo>
                    <a:pt x="829" y="1582"/>
                    <a:pt x="833" y="1577"/>
                    <a:pt x="839" y="1577"/>
                  </a:cubicBezTo>
                  <a:cubicBezTo>
                    <a:pt x="865" y="1575"/>
                    <a:pt x="892" y="1573"/>
                    <a:pt x="917" y="1569"/>
                  </a:cubicBezTo>
                  <a:cubicBezTo>
                    <a:pt x="923" y="1568"/>
                    <a:pt x="928" y="1572"/>
                    <a:pt x="929" y="1577"/>
                  </a:cubicBezTo>
                  <a:cubicBezTo>
                    <a:pt x="930" y="1583"/>
                    <a:pt x="926" y="1588"/>
                    <a:pt x="920" y="1588"/>
                  </a:cubicBezTo>
                  <a:cubicBezTo>
                    <a:pt x="894" y="1592"/>
                    <a:pt x="867" y="1595"/>
                    <a:pt x="840" y="1597"/>
                  </a:cubicBezTo>
                  <a:lnTo>
                    <a:pt x="839" y="1597"/>
                  </a:lnTo>
                  <a:close/>
                  <a:moveTo>
                    <a:pt x="602" y="1573"/>
                  </a:moveTo>
                  <a:cubicBezTo>
                    <a:pt x="601" y="1573"/>
                    <a:pt x="600" y="1573"/>
                    <a:pt x="599" y="1572"/>
                  </a:cubicBezTo>
                  <a:cubicBezTo>
                    <a:pt x="573" y="1566"/>
                    <a:pt x="547" y="1558"/>
                    <a:pt x="522" y="1548"/>
                  </a:cubicBezTo>
                  <a:cubicBezTo>
                    <a:pt x="517" y="1546"/>
                    <a:pt x="514" y="1541"/>
                    <a:pt x="516" y="1535"/>
                  </a:cubicBezTo>
                  <a:cubicBezTo>
                    <a:pt x="518" y="1530"/>
                    <a:pt x="524" y="1528"/>
                    <a:pt x="529" y="1530"/>
                  </a:cubicBezTo>
                  <a:cubicBezTo>
                    <a:pt x="554" y="1539"/>
                    <a:pt x="579" y="1547"/>
                    <a:pt x="604" y="1553"/>
                  </a:cubicBezTo>
                  <a:cubicBezTo>
                    <a:pt x="610" y="1554"/>
                    <a:pt x="613" y="1560"/>
                    <a:pt x="612" y="1565"/>
                  </a:cubicBezTo>
                  <a:cubicBezTo>
                    <a:pt x="610" y="1570"/>
                    <a:pt x="606" y="1573"/>
                    <a:pt x="602" y="1573"/>
                  </a:cubicBezTo>
                  <a:close/>
                  <a:moveTo>
                    <a:pt x="997" y="1573"/>
                  </a:moveTo>
                  <a:cubicBezTo>
                    <a:pt x="993" y="1573"/>
                    <a:pt x="989" y="1570"/>
                    <a:pt x="987" y="1565"/>
                  </a:cubicBezTo>
                  <a:cubicBezTo>
                    <a:pt x="986" y="1560"/>
                    <a:pt x="989" y="1554"/>
                    <a:pt x="995" y="1553"/>
                  </a:cubicBezTo>
                  <a:cubicBezTo>
                    <a:pt x="1020" y="1546"/>
                    <a:pt x="1045" y="1538"/>
                    <a:pt x="1070" y="1529"/>
                  </a:cubicBezTo>
                  <a:cubicBezTo>
                    <a:pt x="1075" y="1527"/>
                    <a:pt x="1081" y="1530"/>
                    <a:pt x="1083" y="1535"/>
                  </a:cubicBezTo>
                  <a:cubicBezTo>
                    <a:pt x="1085" y="1540"/>
                    <a:pt x="1082" y="1546"/>
                    <a:pt x="1077" y="1548"/>
                  </a:cubicBezTo>
                  <a:cubicBezTo>
                    <a:pt x="1052" y="1557"/>
                    <a:pt x="1026" y="1565"/>
                    <a:pt x="1000" y="1572"/>
                  </a:cubicBezTo>
                  <a:cubicBezTo>
                    <a:pt x="999" y="1572"/>
                    <a:pt x="998" y="1573"/>
                    <a:pt x="997" y="1573"/>
                  </a:cubicBezTo>
                  <a:close/>
                  <a:moveTo>
                    <a:pt x="452" y="1517"/>
                  </a:moveTo>
                  <a:cubicBezTo>
                    <a:pt x="451" y="1517"/>
                    <a:pt x="449" y="1517"/>
                    <a:pt x="448" y="1516"/>
                  </a:cubicBezTo>
                  <a:cubicBezTo>
                    <a:pt x="424" y="1505"/>
                    <a:pt x="400" y="1491"/>
                    <a:pt x="377" y="1477"/>
                  </a:cubicBezTo>
                  <a:cubicBezTo>
                    <a:pt x="372" y="1474"/>
                    <a:pt x="371" y="1468"/>
                    <a:pt x="374" y="1463"/>
                  </a:cubicBezTo>
                  <a:cubicBezTo>
                    <a:pt x="377" y="1459"/>
                    <a:pt x="383" y="1457"/>
                    <a:pt x="388" y="1460"/>
                  </a:cubicBezTo>
                  <a:cubicBezTo>
                    <a:pt x="410" y="1474"/>
                    <a:pt x="433" y="1487"/>
                    <a:pt x="457" y="1498"/>
                  </a:cubicBezTo>
                  <a:cubicBezTo>
                    <a:pt x="462" y="1501"/>
                    <a:pt x="464" y="1507"/>
                    <a:pt x="461" y="1512"/>
                  </a:cubicBezTo>
                  <a:cubicBezTo>
                    <a:pt x="459" y="1515"/>
                    <a:pt x="456" y="1517"/>
                    <a:pt x="452" y="1517"/>
                  </a:cubicBezTo>
                  <a:close/>
                  <a:moveTo>
                    <a:pt x="1147" y="1517"/>
                  </a:moveTo>
                  <a:cubicBezTo>
                    <a:pt x="1143" y="1517"/>
                    <a:pt x="1139" y="1515"/>
                    <a:pt x="1138" y="1511"/>
                  </a:cubicBezTo>
                  <a:cubicBezTo>
                    <a:pt x="1135" y="1506"/>
                    <a:pt x="1137" y="1501"/>
                    <a:pt x="1142" y="1498"/>
                  </a:cubicBezTo>
                  <a:cubicBezTo>
                    <a:pt x="1166" y="1487"/>
                    <a:pt x="1189" y="1474"/>
                    <a:pt x="1211" y="1460"/>
                  </a:cubicBezTo>
                  <a:cubicBezTo>
                    <a:pt x="1216" y="1457"/>
                    <a:pt x="1222" y="1458"/>
                    <a:pt x="1225" y="1463"/>
                  </a:cubicBezTo>
                  <a:cubicBezTo>
                    <a:pt x="1228" y="1468"/>
                    <a:pt x="1226" y="1474"/>
                    <a:pt x="1222" y="1477"/>
                  </a:cubicBezTo>
                  <a:cubicBezTo>
                    <a:pt x="1199" y="1491"/>
                    <a:pt x="1175" y="1504"/>
                    <a:pt x="1151" y="1516"/>
                  </a:cubicBezTo>
                  <a:cubicBezTo>
                    <a:pt x="1150" y="1517"/>
                    <a:pt x="1148" y="1517"/>
                    <a:pt x="1147" y="1517"/>
                  </a:cubicBezTo>
                  <a:close/>
                  <a:moveTo>
                    <a:pt x="317" y="1433"/>
                  </a:moveTo>
                  <a:cubicBezTo>
                    <a:pt x="315" y="1433"/>
                    <a:pt x="313" y="1432"/>
                    <a:pt x="311" y="1431"/>
                  </a:cubicBezTo>
                  <a:cubicBezTo>
                    <a:pt x="289" y="1414"/>
                    <a:pt x="269" y="1397"/>
                    <a:pt x="249" y="1378"/>
                  </a:cubicBezTo>
                  <a:cubicBezTo>
                    <a:pt x="245" y="1374"/>
                    <a:pt x="245" y="1368"/>
                    <a:pt x="249" y="1364"/>
                  </a:cubicBezTo>
                  <a:cubicBezTo>
                    <a:pt x="253" y="1360"/>
                    <a:pt x="259" y="1360"/>
                    <a:pt x="263" y="1364"/>
                  </a:cubicBezTo>
                  <a:cubicBezTo>
                    <a:pt x="282" y="1382"/>
                    <a:pt x="302" y="1399"/>
                    <a:pt x="323" y="1415"/>
                  </a:cubicBezTo>
                  <a:cubicBezTo>
                    <a:pt x="327" y="1418"/>
                    <a:pt x="328" y="1425"/>
                    <a:pt x="325" y="1429"/>
                  </a:cubicBezTo>
                  <a:cubicBezTo>
                    <a:pt x="323" y="1432"/>
                    <a:pt x="320" y="1433"/>
                    <a:pt x="317" y="1433"/>
                  </a:cubicBezTo>
                  <a:close/>
                  <a:moveTo>
                    <a:pt x="1282" y="1432"/>
                  </a:moveTo>
                  <a:cubicBezTo>
                    <a:pt x="1279" y="1432"/>
                    <a:pt x="1276" y="1431"/>
                    <a:pt x="1274" y="1429"/>
                  </a:cubicBezTo>
                  <a:cubicBezTo>
                    <a:pt x="1271" y="1424"/>
                    <a:pt x="1271" y="1418"/>
                    <a:pt x="1276" y="1415"/>
                  </a:cubicBezTo>
                  <a:cubicBezTo>
                    <a:pt x="1297" y="1399"/>
                    <a:pt x="1317" y="1381"/>
                    <a:pt x="1336" y="1363"/>
                  </a:cubicBezTo>
                  <a:cubicBezTo>
                    <a:pt x="1340" y="1359"/>
                    <a:pt x="1346" y="1360"/>
                    <a:pt x="1350" y="1364"/>
                  </a:cubicBezTo>
                  <a:cubicBezTo>
                    <a:pt x="1354" y="1368"/>
                    <a:pt x="1353" y="1374"/>
                    <a:pt x="1349" y="1378"/>
                  </a:cubicBezTo>
                  <a:cubicBezTo>
                    <a:pt x="1330" y="1396"/>
                    <a:pt x="1309" y="1414"/>
                    <a:pt x="1288" y="1430"/>
                  </a:cubicBezTo>
                  <a:cubicBezTo>
                    <a:pt x="1286" y="1432"/>
                    <a:pt x="1284" y="1432"/>
                    <a:pt x="1282" y="1432"/>
                  </a:cubicBezTo>
                  <a:close/>
                  <a:moveTo>
                    <a:pt x="201" y="1323"/>
                  </a:moveTo>
                  <a:cubicBezTo>
                    <a:pt x="198" y="1323"/>
                    <a:pt x="196" y="1322"/>
                    <a:pt x="194" y="1320"/>
                  </a:cubicBezTo>
                  <a:cubicBezTo>
                    <a:pt x="176" y="1299"/>
                    <a:pt x="159" y="1278"/>
                    <a:pt x="144" y="1256"/>
                  </a:cubicBezTo>
                  <a:cubicBezTo>
                    <a:pt x="141" y="1251"/>
                    <a:pt x="142" y="1245"/>
                    <a:pt x="146" y="1242"/>
                  </a:cubicBezTo>
                  <a:cubicBezTo>
                    <a:pt x="151" y="1239"/>
                    <a:pt x="157" y="1240"/>
                    <a:pt x="160" y="1244"/>
                  </a:cubicBezTo>
                  <a:cubicBezTo>
                    <a:pt x="175" y="1266"/>
                    <a:pt x="192" y="1287"/>
                    <a:pt x="209" y="1307"/>
                  </a:cubicBezTo>
                  <a:cubicBezTo>
                    <a:pt x="212" y="1311"/>
                    <a:pt x="212" y="1317"/>
                    <a:pt x="208" y="1321"/>
                  </a:cubicBezTo>
                  <a:cubicBezTo>
                    <a:pt x="206" y="1322"/>
                    <a:pt x="203" y="1323"/>
                    <a:pt x="201" y="1323"/>
                  </a:cubicBezTo>
                  <a:close/>
                  <a:moveTo>
                    <a:pt x="1398" y="1323"/>
                  </a:moveTo>
                  <a:cubicBezTo>
                    <a:pt x="1395" y="1323"/>
                    <a:pt x="1393" y="1322"/>
                    <a:pt x="1391" y="1320"/>
                  </a:cubicBezTo>
                  <a:cubicBezTo>
                    <a:pt x="1387" y="1317"/>
                    <a:pt x="1386" y="1310"/>
                    <a:pt x="1390" y="1306"/>
                  </a:cubicBezTo>
                  <a:cubicBezTo>
                    <a:pt x="1407" y="1286"/>
                    <a:pt x="1423" y="1265"/>
                    <a:pt x="1438" y="1244"/>
                  </a:cubicBezTo>
                  <a:cubicBezTo>
                    <a:pt x="1441" y="1239"/>
                    <a:pt x="1448" y="1238"/>
                    <a:pt x="1452" y="1241"/>
                  </a:cubicBezTo>
                  <a:cubicBezTo>
                    <a:pt x="1457" y="1244"/>
                    <a:pt x="1458" y="1251"/>
                    <a:pt x="1455" y="1255"/>
                  </a:cubicBezTo>
                  <a:cubicBezTo>
                    <a:pt x="1439" y="1277"/>
                    <a:pt x="1423" y="1299"/>
                    <a:pt x="1405" y="1319"/>
                  </a:cubicBezTo>
                  <a:cubicBezTo>
                    <a:pt x="1403" y="1321"/>
                    <a:pt x="1400" y="1323"/>
                    <a:pt x="1398" y="1323"/>
                  </a:cubicBezTo>
                  <a:close/>
                  <a:moveTo>
                    <a:pt x="110" y="1192"/>
                  </a:moveTo>
                  <a:cubicBezTo>
                    <a:pt x="106" y="1192"/>
                    <a:pt x="103" y="1191"/>
                    <a:pt x="101" y="1187"/>
                  </a:cubicBezTo>
                  <a:cubicBezTo>
                    <a:pt x="88" y="1164"/>
                    <a:pt x="76" y="1139"/>
                    <a:pt x="65" y="1115"/>
                  </a:cubicBezTo>
                  <a:cubicBezTo>
                    <a:pt x="63" y="1110"/>
                    <a:pt x="65" y="1104"/>
                    <a:pt x="71" y="1102"/>
                  </a:cubicBezTo>
                  <a:cubicBezTo>
                    <a:pt x="76" y="1099"/>
                    <a:pt x="81" y="1102"/>
                    <a:pt x="84" y="1107"/>
                  </a:cubicBezTo>
                  <a:cubicBezTo>
                    <a:pt x="94" y="1131"/>
                    <a:pt x="106" y="1155"/>
                    <a:pt x="119" y="1177"/>
                  </a:cubicBezTo>
                  <a:cubicBezTo>
                    <a:pt x="121" y="1182"/>
                    <a:pt x="119" y="1188"/>
                    <a:pt x="115" y="1191"/>
                  </a:cubicBezTo>
                  <a:cubicBezTo>
                    <a:pt x="113" y="1192"/>
                    <a:pt x="111" y="1192"/>
                    <a:pt x="110" y="1192"/>
                  </a:cubicBezTo>
                  <a:close/>
                  <a:moveTo>
                    <a:pt x="1489" y="1192"/>
                  </a:moveTo>
                  <a:cubicBezTo>
                    <a:pt x="1487" y="1192"/>
                    <a:pt x="1485" y="1191"/>
                    <a:pt x="1484" y="1190"/>
                  </a:cubicBezTo>
                  <a:cubicBezTo>
                    <a:pt x="1479" y="1188"/>
                    <a:pt x="1477" y="1182"/>
                    <a:pt x="1480" y="1177"/>
                  </a:cubicBezTo>
                  <a:cubicBezTo>
                    <a:pt x="1493" y="1154"/>
                    <a:pt x="1505" y="1130"/>
                    <a:pt x="1515" y="1106"/>
                  </a:cubicBezTo>
                  <a:cubicBezTo>
                    <a:pt x="1517" y="1101"/>
                    <a:pt x="1523" y="1099"/>
                    <a:pt x="1528" y="1101"/>
                  </a:cubicBezTo>
                  <a:cubicBezTo>
                    <a:pt x="1533" y="1103"/>
                    <a:pt x="1535" y="1109"/>
                    <a:pt x="1533" y="1114"/>
                  </a:cubicBezTo>
                  <a:cubicBezTo>
                    <a:pt x="1523" y="1139"/>
                    <a:pt x="1511" y="1163"/>
                    <a:pt x="1498" y="1186"/>
                  </a:cubicBezTo>
                  <a:cubicBezTo>
                    <a:pt x="1496" y="1190"/>
                    <a:pt x="1492" y="1192"/>
                    <a:pt x="1489" y="1192"/>
                  </a:cubicBezTo>
                  <a:close/>
                  <a:moveTo>
                    <a:pt x="47" y="1046"/>
                  </a:moveTo>
                  <a:cubicBezTo>
                    <a:pt x="42" y="1046"/>
                    <a:pt x="38" y="1043"/>
                    <a:pt x="37" y="1039"/>
                  </a:cubicBezTo>
                  <a:cubicBezTo>
                    <a:pt x="29" y="1013"/>
                    <a:pt x="22" y="987"/>
                    <a:pt x="17" y="961"/>
                  </a:cubicBezTo>
                  <a:cubicBezTo>
                    <a:pt x="16" y="955"/>
                    <a:pt x="19" y="950"/>
                    <a:pt x="25" y="949"/>
                  </a:cubicBezTo>
                  <a:cubicBezTo>
                    <a:pt x="30" y="948"/>
                    <a:pt x="35" y="951"/>
                    <a:pt x="36" y="957"/>
                  </a:cubicBezTo>
                  <a:cubicBezTo>
                    <a:pt x="42" y="982"/>
                    <a:pt x="48" y="1008"/>
                    <a:pt x="56" y="1033"/>
                  </a:cubicBezTo>
                  <a:cubicBezTo>
                    <a:pt x="58" y="1038"/>
                    <a:pt x="55" y="1044"/>
                    <a:pt x="50" y="1045"/>
                  </a:cubicBezTo>
                  <a:cubicBezTo>
                    <a:pt x="49" y="1046"/>
                    <a:pt x="48" y="1046"/>
                    <a:pt x="47" y="1046"/>
                  </a:cubicBezTo>
                  <a:close/>
                  <a:moveTo>
                    <a:pt x="1552" y="1045"/>
                  </a:moveTo>
                  <a:cubicBezTo>
                    <a:pt x="1551" y="1045"/>
                    <a:pt x="1550" y="1045"/>
                    <a:pt x="1549" y="1045"/>
                  </a:cubicBezTo>
                  <a:cubicBezTo>
                    <a:pt x="1543" y="1043"/>
                    <a:pt x="1541" y="1037"/>
                    <a:pt x="1542" y="1032"/>
                  </a:cubicBezTo>
                  <a:cubicBezTo>
                    <a:pt x="1550" y="1007"/>
                    <a:pt x="1557" y="981"/>
                    <a:pt x="1562" y="956"/>
                  </a:cubicBezTo>
                  <a:cubicBezTo>
                    <a:pt x="1563" y="950"/>
                    <a:pt x="1568" y="947"/>
                    <a:pt x="1574" y="948"/>
                  </a:cubicBezTo>
                  <a:cubicBezTo>
                    <a:pt x="1579" y="949"/>
                    <a:pt x="1583" y="954"/>
                    <a:pt x="1582" y="960"/>
                  </a:cubicBezTo>
                  <a:cubicBezTo>
                    <a:pt x="1576" y="986"/>
                    <a:pt x="1569" y="1012"/>
                    <a:pt x="1561" y="1038"/>
                  </a:cubicBezTo>
                  <a:cubicBezTo>
                    <a:pt x="1560" y="1042"/>
                    <a:pt x="1556" y="1045"/>
                    <a:pt x="1552" y="1045"/>
                  </a:cubicBezTo>
                  <a:close/>
                  <a:moveTo>
                    <a:pt x="15" y="890"/>
                  </a:moveTo>
                  <a:cubicBezTo>
                    <a:pt x="9" y="890"/>
                    <a:pt x="5" y="886"/>
                    <a:pt x="5" y="881"/>
                  </a:cubicBezTo>
                  <a:cubicBezTo>
                    <a:pt x="2" y="854"/>
                    <a:pt x="1" y="827"/>
                    <a:pt x="0" y="800"/>
                  </a:cubicBezTo>
                  <a:cubicBezTo>
                    <a:pt x="0" y="794"/>
                    <a:pt x="5" y="790"/>
                    <a:pt x="10" y="790"/>
                  </a:cubicBezTo>
                  <a:cubicBezTo>
                    <a:pt x="10" y="790"/>
                    <a:pt x="10" y="790"/>
                    <a:pt x="10" y="790"/>
                  </a:cubicBezTo>
                  <a:cubicBezTo>
                    <a:pt x="16" y="790"/>
                    <a:pt x="20" y="794"/>
                    <a:pt x="20" y="800"/>
                  </a:cubicBezTo>
                  <a:cubicBezTo>
                    <a:pt x="21" y="826"/>
                    <a:pt x="22" y="853"/>
                    <a:pt x="24" y="879"/>
                  </a:cubicBezTo>
                  <a:cubicBezTo>
                    <a:pt x="25" y="884"/>
                    <a:pt x="21" y="889"/>
                    <a:pt x="16" y="890"/>
                  </a:cubicBezTo>
                  <a:lnTo>
                    <a:pt x="15" y="890"/>
                  </a:lnTo>
                  <a:close/>
                  <a:moveTo>
                    <a:pt x="1584" y="889"/>
                  </a:moveTo>
                  <a:cubicBezTo>
                    <a:pt x="1583" y="889"/>
                    <a:pt x="1583" y="889"/>
                    <a:pt x="1583" y="889"/>
                  </a:cubicBezTo>
                  <a:cubicBezTo>
                    <a:pt x="1577" y="888"/>
                    <a:pt x="1573" y="883"/>
                    <a:pt x="1574" y="878"/>
                  </a:cubicBezTo>
                  <a:cubicBezTo>
                    <a:pt x="1576" y="852"/>
                    <a:pt x="1578" y="825"/>
                    <a:pt x="1578" y="799"/>
                  </a:cubicBezTo>
                  <a:cubicBezTo>
                    <a:pt x="1578" y="797"/>
                    <a:pt x="1578" y="797"/>
                    <a:pt x="1578" y="797"/>
                  </a:cubicBezTo>
                  <a:cubicBezTo>
                    <a:pt x="1578" y="792"/>
                    <a:pt x="1582" y="787"/>
                    <a:pt x="1588" y="787"/>
                  </a:cubicBezTo>
                  <a:cubicBezTo>
                    <a:pt x="1593" y="787"/>
                    <a:pt x="1598" y="792"/>
                    <a:pt x="1598" y="797"/>
                  </a:cubicBezTo>
                  <a:cubicBezTo>
                    <a:pt x="1598" y="799"/>
                    <a:pt x="1598" y="799"/>
                    <a:pt x="1598" y="799"/>
                  </a:cubicBezTo>
                  <a:cubicBezTo>
                    <a:pt x="1598" y="826"/>
                    <a:pt x="1596" y="853"/>
                    <a:pt x="1594" y="880"/>
                  </a:cubicBezTo>
                  <a:cubicBezTo>
                    <a:pt x="1593" y="885"/>
                    <a:pt x="1589" y="889"/>
                    <a:pt x="1584" y="889"/>
                  </a:cubicBezTo>
                  <a:close/>
                  <a:moveTo>
                    <a:pt x="14" y="730"/>
                  </a:moveTo>
                  <a:cubicBezTo>
                    <a:pt x="13" y="730"/>
                    <a:pt x="13" y="730"/>
                    <a:pt x="13" y="730"/>
                  </a:cubicBezTo>
                  <a:cubicBezTo>
                    <a:pt x="8" y="730"/>
                    <a:pt x="4" y="725"/>
                    <a:pt x="4" y="719"/>
                  </a:cubicBezTo>
                  <a:cubicBezTo>
                    <a:pt x="7" y="692"/>
                    <a:pt x="11" y="665"/>
                    <a:pt x="16" y="639"/>
                  </a:cubicBezTo>
                  <a:cubicBezTo>
                    <a:pt x="18" y="634"/>
                    <a:pt x="23" y="630"/>
                    <a:pt x="28" y="631"/>
                  </a:cubicBezTo>
                  <a:cubicBezTo>
                    <a:pt x="34" y="632"/>
                    <a:pt x="37" y="638"/>
                    <a:pt x="36" y="643"/>
                  </a:cubicBezTo>
                  <a:cubicBezTo>
                    <a:pt x="31" y="669"/>
                    <a:pt x="27" y="695"/>
                    <a:pt x="24" y="721"/>
                  </a:cubicBezTo>
                  <a:cubicBezTo>
                    <a:pt x="24" y="726"/>
                    <a:pt x="19" y="730"/>
                    <a:pt x="14" y="730"/>
                  </a:cubicBezTo>
                  <a:close/>
                  <a:moveTo>
                    <a:pt x="1584" y="727"/>
                  </a:moveTo>
                  <a:cubicBezTo>
                    <a:pt x="1578" y="727"/>
                    <a:pt x="1574" y="724"/>
                    <a:pt x="1574" y="718"/>
                  </a:cubicBezTo>
                  <a:cubicBezTo>
                    <a:pt x="1571" y="692"/>
                    <a:pt x="1567" y="666"/>
                    <a:pt x="1562" y="641"/>
                  </a:cubicBezTo>
                  <a:cubicBezTo>
                    <a:pt x="1560" y="635"/>
                    <a:pt x="1564" y="630"/>
                    <a:pt x="1569" y="629"/>
                  </a:cubicBezTo>
                  <a:cubicBezTo>
                    <a:pt x="1575" y="628"/>
                    <a:pt x="1580" y="631"/>
                    <a:pt x="1581" y="637"/>
                  </a:cubicBezTo>
                  <a:cubicBezTo>
                    <a:pt x="1587" y="663"/>
                    <a:pt x="1591" y="690"/>
                    <a:pt x="1593" y="716"/>
                  </a:cubicBezTo>
                  <a:cubicBezTo>
                    <a:pt x="1594" y="722"/>
                    <a:pt x="1590" y="727"/>
                    <a:pt x="1585" y="727"/>
                  </a:cubicBezTo>
                  <a:lnTo>
                    <a:pt x="1584" y="727"/>
                  </a:lnTo>
                  <a:close/>
                  <a:moveTo>
                    <a:pt x="46" y="574"/>
                  </a:moveTo>
                  <a:cubicBezTo>
                    <a:pt x="45" y="574"/>
                    <a:pt x="44" y="574"/>
                    <a:pt x="43" y="573"/>
                  </a:cubicBezTo>
                  <a:cubicBezTo>
                    <a:pt x="38" y="572"/>
                    <a:pt x="35" y="566"/>
                    <a:pt x="37" y="561"/>
                  </a:cubicBezTo>
                  <a:cubicBezTo>
                    <a:pt x="45" y="535"/>
                    <a:pt x="54" y="510"/>
                    <a:pt x="65" y="485"/>
                  </a:cubicBezTo>
                  <a:cubicBezTo>
                    <a:pt x="67" y="480"/>
                    <a:pt x="73" y="477"/>
                    <a:pt x="78" y="480"/>
                  </a:cubicBezTo>
                  <a:cubicBezTo>
                    <a:pt x="83" y="482"/>
                    <a:pt x="85" y="488"/>
                    <a:pt x="83" y="493"/>
                  </a:cubicBezTo>
                  <a:cubicBezTo>
                    <a:pt x="73" y="517"/>
                    <a:pt x="63" y="542"/>
                    <a:pt x="56" y="567"/>
                  </a:cubicBezTo>
                  <a:cubicBezTo>
                    <a:pt x="54" y="571"/>
                    <a:pt x="50" y="574"/>
                    <a:pt x="46" y="574"/>
                  </a:cubicBezTo>
                  <a:close/>
                  <a:moveTo>
                    <a:pt x="1551" y="571"/>
                  </a:moveTo>
                  <a:cubicBezTo>
                    <a:pt x="1547" y="571"/>
                    <a:pt x="1543" y="569"/>
                    <a:pt x="1542" y="564"/>
                  </a:cubicBezTo>
                  <a:cubicBezTo>
                    <a:pt x="1534" y="539"/>
                    <a:pt x="1525" y="514"/>
                    <a:pt x="1514" y="490"/>
                  </a:cubicBezTo>
                  <a:cubicBezTo>
                    <a:pt x="1512" y="485"/>
                    <a:pt x="1514" y="479"/>
                    <a:pt x="1519" y="477"/>
                  </a:cubicBezTo>
                  <a:cubicBezTo>
                    <a:pt x="1524" y="475"/>
                    <a:pt x="1530" y="477"/>
                    <a:pt x="1533" y="482"/>
                  </a:cubicBezTo>
                  <a:cubicBezTo>
                    <a:pt x="1543" y="507"/>
                    <a:pt x="1553" y="533"/>
                    <a:pt x="1561" y="558"/>
                  </a:cubicBezTo>
                  <a:cubicBezTo>
                    <a:pt x="1562" y="564"/>
                    <a:pt x="1560" y="569"/>
                    <a:pt x="1554" y="571"/>
                  </a:cubicBezTo>
                  <a:cubicBezTo>
                    <a:pt x="1553" y="571"/>
                    <a:pt x="1552" y="571"/>
                    <a:pt x="1551" y="571"/>
                  </a:cubicBezTo>
                  <a:close/>
                  <a:moveTo>
                    <a:pt x="109" y="427"/>
                  </a:moveTo>
                  <a:cubicBezTo>
                    <a:pt x="107" y="427"/>
                    <a:pt x="106" y="427"/>
                    <a:pt x="104" y="426"/>
                  </a:cubicBezTo>
                  <a:cubicBezTo>
                    <a:pt x="99" y="423"/>
                    <a:pt x="98" y="417"/>
                    <a:pt x="100" y="412"/>
                  </a:cubicBezTo>
                  <a:cubicBezTo>
                    <a:pt x="113" y="389"/>
                    <a:pt x="128" y="366"/>
                    <a:pt x="143" y="344"/>
                  </a:cubicBezTo>
                  <a:cubicBezTo>
                    <a:pt x="146" y="339"/>
                    <a:pt x="152" y="338"/>
                    <a:pt x="157" y="341"/>
                  </a:cubicBezTo>
                  <a:cubicBezTo>
                    <a:pt x="161" y="344"/>
                    <a:pt x="163" y="350"/>
                    <a:pt x="159" y="355"/>
                  </a:cubicBezTo>
                  <a:cubicBezTo>
                    <a:pt x="144" y="377"/>
                    <a:pt x="130" y="399"/>
                    <a:pt x="118" y="422"/>
                  </a:cubicBezTo>
                  <a:cubicBezTo>
                    <a:pt x="116" y="425"/>
                    <a:pt x="112" y="427"/>
                    <a:pt x="109" y="427"/>
                  </a:cubicBezTo>
                  <a:close/>
                  <a:moveTo>
                    <a:pt x="1488" y="425"/>
                  </a:moveTo>
                  <a:cubicBezTo>
                    <a:pt x="1484" y="425"/>
                    <a:pt x="1481" y="423"/>
                    <a:pt x="1479" y="420"/>
                  </a:cubicBezTo>
                  <a:cubicBezTo>
                    <a:pt x="1466" y="397"/>
                    <a:pt x="1452" y="374"/>
                    <a:pt x="1437" y="353"/>
                  </a:cubicBezTo>
                  <a:cubicBezTo>
                    <a:pt x="1434" y="348"/>
                    <a:pt x="1435" y="342"/>
                    <a:pt x="1440" y="339"/>
                  </a:cubicBezTo>
                  <a:cubicBezTo>
                    <a:pt x="1444" y="336"/>
                    <a:pt x="1451" y="337"/>
                    <a:pt x="1454" y="341"/>
                  </a:cubicBezTo>
                  <a:cubicBezTo>
                    <a:pt x="1469" y="363"/>
                    <a:pt x="1484" y="387"/>
                    <a:pt x="1497" y="410"/>
                  </a:cubicBezTo>
                  <a:cubicBezTo>
                    <a:pt x="1499" y="415"/>
                    <a:pt x="1498" y="421"/>
                    <a:pt x="1493" y="424"/>
                  </a:cubicBezTo>
                  <a:cubicBezTo>
                    <a:pt x="1491" y="424"/>
                    <a:pt x="1490" y="425"/>
                    <a:pt x="1488" y="425"/>
                  </a:cubicBezTo>
                  <a:close/>
                  <a:moveTo>
                    <a:pt x="200" y="296"/>
                  </a:moveTo>
                  <a:cubicBezTo>
                    <a:pt x="198" y="296"/>
                    <a:pt x="195" y="295"/>
                    <a:pt x="194" y="294"/>
                  </a:cubicBezTo>
                  <a:cubicBezTo>
                    <a:pt x="189" y="290"/>
                    <a:pt x="189" y="284"/>
                    <a:pt x="192" y="280"/>
                  </a:cubicBezTo>
                  <a:cubicBezTo>
                    <a:pt x="210" y="259"/>
                    <a:pt x="229" y="239"/>
                    <a:pt x="248" y="221"/>
                  </a:cubicBezTo>
                  <a:cubicBezTo>
                    <a:pt x="252" y="217"/>
                    <a:pt x="258" y="217"/>
                    <a:pt x="262" y="221"/>
                  </a:cubicBezTo>
                  <a:cubicBezTo>
                    <a:pt x="266" y="225"/>
                    <a:pt x="266" y="232"/>
                    <a:pt x="262" y="235"/>
                  </a:cubicBezTo>
                  <a:cubicBezTo>
                    <a:pt x="243" y="253"/>
                    <a:pt x="225" y="273"/>
                    <a:pt x="208" y="293"/>
                  </a:cubicBezTo>
                  <a:cubicBezTo>
                    <a:pt x="206" y="295"/>
                    <a:pt x="203" y="296"/>
                    <a:pt x="200" y="296"/>
                  </a:cubicBezTo>
                  <a:close/>
                  <a:moveTo>
                    <a:pt x="1396" y="294"/>
                  </a:moveTo>
                  <a:cubicBezTo>
                    <a:pt x="1394" y="294"/>
                    <a:pt x="1391" y="293"/>
                    <a:pt x="1389" y="291"/>
                  </a:cubicBezTo>
                  <a:cubicBezTo>
                    <a:pt x="1372" y="271"/>
                    <a:pt x="1353" y="252"/>
                    <a:pt x="1334" y="234"/>
                  </a:cubicBezTo>
                  <a:cubicBezTo>
                    <a:pt x="1330" y="230"/>
                    <a:pt x="1330" y="223"/>
                    <a:pt x="1334" y="219"/>
                  </a:cubicBezTo>
                  <a:cubicBezTo>
                    <a:pt x="1338" y="215"/>
                    <a:pt x="1344" y="215"/>
                    <a:pt x="1348" y="219"/>
                  </a:cubicBezTo>
                  <a:cubicBezTo>
                    <a:pt x="1368" y="238"/>
                    <a:pt x="1387" y="257"/>
                    <a:pt x="1404" y="278"/>
                  </a:cubicBezTo>
                  <a:cubicBezTo>
                    <a:pt x="1408" y="282"/>
                    <a:pt x="1407" y="288"/>
                    <a:pt x="1403" y="292"/>
                  </a:cubicBezTo>
                  <a:cubicBezTo>
                    <a:pt x="1401" y="293"/>
                    <a:pt x="1399" y="294"/>
                    <a:pt x="1396" y="294"/>
                  </a:cubicBezTo>
                  <a:close/>
                  <a:moveTo>
                    <a:pt x="315" y="186"/>
                  </a:moveTo>
                  <a:cubicBezTo>
                    <a:pt x="313" y="186"/>
                    <a:pt x="310" y="185"/>
                    <a:pt x="308" y="182"/>
                  </a:cubicBezTo>
                  <a:cubicBezTo>
                    <a:pt x="304" y="178"/>
                    <a:pt x="305" y="172"/>
                    <a:pt x="309" y="168"/>
                  </a:cubicBezTo>
                  <a:cubicBezTo>
                    <a:pt x="331" y="152"/>
                    <a:pt x="353" y="136"/>
                    <a:pt x="376" y="122"/>
                  </a:cubicBezTo>
                  <a:cubicBezTo>
                    <a:pt x="380" y="119"/>
                    <a:pt x="386" y="120"/>
                    <a:pt x="389" y="125"/>
                  </a:cubicBezTo>
                  <a:cubicBezTo>
                    <a:pt x="392" y="130"/>
                    <a:pt x="391" y="136"/>
                    <a:pt x="386" y="139"/>
                  </a:cubicBezTo>
                  <a:cubicBezTo>
                    <a:pt x="364" y="153"/>
                    <a:pt x="342" y="168"/>
                    <a:pt x="322" y="184"/>
                  </a:cubicBezTo>
                  <a:cubicBezTo>
                    <a:pt x="320" y="185"/>
                    <a:pt x="318" y="186"/>
                    <a:pt x="315" y="186"/>
                  </a:cubicBezTo>
                  <a:close/>
                  <a:moveTo>
                    <a:pt x="1281" y="184"/>
                  </a:moveTo>
                  <a:cubicBezTo>
                    <a:pt x="1279" y="184"/>
                    <a:pt x="1276" y="184"/>
                    <a:pt x="1275" y="182"/>
                  </a:cubicBezTo>
                  <a:cubicBezTo>
                    <a:pt x="1254" y="166"/>
                    <a:pt x="1232" y="151"/>
                    <a:pt x="1210" y="137"/>
                  </a:cubicBezTo>
                  <a:cubicBezTo>
                    <a:pt x="1205" y="134"/>
                    <a:pt x="1204" y="128"/>
                    <a:pt x="1207" y="124"/>
                  </a:cubicBezTo>
                  <a:cubicBezTo>
                    <a:pt x="1209" y="119"/>
                    <a:pt x="1216" y="117"/>
                    <a:pt x="1220" y="120"/>
                  </a:cubicBezTo>
                  <a:cubicBezTo>
                    <a:pt x="1243" y="135"/>
                    <a:pt x="1265" y="150"/>
                    <a:pt x="1287" y="167"/>
                  </a:cubicBezTo>
                  <a:cubicBezTo>
                    <a:pt x="1291" y="170"/>
                    <a:pt x="1292" y="176"/>
                    <a:pt x="1289" y="181"/>
                  </a:cubicBezTo>
                  <a:cubicBezTo>
                    <a:pt x="1287" y="183"/>
                    <a:pt x="1284" y="184"/>
                    <a:pt x="1281" y="184"/>
                  </a:cubicBezTo>
                  <a:close/>
                  <a:moveTo>
                    <a:pt x="451" y="101"/>
                  </a:moveTo>
                  <a:cubicBezTo>
                    <a:pt x="447" y="101"/>
                    <a:pt x="443" y="99"/>
                    <a:pt x="442" y="96"/>
                  </a:cubicBezTo>
                  <a:cubicBezTo>
                    <a:pt x="439" y="91"/>
                    <a:pt x="441" y="85"/>
                    <a:pt x="446" y="82"/>
                  </a:cubicBezTo>
                  <a:cubicBezTo>
                    <a:pt x="470" y="70"/>
                    <a:pt x="495" y="60"/>
                    <a:pt x="521" y="50"/>
                  </a:cubicBezTo>
                  <a:cubicBezTo>
                    <a:pt x="526" y="48"/>
                    <a:pt x="531" y="51"/>
                    <a:pt x="533" y="56"/>
                  </a:cubicBezTo>
                  <a:cubicBezTo>
                    <a:pt x="535" y="61"/>
                    <a:pt x="533" y="67"/>
                    <a:pt x="527" y="69"/>
                  </a:cubicBezTo>
                  <a:cubicBezTo>
                    <a:pt x="503" y="78"/>
                    <a:pt x="479" y="89"/>
                    <a:pt x="455" y="100"/>
                  </a:cubicBezTo>
                  <a:cubicBezTo>
                    <a:pt x="454" y="101"/>
                    <a:pt x="452" y="101"/>
                    <a:pt x="451" y="101"/>
                  </a:cubicBezTo>
                  <a:close/>
                  <a:moveTo>
                    <a:pt x="1145" y="100"/>
                  </a:moveTo>
                  <a:cubicBezTo>
                    <a:pt x="1144" y="100"/>
                    <a:pt x="1142" y="100"/>
                    <a:pt x="1141" y="99"/>
                  </a:cubicBezTo>
                  <a:cubicBezTo>
                    <a:pt x="1117" y="88"/>
                    <a:pt x="1093" y="77"/>
                    <a:pt x="1068" y="68"/>
                  </a:cubicBezTo>
                  <a:cubicBezTo>
                    <a:pt x="1063" y="66"/>
                    <a:pt x="1060" y="60"/>
                    <a:pt x="1062" y="55"/>
                  </a:cubicBezTo>
                  <a:cubicBezTo>
                    <a:pt x="1064" y="50"/>
                    <a:pt x="1070" y="47"/>
                    <a:pt x="1075" y="49"/>
                  </a:cubicBezTo>
                  <a:cubicBezTo>
                    <a:pt x="1100" y="59"/>
                    <a:pt x="1125" y="69"/>
                    <a:pt x="1150" y="81"/>
                  </a:cubicBezTo>
                  <a:cubicBezTo>
                    <a:pt x="1155" y="84"/>
                    <a:pt x="1157" y="90"/>
                    <a:pt x="1154" y="95"/>
                  </a:cubicBezTo>
                  <a:cubicBezTo>
                    <a:pt x="1152" y="98"/>
                    <a:pt x="1149" y="100"/>
                    <a:pt x="1145" y="100"/>
                  </a:cubicBezTo>
                  <a:close/>
                  <a:moveTo>
                    <a:pt x="600" y="46"/>
                  </a:moveTo>
                  <a:cubicBezTo>
                    <a:pt x="596" y="46"/>
                    <a:pt x="592" y="43"/>
                    <a:pt x="591" y="38"/>
                  </a:cubicBezTo>
                  <a:cubicBezTo>
                    <a:pt x="589" y="33"/>
                    <a:pt x="592" y="27"/>
                    <a:pt x="598" y="26"/>
                  </a:cubicBezTo>
                  <a:cubicBezTo>
                    <a:pt x="624" y="19"/>
                    <a:pt x="650" y="14"/>
                    <a:pt x="677" y="10"/>
                  </a:cubicBezTo>
                  <a:cubicBezTo>
                    <a:pt x="682" y="9"/>
                    <a:pt x="687" y="13"/>
                    <a:pt x="688" y="18"/>
                  </a:cubicBezTo>
                  <a:cubicBezTo>
                    <a:pt x="689" y="23"/>
                    <a:pt x="685" y="29"/>
                    <a:pt x="680" y="29"/>
                  </a:cubicBezTo>
                  <a:cubicBezTo>
                    <a:pt x="654" y="33"/>
                    <a:pt x="628" y="39"/>
                    <a:pt x="603" y="45"/>
                  </a:cubicBezTo>
                  <a:cubicBezTo>
                    <a:pt x="602" y="46"/>
                    <a:pt x="601" y="46"/>
                    <a:pt x="600" y="46"/>
                  </a:cubicBezTo>
                  <a:close/>
                  <a:moveTo>
                    <a:pt x="995" y="45"/>
                  </a:moveTo>
                  <a:cubicBezTo>
                    <a:pt x="995" y="45"/>
                    <a:pt x="994" y="45"/>
                    <a:pt x="993" y="45"/>
                  </a:cubicBezTo>
                  <a:cubicBezTo>
                    <a:pt x="968" y="38"/>
                    <a:pt x="942" y="33"/>
                    <a:pt x="916" y="29"/>
                  </a:cubicBezTo>
                  <a:cubicBezTo>
                    <a:pt x="910" y="28"/>
                    <a:pt x="906" y="23"/>
                    <a:pt x="907" y="18"/>
                  </a:cubicBezTo>
                  <a:cubicBezTo>
                    <a:pt x="908" y="12"/>
                    <a:pt x="913" y="8"/>
                    <a:pt x="919" y="9"/>
                  </a:cubicBezTo>
                  <a:cubicBezTo>
                    <a:pt x="945" y="13"/>
                    <a:pt x="972" y="19"/>
                    <a:pt x="998" y="25"/>
                  </a:cubicBezTo>
                  <a:cubicBezTo>
                    <a:pt x="1003" y="27"/>
                    <a:pt x="1007" y="32"/>
                    <a:pt x="1005" y="37"/>
                  </a:cubicBezTo>
                  <a:cubicBezTo>
                    <a:pt x="1004" y="42"/>
                    <a:pt x="1000" y="45"/>
                    <a:pt x="995" y="45"/>
                  </a:cubicBezTo>
                  <a:close/>
                  <a:moveTo>
                    <a:pt x="758" y="21"/>
                  </a:moveTo>
                  <a:cubicBezTo>
                    <a:pt x="753" y="21"/>
                    <a:pt x="748" y="17"/>
                    <a:pt x="748" y="12"/>
                  </a:cubicBezTo>
                  <a:cubicBezTo>
                    <a:pt x="748" y="6"/>
                    <a:pt x="752" y="2"/>
                    <a:pt x="757" y="1"/>
                  </a:cubicBezTo>
                  <a:cubicBezTo>
                    <a:pt x="784" y="0"/>
                    <a:pt x="811" y="0"/>
                    <a:pt x="838" y="1"/>
                  </a:cubicBezTo>
                  <a:cubicBezTo>
                    <a:pt x="844" y="2"/>
                    <a:pt x="848" y="6"/>
                    <a:pt x="848" y="12"/>
                  </a:cubicBezTo>
                  <a:cubicBezTo>
                    <a:pt x="847" y="17"/>
                    <a:pt x="843" y="22"/>
                    <a:pt x="837" y="21"/>
                  </a:cubicBezTo>
                  <a:cubicBezTo>
                    <a:pt x="811" y="20"/>
                    <a:pt x="784" y="20"/>
                    <a:pt x="758" y="21"/>
                  </a:cubicBezTo>
                  <a:close/>
                </a:path>
              </a:pathLst>
            </a:custGeom>
            <a:solidFill>
              <a:srgbClr val="FFC000"/>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1" name="Oval 50"/>
            <p:cNvSpPr>
              <a:spLocks noChangeArrowheads="1"/>
            </p:cNvSpPr>
            <p:nvPr/>
          </p:nvSpPr>
          <p:spPr bwMode="auto">
            <a:xfrm>
              <a:off x="4378042" y="5054831"/>
              <a:ext cx="2073439" cy="92564"/>
            </a:xfrm>
            <a:prstGeom prst="ellipse">
              <a:avLst/>
            </a:pr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2" name="Freeform 51"/>
            <p:cNvSpPr>
              <a:spLocks/>
            </p:cNvSpPr>
            <p:nvPr/>
          </p:nvSpPr>
          <p:spPr bwMode="auto">
            <a:xfrm>
              <a:off x="6002951" y="4381427"/>
              <a:ext cx="150418" cy="115705"/>
            </a:xfrm>
            <a:custGeom>
              <a:avLst/>
              <a:gdLst>
                <a:gd name="T0" fmla="*/ 0 w 65"/>
                <a:gd name="T1" fmla="*/ 16 h 50"/>
                <a:gd name="T2" fmla="*/ 31 w 65"/>
                <a:gd name="T3" fmla="*/ 0 h 50"/>
                <a:gd name="T4" fmla="*/ 65 w 65"/>
                <a:gd name="T5" fmla="*/ 33 h 50"/>
                <a:gd name="T6" fmla="*/ 65 w 65"/>
                <a:gd name="T7" fmla="*/ 47 h 50"/>
                <a:gd name="T8" fmla="*/ 58 w 65"/>
                <a:gd name="T9" fmla="*/ 50 h 50"/>
                <a:gd name="T10" fmla="*/ 11 w 65"/>
                <a:gd name="T11" fmla="*/ 34 h 50"/>
                <a:gd name="T12" fmla="*/ 0 w 65"/>
                <a:gd name="T13" fmla="*/ 16 h 50"/>
              </a:gdLst>
              <a:ahLst/>
              <a:cxnLst>
                <a:cxn ang="0">
                  <a:pos x="T0" y="T1"/>
                </a:cxn>
                <a:cxn ang="0">
                  <a:pos x="T2" y="T3"/>
                </a:cxn>
                <a:cxn ang="0">
                  <a:pos x="T4" y="T5"/>
                </a:cxn>
                <a:cxn ang="0">
                  <a:pos x="T6" y="T7"/>
                </a:cxn>
                <a:cxn ang="0">
                  <a:pos x="T8" y="T9"/>
                </a:cxn>
                <a:cxn ang="0">
                  <a:pos x="T10" y="T11"/>
                </a:cxn>
                <a:cxn ang="0">
                  <a:pos x="T12" y="T13"/>
                </a:cxn>
              </a:cxnLst>
              <a:rect l="0" t="0" r="r" b="b"/>
              <a:pathLst>
                <a:path w="65" h="50">
                  <a:moveTo>
                    <a:pt x="0" y="16"/>
                  </a:moveTo>
                  <a:lnTo>
                    <a:pt x="31" y="0"/>
                  </a:lnTo>
                  <a:lnTo>
                    <a:pt x="65" y="33"/>
                  </a:lnTo>
                  <a:lnTo>
                    <a:pt x="65" y="47"/>
                  </a:lnTo>
                  <a:lnTo>
                    <a:pt x="58" y="50"/>
                  </a:lnTo>
                  <a:lnTo>
                    <a:pt x="11" y="34"/>
                  </a:lnTo>
                  <a:lnTo>
                    <a:pt x="0" y="16"/>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3" name="Freeform 52"/>
            <p:cNvSpPr>
              <a:spLocks/>
            </p:cNvSpPr>
            <p:nvPr/>
          </p:nvSpPr>
          <p:spPr bwMode="auto">
            <a:xfrm>
              <a:off x="5417483" y="3666368"/>
              <a:ext cx="657206" cy="768283"/>
            </a:xfrm>
            <a:custGeom>
              <a:avLst/>
              <a:gdLst>
                <a:gd name="T0" fmla="*/ 0 w 284"/>
                <a:gd name="T1" fmla="*/ 25 h 332"/>
                <a:gd name="T2" fmla="*/ 257 w 284"/>
                <a:gd name="T3" fmla="*/ 332 h 332"/>
                <a:gd name="T4" fmla="*/ 284 w 284"/>
                <a:gd name="T5" fmla="*/ 310 h 332"/>
                <a:gd name="T6" fmla="*/ 62 w 284"/>
                <a:gd name="T7" fmla="*/ 0 h 332"/>
                <a:gd name="T8" fmla="*/ 0 w 284"/>
                <a:gd name="T9" fmla="*/ 25 h 332"/>
              </a:gdLst>
              <a:ahLst/>
              <a:cxnLst>
                <a:cxn ang="0">
                  <a:pos x="T0" y="T1"/>
                </a:cxn>
                <a:cxn ang="0">
                  <a:pos x="T2" y="T3"/>
                </a:cxn>
                <a:cxn ang="0">
                  <a:pos x="T4" y="T5"/>
                </a:cxn>
                <a:cxn ang="0">
                  <a:pos x="T6" y="T7"/>
                </a:cxn>
                <a:cxn ang="0">
                  <a:pos x="T8" y="T9"/>
                </a:cxn>
              </a:cxnLst>
              <a:rect l="0" t="0" r="r" b="b"/>
              <a:pathLst>
                <a:path w="284" h="332">
                  <a:moveTo>
                    <a:pt x="0" y="25"/>
                  </a:moveTo>
                  <a:lnTo>
                    <a:pt x="257" y="332"/>
                  </a:lnTo>
                  <a:lnTo>
                    <a:pt x="284" y="310"/>
                  </a:lnTo>
                  <a:lnTo>
                    <a:pt x="62" y="0"/>
                  </a:lnTo>
                  <a:lnTo>
                    <a:pt x="0" y="25"/>
                  </a:lnTo>
                  <a:close/>
                </a:path>
              </a:pathLst>
            </a:custGeom>
            <a:solidFill>
              <a:srgbClr val="5B9BD5"/>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4" name="Freeform 53"/>
            <p:cNvSpPr>
              <a:spLocks/>
            </p:cNvSpPr>
            <p:nvPr/>
          </p:nvSpPr>
          <p:spPr bwMode="auto">
            <a:xfrm>
              <a:off x="5259717" y="3670996"/>
              <a:ext cx="155046" cy="978868"/>
            </a:xfrm>
            <a:custGeom>
              <a:avLst/>
              <a:gdLst>
                <a:gd name="T0" fmla="*/ 67 w 67"/>
                <a:gd name="T1" fmla="*/ 423 h 423"/>
                <a:gd name="T2" fmla="*/ 67 w 67"/>
                <a:gd name="T3" fmla="*/ 28 h 423"/>
                <a:gd name="T4" fmla="*/ 0 w 67"/>
                <a:gd name="T5" fmla="*/ 0 h 423"/>
                <a:gd name="T6" fmla="*/ 32 w 67"/>
                <a:gd name="T7" fmla="*/ 423 h 423"/>
                <a:gd name="T8" fmla="*/ 67 w 67"/>
                <a:gd name="T9" fmla="*/ 423 h 423"/>
              </a:gdLst>
              <a:ahLst/>
              <a:cxnLst>
                <a:cxn ang="0">
                  <a:pos x="T0" y="T1"/>
                </a:cxn>
                <a:cxn ang="0">
                  <a:pos x="T2" y="T3"/>
                </a:cxn>
                <a:cxn ang="0">
                  <a:pos x="T4" y="T5"/>
                </a:cxn>
                <a:cxn ang="0">
                  <a:pos x="T6" y="T7"/>
                </a:cxn>
                <a:cxn ang="0">
                  <a:pos x="T8" y="T9"/>
                </a:cxn>
              </a:cxnLst>
              <a:rect l="0" t="0" r="r" b="b"/>
              <a:pathLst>
                <a:path w="67" h="423">
                  <a:moveTo>
                    <a:pt x="67" y="423"/>
                  </a:moveTo>
                  <a:lnTo>
                    <a:pt x="67" y="28"/>
                  </a:lnTo>
                  <a:lnTo>
                    <a:pt x="0" y="0"/>
                  </a:lnTo>
                  <a:lnTo>
                    <a:pt x="32" y="423"/>
                  </a:lnTo>
                  <a:lnTo>
                    <a:pt x="67" y="423"/>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5" name="Freeform 54"/>
            <p:cNvSpPr>
              <a:spLocks/>
            </p:cNvSpPr>
            <p:nvPr/>
          </p:nvSpPr>
          <p:spPr bwMode="auto">
            <a:xfrm>
              <a:off x="4739042" y="3080899"/>
              <a:ext cx="32397" cy="94879"/>
            </a:xfrm>
            <a:custGeom>
              <a:avLst/>
              <a:gdLst>
                <a:gd name="T0" fmla="*/ 9 w 14"/>
                <a:gd name="T1" fmla="*/ 0 h 41"/>
                <a:gd name="T2" fmla="*/ 0 w 14"/>
                <a:gd name="T3" fmla="*/ 40 h 41"/>
                <a:gd name="T4" fmla="*/ 5 w 14"/>
                <a:gd name="T5" fmla="*/ 41 h 41"/>
                <a:gd name="T6" fmla="*/ 14 w 14"/>
                <a:gd name="T7" fmla="*/ 1 h 41"/>
                <a:gd name="T8" fmla="*/ 9 w 14"/>
                <a:gd name="T9" fmla="*/ 0 h 41"/>
              </a:gdLst>
              <a:ahLst/>
              <a:cxnLst>
                <a:cxn ang="0">
                  <a:pos x="T0" y="T1"/>
                </a:cxn>
                <a:cxn ang="0">
                  <a:pos x="T2" y="T3"/>
                </a:cxn>
                <a:cxn ang="0">
                  <a:pos x="T4" y="T5"/>
                </a:cxn>
                <a:cxn ang="0">
                  <a:pos x="T6" y="T7"/>
                </a:cxn>
                <a:cxn ang="0">
                  <a:pos x="T8" y="T9"/>
                </a:cxn>
              </a:cxnLst>
              <a:rect l="0" t="0" r="r" b="b"/>
              <a:pathLst>
                <a:path w="14" h="41">
                  <a:moveTo>
                    <a:pt x="9" y="0"/>
                  </a:moveTo>
                  <a:lnTo>
                    <a:pt x="0" y="40"/>
                  </a:lnTo>
                  <a:lnTo>
                    <a:pt x="5" y="41"/>
                  </a:lnTo>
                  <a:lnTo>
                    <a:pt x="14" y="1"/>
                  </a:lnTo>
                  <a:lnTo>
                    <a:pt x="9"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6" name="Freeform 55"/>
            <p:cNvSpPr>
              <a:spLocks/>
            </p:cNvSpPr>
            <p:nvPr/>
          </p:nvSpPr>
          <p:spPr bwMode="auto">
            <a:xfrm>
              <a:off x="6060397" y="3080899"/>
              <a:ext cx="30084" cy="94879"/>
            </a:xfrm>
            <a:custGeom>
              <a:avLst/>
              <a:gdLst>
                <a:gd name="T0" fmla="*/ 5 w 13"/>
                <a:gd name="T1" fmla="*/ 0 h 41"/>
                <a:gd name="T2" fmla="*/ 13 w 13"/>
                <a:gd name="T3" fmla="*/ 40 h 41"/>
                <a:gd name="T4" fmla="*/ 8 w 13"/>
                <a:gd name="T5" fmla="*/ 41 h 41"/>
                <a:gd name="T6" fmla="*/ 0 w 13"/>
                <a:gd name="T7" fmla="*/ 1 h 41"/>
                <a:gd name="T8" fmla="*/ 5 w 13"/>
                <a:gd name="T9" fmla="*/ 0 h 41"/>
              </a:gdLst>
              <a:ahLst/>
              <a:cxnLst>
                <a:cxn ang="0">
                  <a:pos x="T0" y="T1"/>
                </a:cxn>
                <a:cxn ang="0">
                  <a:pos x="T2" y="T3"/>
                </a:cxn>
                <a:cxn ang="0">
                  <a:pos x="T4" y="T5"/>
                </a:cxn>
                <a:cxn ang="0">
                  <a:pos x="T6" y="T7"/>
                </a:cxn>
                <a:cxn ang="0">
                  <a:pos x="T8" y="T9"/>
                </a:cxn>
              </a:cxnLst>
              <a:rect l="0" t="0" r="r" b="b"/>
              <a:pathLst>
                <a:path w="13" h="41">
                  <a:moveTo>
                    <a:pt x="5" y="0"/>
                  </a:moveTo>
                  <a:lnTo>
                    <a:pt x="13" y="40"/>
                  </a:lnTo>
                  <a:lnTo>
                    <a:pt x="8" y="41"/>
                  </a:lnTo>
                  <a:lnTo>
                    <a:pt x="0" y="1"/>
                  </a:lnTo>
                  <a:lnTo>
                    <a:pt x="5"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7" name="Oval 28"/>
            <p:cNvSpPr>
              <a:spLocks noChangeArrowheads="1"/>
            </p:cNvSpPr>
            <p:nvPr/>
          </p:nvSpPr>
          <p:spPr bwMode="auto">
            <a:xfrm>
              <a:off x="5206492" y="4696145"/>
              <a:ext cx="416539" cy="416539"/>
            </a:xfrm>
            <a:prstGeom prst="ellipse">
              <a:avLst/>
            </a:prstGeom>
            <a:solidFill>
              <a:srgbClr val="FFC000"/>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8" name="Freeform 29"/>
            <p:cNvSpPr>
              <a:spLocks/>
            </p:cNvSpPr>
            <p:nvPr/>
          </p:nvSpPr>
          <p:spPr bwMode="auto">
            <a:xfrm>
              <a:off x="5206492" y="4883588"/>
              <a:ext cx="416539" cy="229097"/>
            </a:xfrm>
            <a:custGeom>
              <a:avLst/>
              <a:gdLst>
                <a:gd name="T0" fmla="*/ 192 w 383"/>
                <a:gd name="T1" fmla="*/ 210 h 210"/>
                <a:gd name="T2" fmla="*/ 383 w 383"/>
                <a:gd name="T3" fmla="*/ 18 h 210"/>
                <a:gd name="T4" fmla="*/ 382 w 383"/>
                <a:gd name="T5" fmla="*/ 0 h 210"/>
                <a:gd name="T6" fmla="*/ 192 w 383"/>
                <a:gd name="T7" fmla="*/ 173 h 210"/>
                <a:gd name="T8" fmla="*/ 1 w 383"/>
                <a:gd name="T9" fmla="*/ 0 h 210"/>
                <a:gd name="T10" fmla="*/ 0 w 383"/>
                <a:gd name="T11" fmla="*/ 18 h 210"/>
                <a:gd name="T12" fmla="*/ 192 w 383"/>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383" h="210">
                  <a:moveTo>
                    <a:pt x="192" y="210"/>
                  </a:moveTo>
                  <a:cubicBezTo>
                    <a:pt x="298" y="210"/>
                    <a:pt x="383" y="124"/>
                    <a:pt x="383" y="18"/>
                  </a:cubicBezTo>
                  <a:cubicBezTo>
                    <a:pt x="383" y="12"/>
                    <a:pt x="383" y="6"/>
                    <a:pt x="382" y="0"/>
                  </a:cubicBezTo>
                  <a:cubicBezTo>
                    <a:pt x="373" y="97"/>
                    <a:pt x="291" y="173"/>
                    <a:pt x="192" y="173"/>
                  </a:cubicBezTo>
                  <a:cubicBezTo>
                    <a:pt x="92" y="173"/>
                    <a:pt x="10" y="97"/>
                    <a:pt x="1" y="0"/>
                  </a:cubicBezTo>
                  <a:cubicBezTo>
                    <a:pt x="0" y="6"/>
                    <a:pt x="0" y="12"/>
                    <a:pt x="0" y="18"/>
                  </a:cubicBezTo>
                  <a:cubicBezTo>
                    <a:pt x="0" y="124"/>
                    <a:pt x="86" y="210"/>
                    <a:pt x="192" y="210"/>
                  </a:cubicBezTo>
                </a:path>
              </a:pathLst>
            </a:custGeom>
            <a:solidFill>
              <a:srgbClr val="ED7D31"/>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9" name="Freeform 30"/>
            <p:cNvSpPr>
              <a:spLocks/>
            </p:cNvSpPr>
            <p:nvPr/>
          </p:nvSpPr>
          <p:spPr bwMode="auto">
            <a:xfrm>
              <a:off x="5299056" y="4649863"/>
              <a:ext cx="113392" cy="131905"/>
            </a:xfrm>
            <a:custGeom>
              <a:avLst/>
              <a:gdLst>
                <a:gd name="T0" fmla="*/ 49 w 49"/>
                <a:gd name="T1" fmla="*/ 0 h 57"/>
                <a:gd name="T2" fmla="*/ 15 w 49"/>
                <a:gd name="T3" fmla="*/ 0 h 57"/>
                <a:gd name="T4" fmla="*/ 0 w 49"/>
                <a:gd name="T5" fmla="*/ 44 h 57"/>
                <a:gd name="T6" fmla="*/ 6 w 49"/>
                <a:gd name="T7" fmla="*/ 57 h 57"/>
                <a:gd name="T8" fmla="*/ 14 w 49"/>
                <a:gd name="T9" fmla="*/ 57 h 57"/>
                <a:gd name="T10" fmla="*/ 49 w 49"/>
                <a:gd name="T11" fmla="*/ 19 h 57"/>
                <a:gd name="T12" fmla="*/ 49 w 49"/>
                <a:gd name="T13" fmla="*/ 0 h 57"/>
              </a:gdLst>
              <a:ahLst/>
              <a:cxnLst>
                <a:cxn ang="0">
                  <a:pos x="T0" y="T1"/>
                </a:cxn>
                <a:cxn ang="0">
                  <a:pos x="T2" y="T3"/>
                </a:cxn>
                <a:cxn ang="0">
                  <a:pos x="T4" y="T5"/>
                </a:cxn>
                <a:cxn ang="0">
                  <a:pos x="T6" y="T7"/>
                </a:cxn>
                <a:cxn ang="0">
                  <a:pos x="T8" y="T9"/>
                </a:cxn>
                <a:cxn ang="0">
                  <a:pos x="T10" y="T11"/>
                </a:cxn>
                <a:cxn ang="0">
                  <a:pos x="T12" y="T13"/>
                </a:cxn>
              </a:cxnLst>
              <a:rect l="0" t="0" r="r" b="b"/>
              <a:pathLst>
                <a:path w="49" h="57">
                  <a:moveTo>
                    <a:pt x="49" y="0"/>
                  </a:moveTo>
                  <a:lnTo>
                    <a:pt x="15" y="0"/>
                  </a:lnTo>
                  <a:lnTo>
                    <a:pt x="0" y="44"/>
                  </a:lnTo>
                  <a:lnTo>
                    <a:pt x="6" y="57"/>
                  </a:lnTo>
                  <a:lnTo>
                    <a:pt x="14" y="57"/>
                  </a:lnTo>
                  <a:lnTo>
                    <a:pt x="49" y="19"/>
                  </a:lnTo>
                  <a:lnTo>
                    <a:pt x="49" y="0"/>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0" name="Group 59"/>
            <p:cNvGrpSpPr>
              <a:grpSpLocks noChangeAspect="1"/>
            </p:cNvGrpSpPr>
            <p:nvPr/>
          </p:nvGrpSpPr>
          <p:grpSpPr>
            <a:xfrm>
              <a:off x="4696944" y="2059194"/>
              <a:ext cx="415996" cy="234364"/>
              <a:chOff x="3370263" y="896938"/>
              <a:chExt cx="450850" cy="254000"/>
            </a:xfrm>
            <a:solidFill>
              <a:srgbClr val="0072C6"/>
            </a:solidFill>
          </p:grpSpPr>
          <p:sp>
            <p:nvSpPr>
              <p:cNvPr id="88" name="Freeform 107"/>
              <p:cNvSpPr>
                <a:spLocks noEditPoints="1"/>
              </p:cNvSpPr>
              <p:nvPr/>
            </p:nvSpPr>
            <p:spPr bwMode="auto">
              <a:xfrm>
                <a:off x="3370263" y="896938"/>
                <a:ext cx="450850" cy="254000"/>
              </a:xfrm>
              <a:custGeom>
                <a:avLst/>
                <a:gdLst>
                  <a:gd name="T0" fmla="*/ 268 w 284"/>
                  <a:gd name="T1" fmla="*/ 0 h 160"/>
                  <a:gd name="T2" fmla="*/ 16 w 284"/>
                  <a:gd name="T3" fmla="*/ 0 h 160"/>
                  <a:gd name="T4" fmla="*/ 16 w 284"/>
                  <a:gd name="T5" fmla="*/ 0 h 160"/>
                  <a:gd name="T6" fmla="*/ 10 w 284"/>
                  <a:gd name="T7" fmla="*/ 2 h 160"/>
                  <a:gd name="T8" fmla="*/ 6 w 284"/>
                  <a:gd name="T9" fmla="*/ 6 h 160"/>
                  <a:gd name="T10" fmla="*/ 2 w 284"/>
                  <a:gd name="T11" fmla="*/ 10 h 160"/>
                  <a:gd name="T12" fmla="*/ 0 w 284"/>
                  <a:gd name="T13" fmla="*/ 16 h 160"/>
                  <a:gd name="T14" fmla="*/ 0 w 284"/>
                  <a:gd name="T15" fmla="*/ 144 h 160"/>
                  <a:gd name="T16" fmla="*/ 0 w 284"/>
                  <a:gd name="T17" fmla="*/ 144 h 160"/>
                  <a:gd name="T18" fmla="*/ 2 w 284"/>
                  <a:gd name="T19" fmla="*/ 150 h 160"/>
                  <a:gd name="T20" fmla="*/ 6 w 284"/>
                  <a:gd name="T21" fmla="*/ 156 h 160"/>
                  <a:gd name="T22" fmla="*/ 10 w 284"/>
                  <a:gd name="T23" fmla="*/ 160 h 160"/>
                  <a:gd name="T24" fmla="*/ 16 w 284"/>
                  <a:gd name="T25" fmla="*/ 160 h 160"/>
                  <a:gd name="T26" fmla="*/ 268 w 284"/>
                  <a:gd name="T27" fmla="*/ 160 h 160"/>
                  <a:gd name="T28" fmla="*/ 268 w 284"/>
                  <a:gd name="T29" fmla="*/ 160 h 160"/>
                  <a:gd name="T30" fmla="*/ 274 w 284"/>
                  <a:gd name="T31" fmla="*/ 160 h 160"/>
                  <a:gd name="T32" fmla="*/ 280 w 284"/>
                  <a:gd name="T33" fmla="*/ 156 h 160"/>
                  <a:gd name="T34" fmla="*/ 282 w 284"/>
                  <a:gd name="T35" fmla="*/ 150 h 160"/>
                  <a:gd name="T36" fmla="*/ 284 w 284"/>
                  <a:gd name="T37" fmla="*/ 144 h 160"/>
                  <a:gd name="T38" fmla="*/ 284 w 284"/>
                  <a:gd name="T39" fmla="*/ 16 h 160"/>
                  <a:gd name="T40" fmla="*/ 284 w 284"/>
                  <a:gd name="T41" fmla="*/ 16 h 160"/>
                  <a:gd name="T42" fmla="*/ 282 w 284"/>
                  <a:gd name="T43" fmla="*/ 10 h 160"/>
                  <a:gd name="T44" fmla="*/ 280 w 284"/>
                  <a:gd name="T45" fmla="*/ 6 h 160"/>
                  <a:gd name="T46" fmla="*/ 274 w 284"/>
                  <a:gd name="T47" fmla="*/ 2 h 160"/>
                  <a:gd name="T48" fmla="*/ 268 w 284"/>
                  <a:gd name="T49" fmla="*/ 0 h 160"/>
                  <a:gd name="T50" fmla="*/ 268 w 284"/>
                  <a:gd name="T51" fmla="*/ 0 h 160"/>
                  <a:gd name="T52" fmla="*/ 256 w 284"/>
                  <a:gd name="T53" fmla="*/ 136 h 160"/>
                  <a:gd name="T54" fmla="*/ 28 w 284"/>
                  <a:gd name="T55" fmla="*/ 136 h 160"/>
                  <a:gd name="T56" fmla="*/ 28 w 284"/>
                  <a:gd name="T57" fmla="*/ 26 h 160"/>
                  <a:gd name="T58" fmla="*/ 256 w 284"/>
                  <a:gd name="T59" fmla="*/ 26 h 160"/>
                  <a:gd name="T60" fmla="*/ 256 w 284"/>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4" h="160">
                    <a:moveTo>
                      <a:pt x="268" y="0"/>
                    </a:moveTo>
                    <a:lnTo>
                      <a:pt x="16" y="0"/>
                    </a:lnTo>
                    <a:lnTo>
                      <a:pt x="16" y="0"/>
                    </a:lnTo>
                    <a:lnTo>
                      <a:pt x="10" y="2"/>
                    </a:lnTo>
                    <a:lnTo>
                      <a:pt x="6" y="6"/>
                    </a:lnTo>
                    <a:lnTo>
                      <a:pt x="2" y="10"/>
                    </a:lnTo>
                    <a:lnTo>
                      <a:pt x="0" y="16"/>
                    </a:lnTo>
                    <a:lnTo>
                      <a:pt x="0" y="144"/>
                    </a:lnTo>
                    <a:lnTo>
                      <a:pt x="0" y="144"/>
                    </a:lnTo>
                    <a:lnTo>
                      <a:pt x="2" y="150"/>
                    </a:lnTo>
                    <a:lnTo>
                      <a:pt x="6" y="156"/>
                    </a:lnTo>
                    <a:lnTo>
                      <a:pt x="10" y="160"/>
                    </a:lnTo>
                    <a:lnTo>
                      <a:pt x="16" y="160"/>
                    </a:lnTo>
                    <a:lnTo>
                      <a:pt x="268" y="160"/>
                    </a:lnTo>
                    <a:lnTo>
                      <a:pt x="268" y="160"/>
                    </a:lnTo>
                    <a:lnTo>
                      <a:pt x="274" y="160"/>
                    </a:lnTo>
                    <a:lnTo>
                      <a:pt x="280" y="156"/>
                    </a:lnTo>
                    <a:lnTo>
                      <a:pt x="282" y="150"/>
                    </a:lnTo>
                    <a:lnTo>
                      <a:pt x="284" y="144"/>
                    </a:lnTo>
                    <a:lnTo>
                      <a:pt x="284" y="16"/>
                    </a:lnTo>
                    <a:lnTo>
                      <a:pt x="284" y="16"/>
                    </a:lnTo>
                    <a:lnTo>
                      <a:pt x="282" y="10"/>
                    </a:lnTo>
                    <a:lnTo>
                      <a:pt x="280" y="6"/>
                    </a:lnTo>
                    <a:lnTo>
                      <a:pt x="274" y="2"/>
                    </a:lnTo>
                    <a:lnTo>
                      <a:pt x="268" y="0"/>
                    </a:lnTo>
                    <a:lnTo>
                      <a:pt x="268" y="0"/>
                    </a:lnTo>
                    <a:close/>
                    <a:moveTo>
                      <a:pt x="256" y="136"/>
                    </a:moveTo>
                    <a:lnTo>
                      <a:pt x="28" y="136"/>
                    </a:lnTo>
                    <a:lnTo>
                      <a:pt x="28" y="26"/>
                    </a:lnTo>
                    <a:lnTo>
                      <a:pt x="256" y="26"/>
                    </a:lnTo>
                    <a:lnTo>
                      <a:pt x="256"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9" name="Freeform 108"/>
              <p:cNvSpPr>
                <a:spLocks/>
              </p:cNvSpPr>
              <p:nvPr/>
            </p:nvSpPr>
            <p:spPr bwMode="auto">
              <a:xfrm>
                <a:off x="3570288"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1" name="Group 60"/>
            <p:cNvGrpSpPr>
              <a:grpSpLocks noChangeAspect="1"/>
            </p:cNvGrpSpPr>
            <p:nvPr/>
          </p:nvGrpSpPr>
          <p:grpSpPr>
            <a:xfrm>
              <a:off x="4173933" y="2731263"/>
              <a:ext cx="337455" cy="204957"/>
              <a:chOff x="4722813" y="836613"/>
              <a:chExt cx="517525" cy="314325"/>
            </a:xfrm>
            <a:solidFill>
              <a:srgbClr val="0072C6"/>
            </a:solidFill>
          </p:grpSpPr>
          <p:sp>
            <p:nvSpPr>
              <p:cNvPr id="85" name="Freeform 104"/>
              <p:cNvSpPr>
                <a:spLocks/>
              </p:cNvSpPr>
              <p:nvPr/>
            </p:nvSpPr>
            <p:spPr bwMode="auto">
              <a:xfrm>
                <a:off x="4792663" y="836613"/>
                <a:ext cx="447675" cy="254000"/>
              </a:xfrm>
              <a:custGeom>
                <a:avLst/>
                <a:gdLst>
                  <a:gd name="T0" fmla="*/ 266 w 282"/>
                  <a:gd name="T1" fmla="*/ 0 h 160"/>
                  <a:gd name="T2" fmla="*/ 14 w 282"/>
                  <a:gd name="T3" fmla="*/ 0 h 160"/>
                  <a:gd name="T4" fmla="*/ 14 w 282"/>
                  <a:gd name="T5" fmla="*/ 0 h 160"/>
                  <a:gd name="T6" fmla="*/ 8 w 282"/>
                  <a:gd name="T7" fmla="*/ 0 h 160"/>
                  <a:gd name="T8" fmla="*/ 4 w 282"/>
                  <a:gd name="T9" fmla="*/ 4 h 160"/>
                  <a:gd name="T10" fmla="*/ 0 w 282"/>
                  <a:gd name="T11" fmla="*/ 8 h 160"/>
                  <a:gd name="T12" fmla="*/ 0 w 282"/>
                  <a:gd name="T13" fmla="*/ 16 h 160"/>
                  <a:gd name="T14" fmla="*/ 0 w 282"/>
                  <a:gd name="T15" fmla="*/ 20 h 160"/>
                  <a:gd name="T16" fmla="*/ 242 w 282"/>
                  <a:gd name="T17" fmla="*/ 20 h 160"/>
                  <a:gd name="T18" fmla="*/ 242 w 282"/>
                  <a:gd name="T19" fmla="*/ 20 h 160"/>
                  <a:gd name="T20" fmla="*/ 248 w 282"/>
                  <a:gd name="T21" fmla="*/ 22 h 160"/>
                  <a:gd name="T22" fmla="*/ 254 w 282"/>
                  <a:gd name="T23" fmla="*/ 24 h 160"/>
                  <a:gd name="T24" fmla="*/ 258 w 282"/>
                  <a:gd name="T25" fmla="*/ 30 h 160"/>
                  <a:gd name="T26" fmla="*/ 258 w 282"/>
                  <a:gd name="T27" fmla="*/ 36 h 160"/>
                  <a:gd name="T28" fmla="*/ 258 w 282"/>
                  <a:gd name="T29" fmla="*/ 160 h 160"/>
                  <a:gd name="T30" fmla="*/ 266 w 282"/>
                  <a:gd name="T31" fmla="*/ 160 h 160"/>
                  <a:gd name="T32" fmla="*/ 266 w 282"/>
                  <a:gd name="T33" fmla="*/ 160 h 160"/>
                  <a:gd name="T34" fmla="*/ 272 w 282"/>
                  <a:gd name="T35" fmla="*/ 158 h 160"/>
                  <a:gd name="T36" fmla="*/ 278 w 282"/>
                  <a:gd name="T37" fmla="*/ 154 h 160"/>
                  <a:gd name="T38" fmla="*/ 282 w 282"/>
                  <a:gd name="T39" fmla="*/ 150 h 160"/>
                  <a:gd name="T40" fmla="*/ 282 w 282"/>
                  <a:gd name="T41" fmla="*/ 144 h 160"/>
                  <a:gd name="T42" fmla="*/ 282 w 282"/>
                  <a:gd name="T43" fmla="*/ 16 h 160"/>
                  <a:gd name="T44" fmla="*/ 282 w 282"/>
                  <a:gd name="T45" fmla="*/ 16 h 160"/>
                  <a:gd name="T46" fmla="*/ 282 w 282"/>
                  <a:gd name="T47" fmla="*/ 8 h 160"/>
                  <a:gd name="T48" fmla="*/ 278 w 282"/>
                  <a:gd name="T49" fmla="*/ 4 h 160"/>
                  <a:gd name="T50" fmla="*/ 272 w 282"/>
                  <a:gd name="T51" fmla="*/ 0 h 160"/>
                  <a:gd name="T52" fmla="*/ 266 w 282"/>
                  <a:gd name="T53" fmla="*/ 0 h 160"/>
                  <a:gd name="T54" fmla="*/ 266 w 282"/>
                  <a:gd name="T55" fmla="*/ 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82" h="160">
                    <a:moveTo>
                      <a:pt x="266" y="0"/>
                    </a:moveTo>
                    <a:lnTo>
                      <a:pt x="14" y="0"/>
                    </a:lnTo>
                    <a:lnTo>
                      <a:pt x="14" y="0"/>
                    </a:lnTo>
                    <a:lnTo>
                      <a:pt x="8" y="0"/>
                    </a:lnTo>
                    <a:lnTo>
                      <a:pt x="4" y="4"/>
                    </a:lnTo>
                    <a:lnTo>
                      <a:pt x="0" y="8"/>
                    </a:lnTo>
                    <a:lnTo>
                      <a:pt x="0" y="16"/>
                    </a:lnTo>
                    <a:lnTo>
                      <a:pt x="0" y="20"/>
                    </a:lnTo>
                    <a:lnTo>
                      <a:pt x="242" y="20"/>
                    </a:lnTo>
                    <a:lnTo>
                      <a:pt x="242" y="20"/>
                    </a:lnTo>
                    <a:lnTo>
                      <a:pt x="248" y="22"/>
                    </a:lnTo>
                    <a:lnTo>
                      <a:pt x="254" y="24"/>
                    </a:lnTo>
                    <a:lnTo>
                      <a:pt x="258" y="30"/>
                    </a:lnTo>
                    <a:lnTo>
                      <a:pt x="258" y="36"/>
                    </a:lnTo>
                    <a:lnTo>
                      <a:pt x="258" y="160"/>
                    </a:lnTo>
                    <a:lnTo>
                      <a:pt x="266" y="160"/>
                    </a:lnTo>
                    <a:lnTo>
                      <a:pt x="266" y="160"/>
                    </a:lnTo>
                    <a:lnTo>
                      <a:pt x="272" y="158"/>
                    </a:lnTo>
                    <a:lnTo>
                      <a:pt x="278" y="154"/>
                    </a:lnTo>
                    <a:lnTo>
                      <a:pt x="282" y="150"/>
                    </a:lnTo>
                    <a:lnTo>
                      <a:pt x="282" y="144"/>
                    </a:lnTo>
                    <a:lnTo>
                      <a:pt x="282" y="16"/>
                    </a:lnTo>
                    <a:lnTo>
                      <a:pt x="282" y="16"/>
                    </a:lnTo>
                    <a:lnTo>
                      <a:pt x="282" y="8"/>
                    </a:lnTo>
                    <a:lnTo>
                      <a:pt x="278" y="4"/>
                    </a:lnTo>
                    <a:lnTo>
                      <a:pt x="272" y="0"/>
                    </a:lnTo>
                    <a:lnTo>
                      <a:pt x="266" y="0"/>
                    </a:lnTo>
                    <a:lnTo>
                      <a:pt x="266"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6" name="Freeform 105"/>
              <p:cNvSpPr>
                <a:spLocks noEditPoints="1"/>
              </p:cNvSpPr>
              <p:nvPr/>
            </p:nvSpPr>
            <p:spPr bwMode="auto">
              <a:xfrm>
                <a:off x="4722813" y="896938"/>
                <a:ext cx="447675" cy="254000"/>
              </a:xfrm>
              <a:custGeom>
                <a:avLst/>
                <a:gdLst>
                  <a:gd name="T0" fmla="*/ 266 w 282"/>
                  <a:gd name="T1" fmla="*/ 0 h 160"/>
                  <a:gd name="T2" fmla="*/ 14 w 282"/>
                  <a:gd name="T3" fmla="*/ 0 h 160"/>
                  <a:gd name="T4" fmla="*/ 14 w 282"/>
                  <a:gd name="T5" fmla="*/ 0 h 160"/>
                  <a:gd name="T6" fmla="*/ 8 w 282"/>
                  <a:gd name="T7" fmla="*/ 2 h 160"/>
                  <a:gd name="T8" fmla="*/ 4 w 282"/>
                  <a:gd name="T9" fmla="*/ 6 h 160"/>
                  <a:gd name="T10" fmla="*/ 0 w 282"/>
                  <a:gd name="T11" fmla="*/ 10 h 160"/>
                  <a:gd name="T12" fmla="*/ 0 w 282"/>
                  <a:gd name="T13" fmla="*/ 16 h 160"/>
                  <a:gd name="T14" fmla="*/ 0 w 282"/>
                  <a:gd name="T15" fmla="*/ 144 h 160"/>
                  <a:gd name="T16" fmla="*/ 0 w 282"/>
                  <a:gd name="T17" fmla="*/ 144 h 160"/>
                  <a:gd name="T18" fmla="*/ 0 w 282"/>
                  <a:gd name="T19" fmla="*/ 150 h 160"/>
                  <a:gd name="T20" fmla="*/ 4 w 282"/>
                  <a:gd name="T21" fmla="*/ 156 h 160"/>
                  <a:gd name="T22" fmla="*/ 8 w 282"/>
                  <a:gd name="T23" fmla="*/ 160 h 160"/>
                  <a:gd name="T24" fmla="*/ 14 w 282"/>
                  <a:gd name="T25" fmla="*/ 160 h 160"/>
                  <a:gd name="T26" fmla="*/ 266 w 282"/>
                  <a:gd name="T27" fmla="*/ 160 h 160"/>
                  <a:gd name="T28" fmla="*/ 266 w 282"/>
                  <a:gd name="T29" fmla="*/ 160 h 160"/>
                  <a:gd name="T30" fmla="*/ 272 w 282"/>
                  <a:gd name="T31" fmla="*/ 160 h 160"/>
                  <a:gd name="T32" fmla="*/ 278 w 282"/>
                  <a:gd name="T33" fmla="*/ 156 h 160"/>
                  <a:gd name="T34" fmla="*/ 282 w 282"/>
                  <a:gd name="T35" fmla="*/ 150 h 160"/>
                  <a:gd name="T36" fmla="*/ 282 w 282"/>
                  <a:gd name="T37" fmla="*/ 144 h 160"/>
                  <a:gd name="T38" fmla="*/ 282 w 282"/>
                  <a:gd name="T39" fmla="*/ 16 h 160"/>
                  <a:gd name="T40" fmla="*/ 282 w 282"/>
                  <a:gd name="T41" fmla="*/ 16 h 160"/>
                  <a:gd name="T42" fmla="*/ 282 w 282"/>
                  <a:gd name="T43" fmla="*/ 10 h 160"/>
                  <a:gd name="T44" fmla="*/ 278 w 282"/>
                  <a:gd name="T45" fmla="*/ 6 h 160"/>
                  <a:gd name="T46" fmla="*/ 272 w 282"/>
                  <a:gd name="T47" fmla="*/ 2 h 160"/>
                  <a:gd name="T48" fmla="*/ 266 w 282"/>
                  <a:gd name="T49" fmla="*/ 0 h 160"/>
                  <a:gd name="T50" fmla="*/ 266 w 282"/>
                  <a:gd name="T51" fmla="*/ 0 h 160"/>
                  <a:gd name="T52" fmla="*/ 254 w 282"/>
                  <a:gd name="T53" fmla="*/ 136 h 160"/>
                  <a:gd name="T54" fmla="*/ 28 w 282"/>
                  <a:gd name="T55" fmla="*/ 136 h 160"/>
                  <a:gd name="T56" fmla="*/ 28 w 282"/>
                  <a:gd name="T57" fmla="*/ 26 h 160"/>
                  <a:gd name="T58" fmla="*/ 254 w 282"/>
                  <a:gd name="T59" fmla="*/ 26 h 160"/>
                  <a:gd name="T60" fmla="*/ 254 w 282"/>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2" h="160">
                    <a:moveTo>
                      <a:pt x="266" y="0"/>
                    </a:moveTo>
                    <a:lnTo>
                      <a:pt x="14" y="0"/>
                    </a:lnTo>
                    <a:lnTo>
                      <a:pt x="14" y="0"/>
                    </a:lnTo>
                    <a:lnTo>
                      <a:pt x="8" y="2"/>
                    </a:lnTo>
                    <a:lnTo>
                      <a:pt x="4" y="6"/>
                    </a:lnTo>
                    <a:lnTo>
                      <a:pt x="0" y="10"/>
                    </a:lnTo>
                    <a:lnTo>
                      <a:pt x="0" y="16"/>
                    </a:lnTo>
                    <a:lnTo>
                      <a:pt x="0" y="144"/>
                    </a:lnTo>
                    <a:lnTo>
                      <a:pt x="0" y="144"/>
                    </a:lnTo>
                    <a:lnTo>
                      <a:pt x="0" y="150"/>
                    </a:lnTo>
                    <a:lnTo>
                      <a:pt x="4" y="156"/>
                    </a:lnTo>
                    <a:lnTo>
                      <a:pt x="8" y="160"/>
                    </a:lnTo>
                    <a:lnTo>
                      <a:pt x="14" y="160"/>
                    </a:lnTo>
                    <a:lnTo>
                      <a:pt x="266" y="160"/>
                    </a:lnTo>
                    <a:lnTo>
                      <a:pt x="266" y="160"/>
                    </a:lnTo>
                    <a:lnTo>
                      <a:pt x="272" y="160"/>
                    </a:lnTo>
                    <a:lnTo>
                      <a:pt x="278" y="156"/>
                    </a:lnTo>
                    <a:lnTo>
                      <a:pt x="282" y="150"/>
                    </a:lnTo>
                    <a:lnTo>
                      <a:pt x="282" y="144"/>
                    </a:lnTo>
                    <a:lnTo>
                      <a:pt x="282" y="16"/>
                    </a:lnTo>
                    <a:lnTo>
                      <a:pt x="282" y="16"/>
                    </a:lnTo>
                    <a:lnTo>
                      <a:pt x="282" y="10"/>
                    </a:lnTo>
                    <a:lnTo>
                      <a:pt x="278" y="6"/>
                    </a:lnTo>
                    <a:lnTo>
                      <a:pt x="272" y="2"/>
                    </a:lnTo>
                    <a:lnTo>
                      <a:pt x="266" y="0"/>
                    </a:lnTo>
                    <a:lnTo>
                      <a:pt x="266" y="0"/>
                    </a:lnTo>
                    <a:close/>
                    <a:moveTo>
                      <a:pt x="254" y="136"/>
                    </a:moveTo>
                    <a:lnTo>
                      <a:pt x="28" y="136"/>
                    </a:lnTo>
                    <a:lnTo>
                      <a:pt x="28" y="26"/>
                    </a:lnTo>
                    <a:lnTo>
                      <a:pt x="254" y="26"/>
                    </a:lnTo>
                    <a:lnTo>
                      <a:pt x="254"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7" name="Freeform 106"/>
              <p:cNvSpPr>
                <a:spLocks/>
              </p:cNvSpPr>
              <p:nvPr/>
            </p:nvSpPr>
            <p:spPr bwMode="auto">
              <a:xfrm>
                <a:off x="4919663"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sp>
          <p:nvSpPr>
            <p:cNvPr id="62" name="Freeform 59"/>
            <p:cNvSpPr>
              <a:spLocks noChangeAspect="1" noEditPoints="1"/>
            </p:cNvSpPr>
            <p:nvPr/>
          </p:nvSpPr>
          <p:spPr bwMode="auto">
            <a:xfrm>
              <a:off x="6351773" y="2659837"/>
              <a:ext cx="279320" cy="337291"/>
            </a:xfrm>
            <a:custGeom>
              <a:avLst/>
              <a:gdLst>
                <a:gd name="T0" fmla="*/ 0 w 212"/>
                <a:gd name="T1" fmla="*/ 188 h 256"/>
                <a:gd name="T2" fmla="*/ 106 w 212"/>
                <a:gd name="T3" fmla="*/ 56 h 256"/>
                <a:gd name="T4" fmla="*/ 128 w 212"/>
                <a:gd name="T5" fmla="*/ 90 h 256"/>
                <a:gd name="T6" fmla="*/ 134 w 212"/>
                <a:gd name="T7" fmla="*/ 110 h 256"/>
                <a:gd name="T8" fmla="*/ 134 w 212"/>
                <a:gd name="T9" fmla="*/ 152 h 256"/>
                <a:gd name="T10" fmla="*/ 128 w 212"/>
                <a:gd name="T11" fmla="*/ 170 h 256"/>
                <a:gd name="T12" fmla="*/ 106 w 212"/>
                <a:gd name="T13" fmla="*/ 206 h 256"/>
                <a:gd name="T14" fmla="*/ 104 w 212"/>
                <a:gd name="T15" fmla="*/ 208 h 256"/>
                <a:gd name="T16" fmla="*/ 90 w 212"/>
                <a:gd name="T17" fmla="*/ 200 h 256"/>
                <a:gd name="T18" fmla="*/ 106 w 212"/>
                <a:gd name="T19" fmla="*/ 182 h 256"/>
                <a:gd name="T20" fmla="*/ 120 w 212"/>
                <a:gd name="T21" fmla="*/ 148 h 256"/>
                <a:gd name="T22" fmla="*/ 122 w 212"/>
                <a:gd name="T23" fmla="*/ 130 h 256"/>
                <a:gd name="T24" fmla="*/ 116 w 212"/>
                <a:gd name="T25" fmla="*/ 96 h 256"/>
                <a:gd name="T26" fmla="*/ 94 w 212"/>
                <a:gd name="T27" fmla="*/ 66 h 256"/>
                <a:gd name="T28" fmla="*/ 90 w 212"/>
                <a:gd name="T29" fmla="*/ 62 h 256"/>
                <a:gd name="T30" fmla="*/ 98 w 212"/>
                <a:gd name="T31" fmla="*/ 48 h 256"/>
                <a:gd name="T32" fmla="*/ 106 w 212"/>
                <a:gd name="T33" fmla="*/ 56 h 256"/>
                <a:gd name="T34" fmla="*/ 122 w 212"/>
                <a:gd name="T35" fmla="*/ 222 h 256"/>
                <a:gd name="T36" fmla="*/ 138 w 212"/>
                <a:gd name="T37" fmla="*/ 202 h 256"/>
                <a:gd name="T38" fmla="*/ 150 w 212"/>
                <a:gd name="T39" fmla="*/ 180 h 256"/>
                <a:gd name="T40" fmla="*/ 154 w 212"/>
                <a:gd name="T41" fmla="*/ 168 h 256"/>
                <a:gd name="T42" fmla="*/ 158 w 212"/>
                <a:gd name="T43" fmla="*/ 144 h 256"/>
                <a:gd name="T44" fmla="*/ 160 w 212"/>
                <a:gd name="T45" fmla="*/ 130 h 256"/>
                <a:gd name="T46" fmla="*/ 156 w 212"/>
                <a:gd name="T47" fmla="*/ 106 h 256"/>
                <a:gd name="T48" fmla="*/ 154 w 212"/>
                <a:gd name="T49" fmla="*/ 94 h 256"/>
                <a:gd name="T50" fmla="*/ 144 w 212"/>
                <a:gd name="T51" fmla="*/ 70 h 256"/>
                <a:gd name="T52" fmla="*/ 130 w 212"/>
                <a:gd name="T53" fmla="*/ 48 h 256"/>
                <a:gd name="T54" fmla="*/ 118 w 212"/>
                <a:gd name="T55" fmla="*/ 36 h 256"/>
                <a:gd name="T56" fmla="*/ 128 w 212"/>
                <a:gd name="T57" fmla="*/ 26 h 256"/>
                <a:gd name="T58" fmla="*/ 130 w 212"/>
                <a:gd name="T59" fmla="*/ 28 h 256"/>
                <a:gd name="T60" fmla="*/ 142 w 212"/>
                <a:gd name="T61" fmla="*/ 40 h 256"/>
                <a:gd name="T62" fmla="*/ 158 w 212"/>
                <a:gd name="T63" fmla="*/ 64 h 256"/>
                <a:gd name="T64" fmla="*/ 168 w 212"/>
                <a:gd name="T65" fmla="*/ 90 h 256"/>
                <a:gd name="T66" fmla="*/ 172 w 212"/>
                <a:gd name="T67" fmla="*/ 116 h 256"/>
                <a:gd name="T68" fmla="*/ 172 w 212"/>
                <a:gd name="T69" fmla="*/ 144 h 256"/>
                <a:gd name="T70" fmla="*/ 168 w 212"/>
                <a:gd name="T71" fmla="*/ 172 h 256"/>
                <a:gd name="T72" fmla="*/ 158 w 212"/>
                <a:gd name="T73" fmla="*/ 198 h 256"/>
                <a:gd name="T74" fmla="*/ 142 w 212"/>
                <a:gd name="T75" fmla="*/ 220 h 256"/>
                <a:gd name="T76" fmla="*/ 160 w 212"/>
                <a:gd name="T77" fmla="*/ 2 h 256"/>
                <a:gd name="T78" fmla="*/ 182 w 212"/>
                <a:gd name="T79" fmla="*/ 30 h 256"/>
                <a:gd name="T80" fmla="*/ 200 w 212"/>
                <a:gd name="T81" fmla="*/ 62 h 256"/>
                <a:gd name="T82" fmla="*/ 210 w 212"/>
                <a:gd name="T83" fmla="*/ 96 h 256"/>
                <a:gd name="T84" fmla="*/ 212 w 212"/>
                <a:gd name="T85" fmla="*/ 130 h 256"/>
                <a:gd name="T86" fmla="*/ 210 w 212"/>
                <a:gd name="T87" fmla="*/ 164 h 256"/>
                <a:gd name="T88" fmla="*/ 200 w 212"/>
                <a:gd name="T89" fmla="*/ 198 h 256"/>
                <a:gd name="T90" fmla="*/ 184 w 212"/>
                <a:gd name="T91" fmla="*/ 228 h 256"/>
                <a:gd name="T92" fmla="*/ 162 w 212"/>
                <a:gd name="T93" fmla="*/ 256 h 256"/>
                <a:gd name="T94" fmla="*/ 162 w 212"/>
                <a:gd name="T95" fmla="*/ 236 h 256"/>
                <a:gd name="T96" fmla="*/ 170 w 212"/>
                <a:gd name="T97" fmla="*/ 224 h 256"/>
                <a:gd name="T98" fmla="*/ 186 w 212"/>
                <a:gd name="T99" fmla="*/ 194 h 256"/>
                <a:gd name="T100" fmla="*/ 196 w 212"/>
                <a:gd name="T101" fmla="*/ 162 h 256"/>
                <a:gd name="T102" fmla="*/ 198 w 212"/>
                <a:gd name="T103" fmla="*/ 146 h 256"/>
                <a:gd name="T104" fmla="*/ 198 w 212"/>
                <a:gd name="T105" fmla="*/ 114 h 256"/>
                <a:gd name="T106" fmla="*/ 196 w 212"/>
                <a:gd name="T107" fmla="*/ 98 h 256"/>
                <a:gd name="T108" fmla="*/ 186 w 212"/>
                <a:gd name="T109" fmla="*/ 68 h 256"/>
                <a:gd name="T110" fmla="*/ 178 w 212"/>
                <a:gd name="T111" fmla="*/ 52 h 256"/>
                <a:gd name="T112" fmla="*/ 160 w 212"/>
                <a:gd name="T113" fmla="*/ 24 h 256"/>
                <a:gd name="T114" fmla="*/ 148 w 212"/>
                <a:gd name="T115" fmla="*/ 10 h 256"/>
                <a:gd name="T116" fmla="*/ 158 w 212"/>
                <a:gd name="T117" fmla="*/ 0 h 256"/>
                <a:gd name="T118" fmla="*/ 158 w 212"/>
                <a:gd name="T119" fmla="*/ 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2" h="256">
                  <a:moveTo>
                    <a:pt x="0" y="74"/>
                  </a:moveTo>
                  <a:lnTo>
                    <a:pt x="74" y="130"/>
                  </a:lnTo>
                  <a:lnTo>
                    <a:pt x="0" y="188"/>
                  </a:lnTo>
                  <a:lnTo>
                    <a:pt x="0" y="74"/>
                  </a:lnTo>
                  <a:close/>
                  <a:moveTo>
                    <a:pt x="106" y="56"/>
                  </a:moveTo>
                  <a:lnTo>
                    <a:pt x="106" y="56"/>
                  </a:lnTo>
                  <a:lnTo>
                    <a:pt x="118" y="72"/>
                  </a:lnTo>
                  <a:lnTo>
                    <a:pt x="118" y="72"/>
                  </a:lnTo>
                  <a:lnTo>
                    <a:pt x="128" y="90"/>
                  </a:lnTo>
                  <a:lnTo>
                    <a:pt x="128" y="90"/>
                  </a:lnTo>
                  <a:lnTo>
                    <a:pt x="134" y="110"/>
                  </a:lnTo>
                  <a:lnTo>
                    <a:pt x="134" y="110"/>
                  </a:lnTo>
                  <a:lnTo>
                    <a:pt x="136" y="130"/>
                  </a:lnTo>
                  <a:lnTo>
                    <a:pt x="136" y="130"/>
                  </a:lnTo>
                  <a:lnTo>
                    <a:pt x="134" y="152"/>
                  </a:lnTo>
                  <a:lnTo>
                    <a:pt x="134" y="152"/>
                  </a:lnTo>
                  <a:lnTo>
                    <a:pt x="128" y="170"/>
                  </a:lnTo>
                  <a:lnTo>
                    <a:pt x="128" y="170"/>
                  </a:lnTo>
                  <a:lnTo>
                    <a:pt x="118" y="190"/>
                  </a:lnTo>
                  <a:lnTo>
                    <a:pt x="118" y="190"/>
                  </a:lnTo>
                  <a:lnTo>
                    <a:pt x="106" y="206"/>
                  </a:lnTo>
                  <a:lnTo>
                    <a:pt x="106" y="206"/>
                  </a:lnTo>
                  <a:lnTo>
                    <a:pt x="104" y="208"/>
                  </a:lnTo>
                  <a:lnTo>
                    <a:pt x="104" y="208"/>
                  </a:lnTo>
                  <a:lnTo>
                    <a:pt x="102" y="208"/>
                  </a:lnTo>
                  <a:lnTo>
                    <a:pt x="90" y="200"/>
                  </a:lnTo>
                  <a:lnTo>
                    <a:pt x="90" y="200"/>
                  </a:lnTo>
                  <a:lnTo>
                    <a:pt x="94" y="196"/>
                  </a:lnTo>
                  <a:lnTo>
                    <a:pt x="94" y="196"/>
                  </a:lnTo>
                  <a:lnTo>
                    <a:pt x="106" y="182"/>
                  </a:lnTo>
                  <a:lnTo>
                    <a:pt x="116" y="166"/>
                  </a:lnTo>
                  <a:lnTo>
                    <a:pt x="116" y="166"/>
                  </a:lnTo>
                  <a:lnTo>
                    <a:pt x="120" y="148"/>
                  </a:lnTo>
                  <a:lnTo>
                    <a:pt x="120" y="148"/>
                  </a:lnTo>
                  <a:lnTo>
                    <a:pt x="122" y="130"/>
                  </a:lnTo>
                  <a:lnTo>
                    <a:pt x="122" y="130"/>
                  </a:lnTo>
                  <a:lnTo>
                    <a:pt x="120" y="114"/>
                  </a:lnTo>
                  <a:lnTo>
                    <a:pt x="116" y="96"/>
                  </a:lnTo>
                  <a:lnTo>
                    <a:pt x="116" y="96"/>
                  </a:lnTo>
                  <a:lnTo>
                    <a:pt x="106" y="80"/>
                  </a:lnTo>
                  <a:lnTo>
                    <a:pt x="106" y="80"/>
                  </a:lnTo>
                  <a:lnTo>
                    <a:pt x="94" y="66"/>
                  </a:lnTo>
                  <a:lnTo>
                    <a:pt x="94" y="66"/>
                  </a:lnTo>
                  <a:lnTo>
                    <a:pt x="90" y="62"/>
                  </a:lnTo>
                  <a:lnTo>
                    <a:pt x="90" y="62"/>
                  </a:lnTo>
                  <a:lnTo>
                    <a:pt x="86" y="58"/>
                  </a:lnTo>
                  <a:lnTo>
                    <a:pt x="98" y="48"/>
                  </a:lnTo>
                  <a:lnTo>
                    <a:pt x="98" y="48"/>
                  </a:lnTo>
                  <a:lnTo>
                    <a:pt x="102" y="52"/>
                  </a:lnTo>
                  <a:lnTo>
                    <a:pt x="102" y="52"/>
                  </a:lnTo>
                  <a:lnTo>
                    <a:pt x="106" y="56"/>
                  </a:lnTo>
                  <a:lnTo>
                    <a:pt x="106" y="56"/>
                  </a:lnTo>
                  <a:close/>
                  <a:moveTo>
                    <a:pt x="120" y="222"/>
                  </a:moveTo>
                  <a:lnTo>
                    <a:pt x="122" y="222"/>
                  </a:lnTo>
                  <a:lnTo>
                    <a:pt x="122" y="222"/>
                  </a:lnTo>
                  <a:lnTo>
                    <a:pt x="130" y="212"/>
                  </a:lnTo>
                  <a:lnTo>
                    <a:pt x="138" y="202"/>
                  </a:lnTo>
                  <a:lnTo>
                    <a:pt x="138" y="202"/>
                  </a:lnTo>
                  <a:lnTo>
                    <a:pt x="144" y="192"/>
                  </a:lnTo>
                  <a:lnTo>
                    <a:pt x="150" y="180"/>
                  </a:lnTo>
                  <a:lnTo>
                    <a:pt x="150" y="180"/>
                  </a:lnTo>
                  <a:lnTo>
                    <a:pt x="154" y="168"/>
                  </a:lnTo>
                  <a:lnTo>
                    <a:pt x="154" y="168"/>
                  </a:lnTo>
                  <a:lnTo>
                    <a:pt x="156" y="156"/>
                  </a:lnTo>
                  <a:lnTo>
                    <a:pt x="156" y="156"/>
                  </a:lnTo>
                  <a:lnTo>
                    <a:pt x="158" y="144"/>
                  </a:lnTo>
                  <a:lnTo>
                    <a:pt x="158" y="144"/>
                  </a:lnTo>
                  <a:lnTo>
                    <a:pt x="160" y="130"/>
                  </a:lnTo>
                  <a:lnTo>
                    <a:pt x="160" y="130"/>
                  </a:lnTo>
                  <a:lnTo>
                    <a:pt x="158" y="118"/>
                  </a:lnTo>
                  <a:lnTo>
                    <a:pt x="158" y="118"/>
                  </a:lnTo>
                  <a:lnTo>
                    <a:pt x="156" y="106"/>
                  </a:lnTo>
                  <a:lnTo>
                    <a:pt x="156" y="106"/>
                  </a:lnTo>
                  <a:lnTo>
                    <a:pt x="154" y="94"/>
                  </a:lnTo>
                  <a:lnTo>
                    <a:pt x="154" y="94"/>
                  </a:lnTo>
                  <a:lnTo>
                    <a:pt x="150" y="82"/>
                  </a:lnTo>
                  <a:lnTo>
                    <a:pt x="150" y="82"/>
                  </a:lnTo>
                  <a:lnTo>
                    <a:pt x="144" y="70"/>
                  </a:lnTo>
                  <a:lnTo>
                    <a:pt x="138" y="60"/>
                  </a:lnTo>
                  <a:lnTo>
                    <a:pt x="138" y="60"/>
                  </a:lnTo>
                  <a:lnTo>
                    <a:pt x="130" y="48"/>
                  </a:lnTo>
                  <a:lnTo>
                    <a:pt x="122" y="40"/>
                  </a:lnTo>
                  <a:lnTo>
                    <a:pt x="122" y="40"/>
                  </a:lnTo>
                  <a:lnTo>
                    <a:pt x="118" y="36"/>
                  </a:lnTo>
                  <a:lnTo>
                    <a:pt x="118" y="36"/>
                  </a:lnTo>
                  <a:lnTo>
                    <a:pt x="116" y="34"/>
                  </a:lnTo>
                  <a:lnTo>
                    <a:pt x="128" y="26"/>
                  </a:lnTo>
                  <a:lnTo>
                    <a:pt x="128" y="26"/>
                  </a:lnTo>
                  <a:lnTo>
                    <a:pt x="130" y="28"/>
                  </a:lnTo>
                  <a:lnTo>
                    <a:pt x="130" y="28"/>
                  </a:lnTo>
                  <a:lnTo>
                    <a:pt x="132" y="30"/>
                  </a:lnTo>
                  <a:lnTo>
                    <a:pt x="132" y="30"/>
                  </a:lnTo>
                  <a:lnTo>
                    <a:pt x="142" y="40"/>
                  </a:lnTo>
                  <a:lnTo>
                    <a:pt x="150" y="52"/>
                  </a:lnTo>
                  <a:lnTo>
                    <a:pt x="150" y="52"/>
                  </a:lnTo>
                  <a:lnTo>
                    <a:pt x="158" y="64"/>
                  </a:lnTo>
                  <a:lnTo>
                    <a:pt x="164" y="76"/>
                  </a:lnTo>
                  <a:lnTo>
                    <a:pt x="164" y="76"/>
                  </a:lnTo>
                  <a:lnTo>
                    <a:pt x="168" y="90"/>
                  </a:lnTo>
                  <a:lnTo>
                    <a:pt x="170" y="104"/>
                  </a:lnTo>
                  <a:lnTo>
                    <a:pt x="170" y="104"/>
                  </a:lnTo>
                  <a:lnTo>
                    <a:pt x="172" y="116"/>
                  </a:lnTo>
                  <a:lnTo>
                    <a:pt x="174" y="130"/>
                  </a:lnTo>
                  <a:lnTo>
                    <a:pt x="174" y="130"/>
                  </a:lnTo>
                  <a:lnTo>
                    <a:pt x="172" y="144"/>
                  </a:lnTo>
                  <a:lnTo>
                    <a:pt x="170" y="158"/>
                  </a:lnTo>
                  <a:lnTo>
                    <a:pt x="170" y="158"/>
                  </a:lnTo>
                  <a:lnTo>
                    <a:pt x="168" y="172"/>
                  </a:lnTo>
                  <a:lnTo>
                    <a:pt x="164" y="184"/>
                  </a:lnTo>
                  <a:lnTo>
                    <a:pt x="164" y="184"/>
                  </a:lnTo>
                  <a:lnTo>
                    <a:pt x="158" y="198"/>
                  </a:lnTo>
                  <a:lnTo>
                    <a:pt x="150" y="210"/>
                  </a:lnTo>
                  <a:lnTo>
                    <a:pt x="150" y="210"/>
                  </a:lnTo>
                  <a:lnTo>
                    <a:pt x="142" y="220"/>
                  </a:lnTo>
                  <a:lnTo>
                    <a:pt x="132" y="232"/>
                  </a:lnTo>
                  <a:lnTo>
                    <a:pt x="120" y="222"/>
                  </a:lnTo>
                  <a:close/>
                  <a:moveTo>
                    <a:pt x="160" y="2"/>
                  </a:moveTo>
                  <a:lnTo>
                    <a:pt x="160" y="2"/>
                  </a:lnTo>
                  <a:lnTo>
                    <a:pt x="172" y="16"/>
                  </a:lnTo>
                  <a:lnTo>
                    <a:pt x="182" y="30"/>
                  </a:lnTo>
                  <a:lnTo>
                    <a:pt x="182" y="30"/>
                  </a:lnTo>
                  <a:lnTo>
                    <a:pt x="192" y="46"/>
                  </a:lnTo>
                  <a:lnTo>
                    <a:pt x="200" y="62"/>
                  </a:lnTo>
                  <a:lnTo>
                    <a:pt x="200" y="62"/>
                  </a:lnTo>
                  <a:lnTo>
                    <a:pt x="206" y="78"/>
                  </a:lnTo>
                  <a:lnTo>
                    <a:pt x="210" y="96"/>
                  </a:lnTo>
                  <a:lnTo>
                    <a:pt x="210" y="96"/>
                  </a:lnTo>
                  <a:lnTo>
                    <a:pt x="212" y="114"/>
                  </a:lnTo>
                  <a:lnTo>
                    <a:pt x="212" y="130"/>
                  </a:lnTo>
                  <a:lnTo>
                    <a:pt x="212" y="130"/>
                  </a:lnTo>
                  <a:lnTo>
                    <a:pt x="212" y="148"/>
                  </a:lnTo>
                  <a:lnTo>
                    <a:pt x="210" y="164"/>
                  </a:lnTo>
                  <a:lnTo>
                    <a:pt x="210" y="164"/>
                  </a:lnTo>
                  <a:lnTo>
                    <a:pt x="206" y="180"/>
                  </a:lnTo>
                  <a:lnTo>
                    <a:pt x="200" y="198"/>
                  </a:lnTo>
                  <a:lnTo>
                    <a:pt x="200" y="198"/>
                  </a:lnTo>
                  <a:lnTo>
                    <a:pt x="194" y="212"/>
                  </a:lnTo>
                  <a:lnTo>
                    <a:pt x="184" y="228"/>
                  </a:lnTo>
                  <a:lnTo>
                    <a:pt x="184" y="228"/>
                  </a:lnTo>
                  <a:lnTo>
                    <a:pt x="174" y="242"/>
                  </a:lnTo>
                  <a:lnTo>
                    <a:pt x="162" y="256"/>
                  </a:lnTo>
                  <a:lnTo>
                    <a:pt x="152" y="248"/>
                  </a:lnTo>
                  <a:lnTo>
                    <a:pt x="152" y="248"/>
                  </a:lnTo>
                  <a:lnTo>
                    <a:pt x="162" y="236"/>
                  </a:lnTo>
                  <a:lnTo>
                    <a:pt x="162" y="236"/>
                  </a:lnTo>
                  <a:lnTo>
                    <a:pt x="170" y="224"/>
                  </a:lnTo>
                  <a:lnTo>
                    <a:pt x="170" y="224"/>
                  </a:lnTo>
                  <a:lnTo>
                    <a:pt x="178" y="210"/>
                  </a:lnTo>
                  <a:lnTo>
                    <a:pt x="186" y="194"/>
                  </a:lnTo>
                  <a:lnTo>
                    <a:pt x="186" y="194"/>
                  </a:lnTo>
                  <a:lnTo>
                    <a:pt x="192" y="178"/>
                  </a:lnTo>
                  <a:lnTo>
                    <a:pt x="192" y="178"/>
                  </a:lnTo>
                  <a:lnTo>
                    <a:pt x="196" y="162"/>
                  </a:lnTo>
                  <a:lnTo>
                    <a:pt x="196" y="162"/>
                  </a:lnTo>
                  <a:lnTo>
                    <a:pt x="198" y="146"/>
                  </a:lnTo>
                  <a:lnTo>
                    <a:pt x="198" y="146"/>
                  </a:lnTo>
                  <a:lnTo>
                    <a:pt x="198" y="130"/>
                  </a:lnTo>
                  <a:lnTo>
                    <a:pt x="198" y="130"/>
                  </a:lnTo>
                  <a:lnTo>
                    <a:pt x="198" y="114"/>
                  </a:lnTo>
                  <a:lnTo>
                    <a:pt x="198" y="114"/>
                  </a:lnTo>
                  <a:lnTo>
                    <a:pt x="196" y="98"/>
                  </a:lnTo>
                  <a:lnTo>
                    <a:pt x="196" y="98"/>
                  </a:lnTo>
                  <a:lnTo>
                    <a:pt x="192" y="82"/>
                  </a:lnTo>
                  <a:lnTo>
                    <a:pt x="192" y="82"/>
                  </a:lnTo>
                  <a:lnTo>
                    <a:pt x="186" y="68"/>
                  </a:lnTo>
                  <a:lnTo>
                    <a:pt x="186" y="68"/>
                  </a:lnTo>
                  <a:lnTo>
                    <a:pt x="178" y="52"/>
                  </a:lnTo>
                  <a:lnTo>
                    <a:pt x="178" y="52"/>
                  </a:lnTo>
                  <a:lnTo>
                    <a:pt x="170" y="38"/>
                  </a:lnTo>
                  <a:lnTo>
                    <a:pt x="170" y="38"/>
                  </a:lnTo>
                  <a:lnTo>
                    <a:pt x="160" y="24"/>
                  </a:lnTo>
                  <a:lnTo>
                    <a:pt x="148" y="12"/>
                  </a:lnTo>
                  <a:lnTo>
                    <a:pt x="148" y="12"/>
                  </a:lnTo>
                  <a:lnTo>
                    <a:pt x="148" y="10"/>
                  </a:lnTo>
                  <a:lnTo>
                    <a:pt x="148" y="10"/>
                  </a:lnTo>
                  <a:lnTo>
                    <a:pt x="148" y="10"/>
                  </a:lnTo>
                  <a:lnTo>
                    <a:pt x="158" y="0"/>
                  </a:lnTo>
                  <a:lnTo>
                    <a:pt x="158" y="0"/>
                  </a:lnTo>
                  <a:lnTo>
                    <a:pt x="158" y="2"/>
                  </a:lnTo>
                  <a:lnTo>
                    <a:pt x="158" y="2"/>
                  </a:lnTo>
                  <a:lnTo>
                    <a:pt x="160" y="2"/>
                  </a:lnTo>
                  <a:lnTo>
                    <a:pt x="160" y="2"/>
                  </a:ln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3" name="Freeform 131"/>
            <p:cNvSpPr>
              <a:spLocks noChangeAspect="1" noEditPoints="1"/>
            </p:cNvSpPr>
            <p:nvPr/>
          </p:nvSpPr>
          <p:spPr bwMode="auto">
            <a:xfrm>
              <a:off x="4576419" y="3479171"/>
              <a:ext cx="340241" cy="267244"/>
            </a:xfrm>
            <a:custGeom>
              <a:avLst/>
              <a:gdLst>
                <a:gd name="T0" fmla="*/ 62 w 275"/>
                <a:gd name="T1" fmla="*/ 5 h 216"/>
                <a:gd name="T2" fmla="*/ 62 w 275"/>
                <a:gd name="T3" fmla="*/ 212 h 216"/>
                <a:gd name="T4" fmla="*/ 0 w 275"/>
                <a:gd name="T5" fmla="*/ 212 h 216"/>
                <a:gd name="T6" fmla="*/ 0 w 275"/>
                <a:gd name="T7" fmla="*/ 5 h 216"/>
                <a:gd name="T8" fmla="*/ 62 w 275"/>
                <a:gd name="T9" fmla="*/ 5 h 216"/>
                <a:gd name="T10" fmla="*/ 50 w 275"/>
                <a:gd name="T11" fmla="*/ 29 h 216"/>
                <a:gd name="T12" fmla="*/ 12 w 275"/>
                <a:gd name="T13" fmla="*/ 29 h 216"/>
                <a:gd name="T14" fmla="*/ 12 w 275"/>
                <a:gd name="T15" fmla="*/ 41 h 216"/>
                <a:gd name="T16" fmla="*/ 50 w 275"/>
                <a:gd name="T17" fmla="*/ 41 h 216"/>
                <a:gd name="T18" fmla="*/ 50 w 275"/>
                <a:gd name="T19" fmla="*/ 29 h 216"/>
                <a:gd name="T20" fmla="*/ 50 w 275"/>
                <a:gd name="T21" fmla="*/ 53 h 216"/>
                <a:gd name="T22" fmla="*/ 12 w 275"/>
                <a:gd name="T23" fmla="*/ 53 h 216"/>
                <a:gd name="T24" fmla="*/ 12 w 275"/>
                <a:gd name="T25" fmla="*/ 66 h 216"/>
                <a:gd name="T26" fmla="*/ 50 w 275"/>
                <a:gd name="T27" fmla="*/ 66 h 216"/>
                <a:gd name="T28" fmla="*/ 50 w 275"/>
                <a:gd name="T29" fmla="*/ 53 h 216"/>
                <a:gd name="T30" fmla="*/ 134 w 275"/>
                <a:gd name="T31" fmla="*/ 5 h 216"/>
                <a:gd name="T32" fmla="*/ 134 w 275"/>
                <a:gd name="T33" fmla="*/ 212 h 216"/>
                <a:gd name="T34" fmla="*/ 74 w 275"/>
                <a:gd name="T35" fmla="*/ 212 h 216"/>
                <a:gd name="T36" fmla="*/ 74 w 275"/>
                <a:gd name="T37" fmla="*/ 5 h 216"/>
                <a:gd name="T38" fmla="*/ 134 w 275"/>
                <a:gd name="T39" fmla="*/ 5 h 216"/>
                <a:gd name="T40" fmla="*/ 122 w 275"/>
                <a:gd name="T41" fmla="*/ 29 h 216"/>
                <a:gd name="T42" fmla="*/ 86 w 275"/>
                <a:gd name="T43" fmla="*/ 29 h 216"/>
                <a:gd name="T44" fmla="*/ 86 w 275"/>
                <a:gd name="T45" fmla="*/ 41 h 216"/>
                <a:gd name="T46" fmla="*/ 122 w 275"/>
                <a:gd name="T47" fmla="*/ 41 h 216"/>
                <a:gd name="T48" fmla="*/ 122 w 275"/>
                <a:gd name="T49" fmla="*/ 29 h 216"/>
                <a:gd name="T50" fmla="*/ 122 w 275"/>
                <a:gd name="T51" fmla="*/ 53 h 216"/>
                <a:gd name="T52" fmla="*/ 86 w 275"/>
                <a:gd name="T53" fmla="*/ 53 h 216"/>
                <a:gd name="T54" fmla="*/ 86 w 275"/>
                <a:gd name="T55" fmla="*/ 66 h 216"/>
                <a:gd name="T56" fmla="*/ 122 w 275"/>
                <a:gd name="T57" fmla="*/ 66 h 216"/>
                <a:gd name="T58" fmla="*/ 122 w 275"/>
                <a:gd name="T59" fmla="*/ 53 h 216"/>
                <a:gd name="T60" fmla="*/ 275 w 275"/>
                <a:gd name="T61" fmla="*/ 195 h 216"/>
                <a:gd name="T62" fmla="*/ 218 w 275"/>
                <a:gd name="T63" fmla="*/ 216 h 216"/>
                <a:gd name="T64" fmla="*/ 147 w 275"/>
                <a:gd name="T65" fmla="*/ 21 h 216"/>
                <a:gd name="T66" fmla="*/ 204 w 275"/>
                <a:gd name="T67" fmla="*/ 0 h 216"/>
                <a:gd name="T68" fmla="*/ 275 w 275"/>
                <a:gd name="T69" fmla="*/ 195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75" h="216">
                  <a:moveTo>
                    <a:pt x="62" y="5"/>
                  </a:moveTo>
                  <a:lnTo>
                    <a:pt x="62" y="212"/>
                  </a:lnTo>
                  <a:lnTo>
                    <a:pt x="0" y="212"/>
                  </a:lnTo>
                  <a:lnTo>
                    <a:pt x="0" y="5"/>
                  </a:lnTo>
                  <a:lnTo>
                    <a:pt x="62" y="5"/>
                  </a:lnTo>
                  <a:close/>
                  <a:moveTo>
                    <a:pt x="50" y="29"/>
                  </a:moveTo>
                  <a:lnTo>
                    <a:pt x="12" y="29"/>
                  </a:lnTo>
                  <a:lnTo>
                    <a:pt x="12" y="41"/>
                  </a:lnTo>
                  <a:lnTo>
                    <a:pt x="50" y="41"/>
                  </a:lnTo>
                  <a:lnTo>
                    <a:pt x="50" y="29"/>
                  </a:lnTo>
                  <a:close/>
                  <a:moveTo>
                    <a:pt x="50" y="53"/>
                  </a:moveTo>
                  <a:lnTo>
                    <a:pt x="12" y="53"/>
                  </a:lnTo>
                  <a:lnTo>
                    <a:pt x="12" y="66"/>
                  </a:lnTo>
                  <a:lnTo>
                    <a:pt x="50" y="66"/>
                  </a:lnTo>
                  <a:lnTo>
                    <a:pt x="50" y="53"/>
                  </a:lnTo>
                  <a:close/>
                  <a:moveTo>
                    <a:pt x="134" y="5"/>
                  </a:moveTo>
                  <a:lnTo>
                    <a:pt x="134" y="212"/>
                  </a:lnTo>
                  <a:lnTo>
                    <a:pt x="74" y="212"/>
                  </a:lnTo>
                  <a:lnTo>
                    <a:pt x="74" y="5"/>
                  </a:lnTo>
                  <a:lnTo>
                    <a:pt x="134" y="5"/>
                  </a:lnTo>
                  <a:close/>
                  <a:moveTo>
                    <a:pt x="122" y="29"/>
                  </a:moveTo>
                  <a:lnTo>
                    <a:pt x="86" y="29"/>
                  </a:lnTo>
                  <a:lnTo>
                    <a:pt x="86" y="41"/>
                  </a:lnTo>
                  <a:lnTo>
                    <a:pt x="122" y="41"/>
                  </a:lnTo>
                  <a:lnTo>
                    <a:pt x="122" y="29"/>
                  </a:lnTo>
                  <a:close/>
                  <a:moveTo>
                    <a:pt x="122" y="53"/>
                  </a:moveTo>
                  <a:lnTo>
                    <a:pt x="86" y="53"/>
                  </a:lnTo>
                  <a:lnTo>
                    <a:pt x="86" y="66"/>
                  </a:lnTo>
                  <a:lnTo>
                    <a:pt x="122" y="66"/>
                  </a:lnTo>
                  <a:lnTo>
                    <a:pt x="122" y="53"/>
                  </a:lnTo>
                  <a:close/>
                  <a:moveTo>
                    <a:pt x="275" y="195"/>
                  </a:moveTo>
                  <a:lnTo>
                    <a:pt x="218" y="216"/>
                  </a:lnTo>
                  <a:lnTo>
                    <a:pt x="147" y="21"/>
                  </a:lnTo>
                  <a:lnTo>
                    <a:pt x="204" y="0"/>
                  </a:lnTo>
                  <a:lnTo>
                    <a:pt x="275" y="195"/>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4" name="Group 63"/>
            <p:cNvGrpSpPr/>
            <p:nvPr/>
          </p:nvGrpSpPr>
          <p:grpSpPr>
            <a:xfrm>
              <a:off x="5817717" y="1990739"/>
              <a:ext cx="256972" cy="381312"/>
              <a:chOff x="8785977" y="2372203"/>
              <a:chExt cx="482479" cy="715935"/>
            </a:xfrm>
            <a:solidFill>
              <a:srgbClr val="0072C6"/>
            </a:solidFill>
          </p:grpSpPr>
          <p:sp>
            <p:nvSpPr>
              <p:cNvPr id="83" name="Freeform 28"/>
              <p:cNvSpPr>
                <a:spLocks noEditPoints="1"/>
              </p:cNvSpPr>
              <p:nvPr/>
            </p:nvSpPr>
            <p:spPr bwMode="auto">
              <a:xfrm>
                <a:off x="8785977" y="2372203"/>
                <a:ext cx="482479" cy="715935"/>
              </a:xfrm>
              <a:custGeom>
                <a:avLst/>
                <a:gdLst>
                  <a:gd name="T0" fmla="*/ 90 w 93"/>
                  <a:gd name="T1" fmla="*/ 34 h 138"/>
                  <a:gd name="T2" fmla="*/ 86 w 93"/>
                  <a:gd name="T3" fmla="*/ 23 h 138"/>
                  <a:gd name="T4" fmla="*/ 79 w 93"/>
                  <a:gd name="T5" fmla="*/ 13 h 138"/>
                  <a:gd name="T6" fmla="*/ 69 w 93"/>
                  <a:gd name="T7" fmla="*/ 6 h 138"/>
                  <a:gd name="T8" fmla="*/ 58 w 93"/>
                  <a:gd name="T9" fmla="*/ 2 h 138"/>
                  <a:gd name="T10" fmla="*/ 46 w 93"/>
                  <a:gd name="T11" fmla="*/ 0 h 138"/>
                  <a:gd name="T12" fmla="*/ 35 w 93"/>
                  <a:gd name="T13" fmla="*/ 2 h 138"/>
                  <a:gd name="T14" fmla="*/ 24 w 93"/>
                  <a:gd name="T15" fmla="*/ 6 h 138"/>
                  <a:gd name="T16" fmla="*/ 14 w 93"/>
                  <a:gd name="T17" fmla="*/ 13 h 138"/>
                  <a:gd name="T18" fmla="*/ 7 w 93"/>
                  <a:gd name="T19" fmla="*/ 23 h 138"/>
                  <a:gd name="T20" fmla="*/ 2 w 93"/>
                  <a:gd name="T21" fmla="*/ 34 h 138"/>
                  <a:gd name="T22" fmla="*/ 0 w 93"/>
                  <a:gd name="T23" fmla="*/ 46 h 138"/>
                  <a:gd name="T24" fmla="*/ 2 w 93"/>
                  <a:gd name="T25" fmla="*/ 57 h 138"/>
                  <a:gd name="T26" fmla="*/ 7 w 93"/>
                  <a:gd name="T27" fmla="*/ 68 h 138"/>
                  <a:gd name="T28" fmla="*/ 14 w 93"/>
                  <a:gd name="T29" fmla="*/ 79 h 138"/>
                  <a:gd name="T30" fmla="*/ 21 w 93"/>
                  <a:gd name="T31" fmla="*/ 138 h 138"/>
                  <a:gd name="T32" fmla="*/ 71 w 93"/>
                  <a:gd name="T33" fmla="*/ 138 h 138"/>
                  <a:gd name="T34" fmla="*/ 79 w 93"/>
                  <a:gd name="T35" fmla="*/ 79 h 138"/>
                  <a:gd name="T36" fmla="*/ 86 w 93"/>
                  <a:gd name="T37" fmla="*/ 68 h 138"/>
                  <a:gd name="T38" fmla="*/ 90 w 93"/>
                  <a:gd name="T39" fmla="*/ 57 h 138"/>
                  <a:gd name="T40" fmla="*/ 93 w 93"/>
                  <a:gd name="T41" fmla="*/ 46 h 138"/>
                  <a:gd name="T42" fmla="*/ 46 w 93"/>
                  <a:gd name="T43" fmla="*/ 72 h 138"/>
                  <a:gd name="T44" fmla="*/ 41 w 93"/>
                  <a:gd name="T45" fmla="*/ 72 h 138"/>
                  <a:gd name="T46" fmla="*/ 32 w 93"/>
                  <a:gd name="T47" fmla="*/ 67 h 138"/>
                  <a:gd name="T48" fmla="*/ 25 w 93"/>
                  <a:gd name="T49" fmla="*/ 61 h 138"/>
                  <a:gd name="T50" fmla="*/ 21 w 93"/>
                  <a:gd name="T51" fmla="*/ 52 h 138"/>
                  <a:gd name="T52" fmla="*/ 20 w 93"/>
                  <a:gd name="T53" fmla="*/ 47 h 138"/>
                  <a:gd name="T54" fmla="*/ 23 w 93"/>
                  <a:gd name="T55" fmla="*/ 37 h 138"/>
                  <a:gd name="T56" fmla="*/ 28 w 93"/>
                  <a:gd name="T57" fmla="*/ 29 h 138"/>
                  <a:gd name="T58" fmla="*/ 36 w 93"/>
                  <a:gd name="T59" fmla="*/ 23 h 138"/>
                  <a:gd name="T60" fmla="*/ 46 w 93"/>
                  <a:gd name="T61" fmla="*/ 21 h 138"/>
                  <a:gd name="T62" fmla="*/ 52 w 93"/>
                  <a:gd name="T63" fmla="*/ 22 h 138"/>
                  <a:gd name="T64" fmla="*/ 61 w 93"/>
                  <a:gd name="T65" fmla="*/ 26 h 138"/>
                  <a:gd name="T66" fmla="*/ 68 w 93"/>
                  <a:gd name="T67" fmla="*/ 32 h 138"/>
                  <a:gd name="T68" fmla="*/ 71 w 93"/>
                  <a:gd name="T69" fmla="*/ 41 h 138"/>
                  <a:gd name="T70" fmla="*/ 72 w 93"/>
                  <a:gd name="T71" fmla="*/ 47 h 138"/>
                  <a:gd name="T72" fmla="*/ 70 w 93"/>
                  <a:gd name="T73" fmla="*/ 56 h 138"/>
                  <a:gd name="T74" fmla="*/ 64 w 93"/>
                  <a:gd name="T75" fmla="*/ 65 h 138"/>
                  <a:gd name="T76" fmla="*/ 56 w 93"/>
                  <a:gd name="T77" fmla="*/ 70 h 138"/>
                  <a:gd name="T78" fmla="*/ 46 w 93"/>
                  <a:gd name="T79" fmla="*/ 7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3" h="138">
                    <a:moveTo>
                      <a:pt x="80" y="41"/>
                    </a:moveTo>
                    <a:lnTo>
                      <a:pt x="90" y="34"/>
                    </a:lnTo>
                    <a:lnTo>
                      <a:pt x="78" y="32"/>
                    </a:lnTo>
                    <a:lnTo>
                      <a:pt x="86" y="23"/>
                    </a:lnTo>
                    <a:lnTo>
                      <a:pt x="73" y="24"/>
                    </a:lnTo>
                    <a:lnTo>
                      <a:pt x="79" y="13"/>
                    </a:lnTo>
                    <a:lnTo>
                      <a:pt x="68" y="19"/>
                    </a:lnTo>
                    <a:lnTo>
                      <a:pt x="69" y="6"/>
                    </a:lnTo>
                    <a:lnTo>
                      <a:pt x="60" y="14"/>
                    </a:lnTo>
                    <a:lnTo>
                      <a:pt x="58" y="2"/>
                    </a:lnTo>
                    <a:lnTo>
                      <a:pt x="51" y="12"/>
                    </a:lnTo>
                    <a:lnTo>
                      <a:pt x="46" y="0"/>
                    </a:lnTo>
                    <a:lnTo>
                      <a:pt x="42" y="12"/>
                    </a:lnTo>
                    <a:lnTo>
                      <a:pt x="35" y="2"/>
                    </a:lnTo>
                    <a:lnTo>
                      <a:pt x="33" y="14"/>
                    </a:lnTo>
                    <a:lnTo>
                      <a:pt x="24" y="6"/>
                    </a:lnTo>
                    <a:lnTo>
                      <a:pt x="25" y="19"/>
                    </a:lnTo>
                    <a:lnTo>
                      <a:pt x="14" y="13"/>
                    </a:lnTo>
                    <a:lnTo>
                      <a:pt x="19" y="24"/>
                    </a:lnTo>
                    <a:lnTo>
                      <a:pt x="7" y="23"/>
                    </a:lnTo>
                    <a:lnTo>
                      <a:pt x="15" y="32"/>
                    </a:lnTo>
                    <a:lnTo>
                      <a:pt x="2" y="34"/>
                    </a:lnTo>
                    <a:lnTo>
                      <a:pt x="12" y="41"/>
                    </a:lnTo>
                    <a:lnTo>
                      <a:pt x="0" y="46"/>
                    </a:lnTo>
                    <a:lnTo>
                      <a:pt x="12" y="50"/>
                    </a:lnTo>
                    <a:lnTo>
                      <a:pt x="2" y="57"/>
                    </a:lnTo>
                    <a:lnTo>
                      <a:pt x="15" y="59"/>
                    </a:lnTo>
                    <a:lnTo>
                      <a:pt x="7" y="68"/>
                    </a:lnTo>
                    <a:lnTo>
                      <a:pt x="19" y="67"/>
                    </a:lnTo>
                    <a:lnTo>
                      <a:pt x="14" y="79"/>
                    </a:lnTo>
                    <a:lnTo>
                      <a:pt x="21" y="75"/>
                    </a:lnTo>
                    <a:lnTo>
                      <a:pt x="21" y="138"/>
                    </a:lnTo>
                    <a:lnTo>
                      <a:pt x="46" y="113"/>
                    </a:lnTo>
                    <a:lnTo>
                      <a:pt x="71" y="138"/>
                    </a:lnTo>
                    <a:lnTo>
                      <a:pt x="71" y="75"/>
                    </a:lnTo>
                    <a:lnTo>
                      <a:pt x="79" y="79"/>
                    </a:lnTo>
                    <a:lnTo>
                      <a:pt x="73" y="67"/>
                    </a:lnTo>
                    <a:lnTo>
                      <a:pt x="86" y="68"/>
                    </a:lnTo>
                    <a:lnTo>
                      <a:pt x="78" y="59"/>
                    </a:lnTo>
                    <a:lnTo>
                      <a:pt x="90" y="57"/>
                    </a:lnTo>
                    <a:lnTo>
                      <a:pt x="80" y="50"/>
                    </a:lnTo>
                    <a:lnTo>
                      <a:pt x="93" y="46"/>
                    </a:lnTo>
                    <a:lnTo>
                      <a:pt x="80" y="41"/>
                    </a:lnTo>
                    <a:close/>
                    <a:moveTo>
                      <a:pt x="46" y="72"/>
                    </a:moveTo>
                    <a:lnTo>
                      <a:pt x="46" y="72"/>
                    </a:lnTo>
                    <a:lnTo>
                      <a:pt x="41" y="72"/>
                    </a:lnTo>
                    <a:lnTo>
                      <a:pt x="36" y="70"/>
                    </a:lnTo>
                    <a:lnTo>
                      <a:pt x="32" y="67"/>
                    </a:lnTo>
                    <a:lnTo>
                      <a:pt x="28" y="65"/>
                    </a:lnTo>
                    <a:lnTo>
                      <a:pt x="25" y="61"/>
                    </a:lnTo>
                    <a:lnTo>
                      <a:pt x="23" y="56"/>
                    </a:lnTo>
                    <a:lnTo>
                      <a:pt x="21" y="52"/>
                    </a:lnTo>
                    <a:lnTo>
                      <a:pt x="20" y="47"/>
                    </a:lnTo>
                    <a:lnTo>
                      <a:pt x="20" y="47"/>
                    </a:lnTo>
                    <a:lnTo>
                      <a:pt x="21" y="41"/>
                    </a:lnTo>
                    <a:lnTo>
                      <a:pt x="23" y="37"/>
                    </a:lnTo>
                    <a:lnTo>
                      <a:pt x="25" y="32"/>
                    </a:lnTo>
                    <a:lnTo>
                      <a:pt x="28" y="29"/>
                    </a:lnTo>
                    <a:lnTo>
                      <a:pt x="32" y="26"/>
                    </a:lnTo>
                    <a:lnTo>
                      <a:pt x="36" y="23"/>
                    </a:lnTo>
                    <a:lnTo>
                      <a:pt x="41" y="22"/>
                    </a:lnTo>
                    <a:lnTo>
                      <a:pt x="46" y="21"/>
                    </a:lnTo>
                    <a:lnTo>
                      <a:pt x="46" y="21"/>
                    </a:lnTo>
                    <a:lnTo>
                      <a:pt x="52" y="22"/>
                    </a:lnTo>
                    <a:lnTo>
                      <a:pt x="56" y="23"/>
                    </a:lnTo>
                    <a:lnTo>
                      <a:pt x="61" y="26"/>
                    </a:lnTo>
                    <a:lnTo>
                      <a:pt x="64" y="29"/>
                    </a:lnTo>
                    <a:lnTo>
                      <a:pt x="68" y="32"/>
                    </a:lnTo>
                    <a:lnTo>
                      <a:pt x="70" y="37"/>
                    </a:lnTo>
                    <a:lnTo>
                      <a:pt x="71" y="41"/>
                    </a:lnTo>
                    <a:lnTo>
                      <a:pt x="72" y="47"/>
                    </a:lnTo>
                    <a:lnTo>
                      <a:pt x="72" y="47"/>
                    </a:lnTo>
                    <a:lnTo>
                      <a:pt x="71" y="52"/>
                    </a:lnTo>
                    <a:lnTo>
                      <a:pt x="70" y="56"/>
                    </a:lnTo>
                    <a:lnTo>
                      <a:pt x="68" y="61"/>
                    </a:lnTo>
                    <a:lnTo>
                      <a:pt x="64" y="65"/>
                    </a:lnTo>
                    <a:lnTo>
                      <a:pt x="61" y="67"/>
                    </a:lnTo>
                    <a:lnTo>
                      <a:pt x="56" y="70"/>
                    </a:lnTo>
                    <a:lnTo>
                      <a:pt x="52" y="72"/>
                    </a:lnTo>
                    <a:lnTo>
                      <a:pt x="46" y="72"/>
                    </a:lnTo>
                    <a:lnTo>
                      <a:pt x="46" y="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4" name="Freeform 29"/>
              <p:cNvSpPr>
                <a:spLocks/>
              </p:cNvSpPr>
              <p:nvPr/>
            </p:nvSpPr>
            <p:spPr bwMode="auto">
              <a:xfrm>
                <a:off x="8926053" y="2517465"/>
                <a:ext cx="197141" cy="197141"/>
              </a:xfrm>
              <a:custGeom>
                <a:avLst/>
                <a:gdLst>
                  <a:gd name="T0" fmla="*/ 19 w 38"/>
                  <a:gd name="T1" fmla="*/ 0 h 38"/>
                  <a:gd name="T2" fmla="*/ 19 w 38"/>
                  <a:gd name="T3" fmla="*/ 0 h 38"/>
                  <a:gd name="T4" fmla="*/ 16 w 38"/>
                  <a:gd name="T5" fmla="*/ 0 h 38"/>
                  <a:gd name="T6" fmla="*/ 11 w 38"/>
                  <a:gd name="T7" fmla="*/ 1 h 38"/>
                  <a:gd name="T8" fmla="*/ 9 w 38"/>
                  <a:gd name="T9" fmla="*/ 3 h 38"/>
                  <a:gd name="T10" fmla="*/ 6 w 38"/>
                  <a:gd name="T11" fmla="*/ 6 h 38"/>
                  <a:gd name="T12" fmla="*/ 4 w 38"/>
                  <a:gd name="T13" fmla="*/ 8 h 38"/>
                  <a:gd name="T14" fmla="*/ 1 w 38"/>
                  <a:gd name="T15" fmla="*/ 11 h 38"/>
                  <a:gd name="T16" fmla="*/ 0 w 38"/>
                  <a:gd name="T17" fmla="*/ 15 h 38"/>
                  <a:gd name="T18" fmla="*/ 0 w 38"/>
                  <a:gd name="T19" fmla="*/ 19 h 38"/>
                  <a:gd name="T20" fmla="*/ 0 w 38"/>
                  <a:gd name="T21" fmla="*/ 19 h 38"/>
                  <a:gd name="T22" fmla="*/ 0 w 38"/>
                  <a:gd name="T23" fmla="*/ 22 h 38"/>
                  <a:gd name="T24" fmla="*/ 1 w 38"/>
                  <a:gd name="T25" fmla="*/ 26 h 38"/>
                  <a:gd name="T26" fmla="*/ 4 w 38"/>
                  <a:gd name="T27" fmla="*/ 29 h 38"/>
                  <a:gd name="T28" fmla="*/ 6 w 38"/>
                  <a:gd name="T29" fmla="*/ 33 h 38"/>
                  <a:gd name="T30" fmla="*/ 9 w 38"/>
                  <a:gd name="T31" fmla="*/ 35 h 38"/>
                  <a:gd name="T32" fmla="*/ 11 w 38"/>
                  <a:gd name="T33" fmla="*/ 36 h 38"/>
                  <a:gd name="T34" fmla="*/ 16 w 38"/>
                  <a:gd name="T35" fmla="*/ 37 h 38"/>
                  <a:gd name="T36" fmla="*/ 19 w 38"/>
                  <a:gd name="T37" fmla="*/ 38 h 38"/>
                  <a:gd name="T38" fmla="*/ 19 w 38"/>
                  <a:gd name="T39" fmla="*/ 38 h 38"/>
                  <a:gd name="T40" fmla="*/ 23 w 38"/>
                  <a:gd name="T41" fmla="*/ 37 h 38"/>
                  <a:gd name="T42" fmla="*/ 27 w 38"/>
                  <a:gd name="T43" fmla="*/ 36 h 38"/>
                  <a:gd name="T44" fmla="*/ 29 w 38"/>
                  <a:gd name="T45" fmla="*/ 35 h 38"/>
                  <a:gd name="T46" fmla="*/ 33 w 38"/>
                  <a:gd name="T47" fmla="*/ 33 h 38"/>
                  <a:gd name="T48" fmla="*/ 35 w 38"/>
                  <a:gd name="T49" fmla="*/ 29 h 38"/>
                  <a:gd name="T50" fmla="*/ 37 w 38"/>
                  <a:gd name="T51" fmla="*/ 26 h 38"/>
                  <a:gd name="T52" fmla="*/ 38 w 38"/>
                  <a:gd name="T53" fmla="*/ 22 h 38"/>
                  <a:gd name="T54" fmla="*/ 38 w 38"/>
                  <a:gd name="T55" fmla="*/ 19 h 38"/>
                  <a:gd name="T56" fmla="*/ 38 w 38"/>
                  <a:gd name="T57" fmla="*/ 19 h 38"/>
                  <a:gd name="T58" fmla="*/ 38 w 38"/>
                  <a:gd name="T59" fmla="*/ 15 h 38"/>
                  <a:gd name="T60" fmla="*/ 37 w 38"/>
                  <a:gd name="T61" fmla="*/ 11 h 38"/>
                  <a:gd name="T62" fmla="*/ 35 w 38"/>
                  <a:gd name="T63" fmla="*/ 8 h 38"/>
                  <a:gd name="T64" fmla="*/ 33 w 38"/>
                  <a:gd name="T65" fmla="*/ 6 h 38"/>
                  <a:gd name="T66" fmla="*/ 29 w 38"/>
                  <a:gd name="T67" fmla="*/ 3 h 38"/>
                  <a:gd name="T68" fmla="*/ 27 w 38"/>
                  <a:gd name="T69" fmla="*/ 1 h 38"/>
                  <a:gd name="T70" fmla="*/ 23 w 38"/>
                  <a:gd name="T71" fmla="*/ 0 h 38"/>
                  <a:gd name="T72" fmla="*/ 19 w 38"/>
                  <a:gd name="T73" fmla="*/ 0 h 38"/>
                  <a:gd name="T74" fmla="*/ 19 w 38"/>
                  <a:gd name="T75"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8" h="38">
                    <a:moveTo>
                      <a:pt x="19" y="0"/>
                    </a:moveTo>
                    <a:lnTo>
                      <a:pt x="19" y="0"/>
                    </a:lnTo>
                    <a:lnTo>
                      <a:pt x="16" y="0"/>
                    </a:lnTo>
                    <a:lnTo>
                      <a:pt x="11" y="1"/>
                    </a:lnTo>
                    <a:lnTo>
                      <a:pt x="9" y="3"/>
                    </a:lnTo>
                    <a:lnTo>
                      <a:pt x="6" y="6"/>
                    </a:lnTo>
                    <a:lnTo>
                      <a:pt x="4" y="8"/>
                    </a:lnTo>
                    <a:lnTo>
                      <a:pt x="1" y="11"/>
                    </a:lnTo>
                    <a:lnTo>
                      <a:pt x="0" y="15"/>
                    </a:lnTo>
                    <a:lnTo>
                      <a:pt x="0" y="19"/>
                    </a:lnTo>
                    <a:lnTo>
                      <a:pt x="0" y="19"/>
                    </a:lnTo>
                    <a:lnTo>
                      <a:pt x="0" y="22"/>
                    </a:lnTo>
                    <a:lnTo>
                      <a:pt x="1" y="26"/>
                    </a:lnTo>
                    <a:lnTo>
                      <a:pt x="4" y="29"/>
                    </a:lnTo>
                    <a:lnTo>
                      <a:pt x="6" y="33"/>
                    </a:lnTo>
                    <a:lnTo>
                      <a:pt x="9" y="35"/>
                    </a:lnTo>
                    <a:lnTo>
                      <a:pt x="11" y="36"/>
                    </a:lnTo>
                    <a:lnTo>
                      <a:pt x="16" y="37"/>
                    </a:lnTo>
                    <a:lnTo>
                      <a:pt x="19" y="38"/>
                    </a:lnTo>
                    <a:lnTo>
                      <a:pt x="19" y="38"/>
                    </a:lnTo>
                    <a:lnTo>
                      <a:pt x="23" y="37"/>
                    </a:lnTo>
                    <a:lnTo>
                      <a:pt x="27" y="36"/>
                    </a:lnTo>
                    <a:lnTo>
                      <a:pt x="29" y="35"/>
                    </a:lnTo>
                    <a:lnTo>
                      <a:pt x="33" y="33"/>
                    </a:lnTo>
                    <a:lnTo>
                      <a:pt x="35" y="29"/>
                    </a:lnTo>
                    <a:lnTo>
                      <a:pt x="37" y="26"/>
                    </a:lnTo>
                    <a:lnTo>
                      <a:pt x="38" y="22"/>
                    </a:lnTo>
                    <a:lnTo>
                      <a:pt x="38" y="19"/>
                    </a:lnTo>
                    <a:lnTo>
                      <a:pt x="38" y="19"/>
                    </a:lnTo>
                    <a:lnTo>
                      <a:pt x="38" y="15"/>
                    </a:lnTo>
                    <a:lnTo>
                      <a:pt x="37" y="11"/>
                    </a:lnTo>
                    <a:lnTo>
                      <a:pt x="35" y="8"/>
                    </a:lnTo>
                    <a:lnTo>
                      <a:pt x="33" y="6"/>
                    </a:lnTo>
                    <a:lnTo>
                      <a:pt x="29" y="3"/>
                    </a:lnTo>
                    <a:lnTo>
                      <a:pt x="27" y="1"/>
                    </a:lnTo>
                    <a:lnTo>
                      <a:pt x="23" y="0"/>
                    </a:lnTo>
                    <a:lnTo>
                      <a:pt x="19" y="0"/>
                    </a:lnTo>
                    <a:lnTo>
                      <a:pt x="1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5" name="Group 64"/>
            <p:cNvGrpSpPr>
              <a:grpSpLocks noChangeAspect="1"/>
            </p:cNvGrpSpPr>
            <p:nvPr/>
          </p:nvGrpSpPr>
          <p:grpSpPr>
            <a:xfrm>
              <a:off x="5989763" y="3481970"/>
              <a:ext cx="359056" cy="244464"/>
              <a:chOff x="7554913" y="3697288"/>
              <a:chExt cx="596900" cy="406400"/>
            </a:xfrm>
            <a:solidFill>
              <a:srgbClr val="0072C6"/>
            </a:solidFill>
          </p:grpSpPr>
          <p:sp>
            <p:nvSpPr>
              <p:cNvPr id="78" name="Freeform 16"/>
              <p:cNvSpPr>
                <a:spLocks noEditPoints="1"/>
              </p:cNvSpPr>
              <p:nvPr/>
            </p:nvSpPr>
            <p:spPr bwMode="auto">
              <a:xfrm>
                <a:off x="7554913" y="3697288"/>
                <a:ext cx="596900" cy="406400"/>
              </a:xfrm>
              <a:custGeom>
                <a:avLst/>
                <a:gdLst>
                  <a:gd name="T0" fmla="*/ 358 w 376"/>
                  <a:gd name="T1" fmla="*/ 0 h 256"/>
                  <a:gd name="T2" fmla="*/ 18 w 376"/>
                  <a:gd name="T3" fmla="*/ 0 h 256"/>
                  <a:gd name="T4" fmla="*/ 18 w 376"/>
                  <a:gd name="T5" fmla="*/ 0 h 256"/>
                  <a:gd name="T6" fmla="*/ 10 w 376"/>
                  <a:gd name="T7" fmla="*/ 2 h 256"/>
                  <a:gd name="T8" fmla="*/ 4 w 376"/>
                  <a:gd name="T9" fmla="*/ 6 h 256"/>
                  <a:gd name="T10" fmla="*/ 0 w 376"/>
                  <a:gd name="T11" fmla="*/ 12 h 256"/>
                  <a:gd name="T12" fmla="*/ 0 w 376"/>
                  <a:gd name="T13" fmla="*/ 18 h 256"/>
                  <a:gd name="T14" fmla="*/ 0 w 376"/>
                  <a:gd name="T15" fmla="*/ 236 h 256"/>
                  <a:gd name="T16" fmla="*/ 0 w 376"/>
                  <a:gd name="T17" fmla="*/ 236 h 256"/>
                  <a:gd name="T18" fmla="*/ 0 w 376"/>
                  <a:gd name="T19" fmla="*/ 244 h 256"/>
                  <a:gd name="T20" fmla="*/ 4 w 376"/>
                  <a:gd name="T21" fmla="*/ 250 h 256"/>
                  <a:gd name="T22" fmla="*/ 10 w 376"/>
                  <a:gd name="T23" fmla="*/ 254 h 256"/>
                  <a:gd name="T24" fmla="*/ 18 w 376"/>
                  <a:gd name="T25" fmla="*/ 256 h 256"/>
                  <a:gd name="T26" fmla="*/ 358 w 376"/>
                  <a:gd name="T27" fmla="*/ 256 h 256"/>
                  <a:gd name="T28" fmla="*/ 358 w 376"/>
                  <a:gd name="T29" fmla="*/ 256 h 256"/>
                  <a:gd name="T30" fmla="*/ 364 w 376"/>
                  <a:gd name="T31" fmla="*/ 254 h 256"/>
                  <a:gd name="T32" fmla="*/ 370 w 376"/>
                  <a:gd name="T33" fmla="*/ 250 h 256"/>
                  <a:gd name="T34" fmla="*/ 376 w 376"/>
                  <a:gd name="T35" fmla="*/ 244 h 256"/>
                  <a:gd name="T36" fmla="*/ 376 w 376"/>
                  <a:gd name="T37" fmla="*/ 236 h 256"/>
                  <a:gd name="T38" fmla="*/ 376 w 376"/>
                  <a:gd name="T39" fmla="*/ 18 h 256"/>
                  <a:gd name="T40" fmla="*/ 376 w 376"/>
                  <a:gd name="T41" fmla="*/ 18 h 256"/>
                  <a:gd name="T42" fmla="*/ 376 w 376"/>
                  <a:gd name="T43" fmla="*/ 12 h 256"/>
                  <a:gd name="T44" fmla="*/ 370 w 376"/>
                  <a:gd name="T45" fmla="*/ 6 h 256"/>
                  <a:gd name="T46" fmla="*/ 364 w 376"/>
                  <a:gd name="T47" fmla="*/ 2 h 256"/>
                  <a:gd name="T48" fmla="*/ 358 w 376"/>
                  <a:gd name="T49" fmla="*/ 0 h 256"/>
                  <a:gd name="T50" fmla="*/ 358 w 376"/>
                  <a:gd name="T51" fmla="*/ 0 h 256"/>
                  <a:gd name="T52" fmla="*/ 342 w 376"/>
                  <a:gd name="T53" fmla="*/ 224 h 256"/>
                  <a:gd name="T54" fmla="*/ 34 w 376"/>
                  <a:gd name="T55" fmla="*/ 224 h 256"/>
                  <a:gd name="T56" fmla="*/ 34 w 376"/>
                  <a:gd name="T57" fmla="*/ 30 h 256"/>
                  <a:gd name="T58" fmla="*/ 342 w 376"/>
                  <a:gd name="T59" fmla="*/ 30 h 256"/>
                  <a:gd name="T60" fmla="*/ 342 w 376"/>
                  <a:gd name="T61" fmla="*/ 22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76" h="256">
                    <a:moveTo>
                      <a:pt x="358" y="0"/>
                    </a:moveTo>
                    <a:lnTo>
                      <a:pt x="18" y="0"/>
                    </a:lnTo>
                    <a:lnTo>
                      <a:pt x="18" y="0"/>
                    </a:lnTo>
                    <a:lnTo>
                      <a:pt x="10" y="2"/>
                    </a:lnTo>
                    <a:lnTo>
                      <a:pt x="4" y="6"/>
                    </a:lnTo>
                    <a:lnTo>
                      <a:pt x="0" y="12"/>
                    </a:lnTo>
                    <a:lnTo>
                      <a:pt x="0" y="18"/>
                    </a:lnTo>
                    <a:lnTo>
                      <a:pt x="0" y="236"/>
                    </a:lnTo>
                    <a:lnTo>
                      <a:pt x="0" y="236"/>
                    </a:lnTo>
                    <a:lnTo>
                      <a:pt x="0" y="244"/>
                    </a:lnTo>
                    <a:lnTo>
                      <a:pt x="4" y="250"/>
                    </a:lnTo>
                    <a:lnTo>
                      <a:pt x="10" y="254"/>
                    </a:lnTo>
                    <a:lnTo>
                      <a:pt x="18" y="256"/>
                    </a:lnTo>
                    <a:lnTo>
                      <a:pt x="358" y="256"/>
                    </a:lnTo>
                    <a:lnTo>
                      <a:pt x="358" y="256"/>
                    </a:lnTo>
                    <a:lnTo>
                      <a:pt x="364" y="254"/>
                    </a:lnTo>
                    <a:lnTo>
                      <a:pt x="370" y="250"/>
                    </a:lnTo>
                    <a:lnTo>
                      <a:pt x="376" y="244"/>
                    </a:lnTo>
                    <a:lnTo>
                      <a:pt x="376" y="236"/>
                    </a:lnTo>
                    <a:lnTo>
                      <a:pt x="376" y="18"/>
                    </a:lnTo>
                    <a:lnTo>
                      <a:pt x="376" y="18"/>
                    </a:lnTo>
                    <a:lnTo>
                      <a:pt x="376" y="12"/>
                    </a:lnTo>
                    <a:lnTo>
                      <a:pt x="370" y="6"/>
                    </a:lnTo>
                    <a:lnTo>
                      <a:pt x="364" y="2"/>
                    </a:lnTo>
                    <a:lnTo>
                      <a:pt x="358" y="0"/>
                    </a:lnTo>
                    <a:lnTo>
                      <a:pt x="358" y="0"/>
                    </a:lnTo>
                    <a:close/>
                    <a:moveTo>
                      <a:pt x="342" y="224"/>
                    </a:moveTo>
                    <a:lnTo>
                      <a:pt x="34" y="224"/>
                    </a:lnTo>
                    <a:lnTo>
                      <a:pt x="34" y="30"/>
                    </a:lnTo>
                    <a:lnTo>
                      <a:pt x="342" y="30"/>
                    </a:lnTo>
                    <a:lnTo>
                      <a:pt x="342" y="2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9" name="Freeform 17"/>
              <p:cNvSpPr>
                <a:spLocks/>
              </p:cNvSpPr>
              <p:nvPr/>
            </p:nvSpPr>
            <p:spPr bwMode="auto">
              <a:xfrm>
                <a:off x="7910513" y="3805238"/>
                <a:ext cx="117475" cy="187325"/>
              </a:xfrm>
              <a:custGeom>
                <a:avLst/>
                <a:gdLst>
                  <a:gd name="T0" fmla="*/ 18 w 74"/>
                  <a:gd name="T1" fmla="*/ 70 h 118"/>
                  <a:gd name="T2" fmla="*/ 18 w 74"/>
                  <a:gd name="T3" fmla="*/ 118 h 118"/>
                  <a:gd name="T4" fmla="*/ 36 w 74"/>
                  <a:gd name="T5" fmla="*/ 100 h 118"/>
                  <a:gd name="T6" fmla="*/ 56 w 74"/>
                  <a:gd name="T7" fmla="*/ 118 h 118"/>
                  <a:gd name="T8" fmla="*/ 56 w 74"/>
                  <a:gd name="T9" fmla="*/ 70 h 118"/>
                  <a:gd name="T10" fmla="*/ 56 w 74"/>
                  <a:gd name="T11" fmla="*/ 70 h 118"/>
                  <a:gd name="T12" fmla="*/ 62 w 74"/>
                  <a:gd name="T13" fmla="*/ 64 h 118"/>
                  <a:gd name="T14" fmla="*/ 68 w 74"/>
                  <a:gd name="T15" fmla="*/ 56 h 118"/>
                  <a:gd name="T16" fmla="*/ 72 w 74"/>
                  <a:gd name="T17" fmla="*/ 48 h 118"/>
                  <a:gd name="T18" fmla="*/ 74 w 74"/>
                  <a:gd name="T19" fmla="*/ 38 h 118"/>
                  <a:gd name="T20" fmla="*/ 74 w 74"/>
                  <a:gd name="T21" fmla="*/ 38 h 118"/>
                  <a:gd name="T22" fmla="*/ 72 w 74"/>
                  <a:gd name="T23" fmla="*/ 30 h 118"/>
                  <a:gd name="T24" fmla="*/ 70 w 74"/>
                  <a:gd name="T25" fmla="*/ 22 h 118"/>
                  <a:gd name="T26" fmla="*/ 68 w 74"/>
                  <a:gd name="T27" fmla="*/ 16 h 118"/>
                  <a:gd name="T28" fmla="*/ 62 w 74"/>
                  <a:gd name="T29" fmla="*/ 10 h 118"/>
                  <a:gd name="T30" fmla="*/ 58 w 74"/>
                  <a:gd name="T31" fmla="*/ 6 h 118"/>
                  <a:gd name="T32" fmla="*/ 50 w 74"/>
                  <a:gd name="T33" fmla="*/ 2 h 118"/>
                  <a:gd name="T34" fmla="*/ 44 w 74"/>
                  <a:gd name="T35" fmla="*/ 0 h 118"/>
                  <a:gd name="T36" fmla="*/ 36 w 74"/>
                  <a:gd name="T37" fmla="*/ 0 h 118"/>
                  <a:gd name="T38" fmla="*/ 36 w 74"/>
                  <a:gd name="T39" fmla="*/ 0 h 118"/>
                  <a:gd name="T40" fmla="*/ 28 w 74"/>
                  <a:gd name="T41" fmla="*/ 0 h 118"/>
                  <a:gd name="T42" fmla="*/ 22 w 74"/>
                  <a:gd name="T43" fmla="*/ 2 h 118"/>
                  <a:gd name="T44" fmla="*/ 16 w 74"/>
                  <a:gd name="T45" fmla="*/ 6 h 118"/>
                  <a:gd name="T46" fmla="*/ 10 w 74"/>
                  <a:gd name="T47" fmla="*/ 10 h 118"/>
                  <a:gd name="T48" fmla="*/ 6 w 74"/>
                  <a:gd name="T49" fmla="*/ 16 h 118"/>
                  <a:gd name="T50" fmla="*/ 2 w 74"/>
                  <a:gd name="T51" fmla="*/ 22 h 118"/>
                  <a:gd name="T52" fmla="*/ 0 w 74"/>
                  <a:gd name="T53" fmla="*/ 30 h 118"/>
                  <a:gd name="T54" fmla="*/ 0 w 74"/>
                  <a:gd name="T55" fmla="*/ 38 h 118"/>
                  <a:gd name="T56" fmla="*/ 0 w 74"/>
                  <a:gd name="T57" fmla="*/ 38 h 118"/>
                  <a:gd name="T58" fmla="*/ 0 w 74"/>
                  <a:gd name="T59" fmla="*/ 48 h 118"/>
                  <a:gd name="T60" fmla="*/ 4 w 74"/>
                  <a:gd name="T61" fmla="*/ 56 h 118"/>
                  <a:gd name="T62" fmla="*/ 10 w 74"/>
                  <a:gd name="T63" fmla="*/ 64 h 118"/>
                  <a:gd name="T64" fmla="*/ 18 w 74"/>
                  <a:gd name="T65" fmla="*/ 70 h 118"/>
                  <a:gd name="T66" fmla="*/ 18 w 74"/>
                  <a:gd name="T67" fmla="*/ 70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4" h="118">
                    <a:moveTo>
                      <a:pt x="18" y="70"/>
                    </a:moveTo>
                    <a:lnTo>
                      <a:pt x="18" y="118"/>
                    </a:lnTo>
                    <a:lnTo>
                      <a:pt x="36" y="100"/>
                    </a:lnTo>
                    <a:lnTo>
                      <a:pt x="56" y="118"/>
                    </a:lnTo>
                    <a:lnTo>
                      <a:pt x="56" y="70"/>
                    </a:lnTo>
                    <a:lnTo>
                      <a:pt x="56" y="70"/>
                    </a:lnTo>
                    <a:lnTo>
                      <a:pt x="62" y="64"/>
                    </a:lnTo>
                    <a:lnTo>
                      <a:pt x="68" y="56"/>
                    </a:lnTo>
                    <a:lnTo>
                      <a:pt x="72" y="48"/>
                    </a:lnTo>
                    <a:lnTo>
                      <a:pt x="74" y="38"/>
                    </a:lnTo>
                    <a:lnTo>
                      <a:pt x="74" y="38"/>
                    </a:lnTo>
                    <a:lnTo>
                      <a:pt x="72" y="30"/>
                    </a:lnTo>
                    <a:lnTo>
                      <a:pt x="70" y="22"/>
                    </a:lnTo>
                    <a:lnTo>
                      <a:pt x="68" y="16"/>
                    </a:lnTo>
                    <a:lnTo>
                      <a:pt x="62" y="10"/>
                    </a:lnTo>
                    <a:lnTo>
                      <a:pt x="58" y="6"/>
                    </a:lnTo>
                    <a:lnTo>
                      <a:pt x="50" y="2"/>
                    </a:lnTo>
                    <a:lnTo>
                      <a:pt x="44" y="0"/>
                    </a:lnTo>
                    <a:lnTo>
                      <a:pt x="36" y="0"/>
                    </a:lnTo>
                    <a:lnTo>
                      <a:pt x="36" y="0"/>
                    </a:lnTo>
                    <a:lnTo>
                      <a:pt x="28" y="0"/>
                    </a:lnTo>
                    <a:lnTo>
                      <a:pt x="22" y="2"/>
                    </a:lnTo>
                    <a:lnTo>
                      <a:pt x="16" y="6"/>
                    </a:lnTo>
                    <a:lnTo>
                      <a:pt x="10" y="10"/>
                    </a:lnTo>
                    <a:lnTo>
                      <a:pt x="6" y="16"/>
                    </a:lnTo>
                    <a:lnTo>
                      <a:pt x="2" y="22"/>
                    </a:lnTo>
                    <a:lnTo>
                      <a:pt x="0" y="30"/>
                    </a:lnTo>
                    <a:lnTo>
                      <a:pt x="0" y="38"/>
                    </a:lnTo>
                    <a:lnTo>
                      <a:pt x="0" y="38"/>
                    </a:lnTo>
                    <a:lnTo>
                      <a:pt x="0" y="48"/>
                    </a:lnTo>
                    <a:lnTo>
                      <a:pt x="4" y="56"/>
                    </a:lnTo>
                    <a:lnTo>
                      <a:pt x="10" y="64"/>
                    </a:lnTo>
                    <a:lnTo>
                      <a:pt x="18" y="70"/>
                    </a:lnTo>
                    <a:lnTo>
                      <a:pt x="18"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0" name="Rectangle 18"/>
              <p:cNvSpPr>
                <a:spLocks noChangeArrowheads="1"/>
              </p:cNvSpPr>
              <p:nvPr/>
            </p:nvSpPr>
            <p:spPr bwMode="auto">
              <a:xfrm>
                <a:off x="7694613" y="380841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1" name="Rectangle 19"/>
              <p:cNvSpPr>
                <a:spLocks noChangeArrowheads="1"/>
              </p:cNvSpPr>
              <p:nvPr/>
            </p:nvSpPr>
            <p:spPr bwMode="auto">
              <a:xfrm>
                <a:off x="7694613" y="387826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2" name="Rectangle 20"/>
              <p:cNvSpPr>
                <a:spLocks noChangeArrowheads="1"/>
              </p:cNvSpPr>
              <p:nvPr/>
            </p:nvSpPr>
            <p:spPr bwMode="auto">
              <a:xfrm>
                <a:off x="7694613" y="3951288"/>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6" name="Group 65"/>
            <p:cNvGrpSpPr/>
            <p:nvPr/>
          </p:nvGrpSpPr>
          <p:grpSpPr>
            <a:xfrm>
              <a:off x="4576010" y="2578029"/>
              <a:ext cx="1719157" cy="1164284"/>
              <a:chOff x="8933043" y="3080582"/>
              <a:chExt cx="1940444" cy="1314148"/>
            </a:xfrm>
          </p:grpSpPr>
          <p:sp>
            <p:nvSpPr>
              <p:cNvPr id="67" name="Freeform 12"/>
              <p:cNvSpPr>
                <a:spLocks/>
              </p:cNvSpPr>
              <p:nvPr/>
            </p:nvSpPr>
            <p:spPr bwMode="auto">
              <a:xfrm>
                <a:off x="10739663" y="3286670"/>
                <a:ext cx="133824" cy="211441"/>
              </a:xfrm>
              <a:custGeom>
                <a:avLst/>
                <a:gdLst>
                  <a:gd name="T0" fmla="*/ 102 w 107"/>
                  <a:gd name="T1" fmla="*/ 60 h 169"/>
                  <a:gd name="T2" fmla="*/ 96 w 107"/>
                  <a:gd name="T3" fmla="*/ 60 h 169"/>
                  <a:gd name="T4" fmla="*/ 101 w 107"/>
                  <a:gd name="T5" fmla="*/ 47 h 169"/>
                  <a:gd name="T6" fmla="*/ 97 w 107"/>
                  <a:gd name="T7" fmla="*/ 37 h 169"/>
                  <a:gd name="T8" fmla="*/ 94 w 107"/>
                  <a:gd name="T9" fmla="*/ 37 h 169"/>
                  <a:gd name="T10" fmla="*/ 98 w 107"/>
                  <a:gd name="T11" fmla="*/ 26 h 169"/>
                  <a:gd name="T12" fmla="*/ 93 w 107"/>
                  <a:gd name="T13" fmla="*/ 14 h 169"/>
                  <a:gd name="T14" fmla="*/ 86 w 107"/>
                  <a:gd name="T15" fmla="*/ 15 h 169"/>
                  <a:gd name="T16" fmla="*/ 86 w 107"/>
                  <a:gd name="T17" fmla="*/ 13 h 169"/>
                  <a:gd name="T18" fmla="*/ 81 w 107"/>
                  <a:gd name="T19" fmla="*/ 1 h 169"/>
                  <a:gd name="T20" fmla="*/ 69 w 107"/>
                  <a:gd name="T21" fmla="*/ 7 h 169"/>
                  <a:gd name="T22" fmla="*/ 50 w 107"/>
                  <a:gd name="T23" fmla="*/ 56 h 169"/>
                  <a:gd name="T24" fmla="*/ 44 w 107"/>
                  <a:gd name="T25" fmla="*/ 49 h 169"/>
                  <a:gd name="T26" fmla="*/ 29 w 107"/>
                  <a:gd name="T27" fmla="*/ 55 h 169"/>
                  <a:gd name="T28" fmla="*/ 28 w 107"/>
                  <a:gd name="T29" fmla="*/ 58 h 169"/>
                  <a:gd name="T30" fmla="*/ 16 w 107"/>
                  <a:gd name="T31" fmla="*/ 89 h 169"/>
                  <a:gd name="T32" fmla="*/ 7 w 107"/>
                  <a:gd name="T33" fmla="*/ 112 h 169"/>
                  <a:gd name="T34" fmla="*/ 7 w 107"/>
                  <a:gd name="T35" fmla="*/ 112 h 169"/>
                  <a:gd name="T36" fmla="*/ 29 w 107"/>
                  <a:gd name="T37" fmla="*/ 161 h 169"/>
                  <a:gd name="T38" fmla="*/ 79 w 107"/>
                  <a:gd name="T39" fmla="*/ 139 h 169"/>
                  <a:gd name="T40" fmla="*/ 79 w 107"/>
                  <a:gd name="T41" fmla="*/ 139 h 169"/>
                  <a:gd name="T42" fmla="*/ 89 w 107"/>
                  <a:gd name="T43" fmla="*/ 114 h 169"/>
                  <a:gd name="T44" fmla="*/ 99 w 107"/>
                  <a:gd name="T45" fmla="*/ 86 h 169"/>
                  <a:gd name="T46" fmla="*/ 106 w 107"/>
                  <a:gd name="T47" fmla="*/ 69 h 169"/>
                  <a:gd name="T48" fmla="*/ 102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102" y="60"/>
                    </a:moveTo>
                    <a:cubicBezTo>
                      <a:pt x="100" y="59"/>
                      <a:pt x="98" y="59"/>
                      <a:pt x="96" y="60"/>
                    </a:cubicBezTo>
                    <a:cubicBezTo>
                      <a:pt x="99" y="53"/>
                      <a:pt x="101" y="47"/>
                      <a:pt x="101" y="47"/>
                    </a:cubicBezTo>
                    <a:cubicBezTo>
                      <a:pt x="102" y="43"/>
                      <a:pt x="101" y="39"/>
                      <a:pt x="97" y="37"/>
                    </a:cubicBezTo>
                    <a:cubicBezTo>
                      <a:pt x="96" y="37"/>
                      <a:pt x="95" y="37"/>
                      <a:pt x="94" y="37"/>
                    </a:cubicBezTo>
                    <a:cubicBezTo>
                      <a:pt x="96" y="31"/>
                      <a:pt x="98" y="27"/>
                      <a:pt x="98" y="26"/>
                    </a:cubicBezTo>
                    <a:cubicBezTo>
                      <a:pt x="100" y="21"/>
                      <a:pt x="98" y="16"/>
                      <a:pt x="93" y="14"/>
                    </a:cubicBezTo>
                    <a:cubicBezTo>
                      <a:pt x="90" y="13"/>
                      <a:pt x="88" y="13"/>
                      <a:pt x="86" y="15"/>
                    </a:cubicBezTo>
                    <a:cubicBezTo>
                      <a:pt x="86" y="14"/>
                      <a:pt x="86" y="13"/>
                      <a:pt x="86" y="13"/>
                    </a:cubicBezTo>
                    <a:cubicBezTo>
                      <a:pt x="88" y="8"/>
                      <a:pt x="86" y="3"/>
                      <a:pt x="81" y="1"/>
                    </a:cubicBezTo>
                    <a:cubicBezTo>
                      <a:pt x="76" y="0"/>
                      <a:pt x="71" y="2"/>
                      <a:pt x="69" y="7"/>
                    </a:cubicBezTo>
                    <a:cubicBezTo>
                      <a:pt x="68" y="9"/>
                      <a:pt x="56" y="41"/>
                      <a:pt x="50" y="56"/>
                    </a:cubicBezTo>
                    <a:cubicBezTo>
                      <a:pt x="49" y="53"/>
                      <a:pt x="47" y="50"/>
                      <a:pt x="44" y="49"/>
                    </a:cubicBezTo>
                    <a:cubicBezTo>
                      <a:pt x="38" y="46"/>
                      <a:pt x="31" y="49"/>
                      <a:pt x="29" y="55"/>
                    </a:cubicBezTo>
                    <a:cubicBezTo>
                      <a:pt x="29" y="56"/>
                      <a:pt x="28" y="57"/>
                      <a:pt x="28" y="58"/>
                    </a:cubicBezTo>
                    <a:cubicBezTo>
                      <a:pt x="25" y="67"/>
                      <a:pt x="17" y="86"/>
                      <a:pt x="16" y="89"/>
                    </a:cubicBezTo>
                    <a:cubicBezTo>
                      <a:pt x="7" y="112"/>
                      <a:pt x="7" y="112"/>
                      <a:pt x="7" y="112"/>
                    </a:cubicBezTo>
                    <a:cubicBezTo>
                      <a:pt x="7" y="112"/>
                      <a:pt x="7" y="112"/>
                      <a:pt x="7" y="112"/>
                    </a:cubicBezTo>
                    <a:cubicBezTo>
                      <a:pt x="0" y="132"/>
                      <a:pt x="10" y="154"/>
                      <a:pt x="29" y="161"/>
                    </a:cubicBezTo>
                    <a:cubicBezTo>
                      <a:pt x="49" y="169"/>
                      <a:pt x="71" y="159"/>
                      <a:pt x="79" y="139"/>
                    </a:cubicBezTo>
                    <a:cubicBezTo>
                      <a:pt x="79" y="139"/>
                      <a:pt x="79" y="139"/>
                      <a:pt x="79" y="139"/>
                    </a:cubicBezTo>
                    <a:cubicBezTo>
                      <a:pt x="89" y="114"/>
                      <a:pt x="89" y="114"/>
                      <a:pt x="89" y="114"/>
                    </a:cubicBezTo>
                    <a:cubicBezTo>
                      <a:pt x="89" y="113"/>
                      <a:pt x="95" y="98"/>
                      <a:pt x="99" y="86"/>
                    </a:cubicBezTo>
                    <a:cubicBezTo>
                      <a:pt x="103" y="77"/>
                      <a:pt x="106" y="70"/>
                      <a:pt x="106" y="69"/>
                    </a:cubicBezTo>
                    <a:cubicBezTo>
                      <a:pt x="107" y="65"/>
                      <a:pt x="105" y="61"/>
                      <a:pt x="102"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8" name="Freeform 13"/>
              <p:cNvSpPr>
                <a:spLocks/>
              </p:cNvSpPr>
              <p:nvPr/>
            </p:nvSpPr>
            <p:spPr bwMode="auto">
              <a:xfrm>
                <a:off x="8933043" y="3286670"/>
                <a:ext cx="136500" cy="211441"/>
              </a:xfrm>
              <a:custGeom>
                <a:avLst/>
                <a:gdLst>
                  <a:gd name="T0" fmla="*/ 5 w 107"/>
                  <a:gd name="T1" fmla="*/ 60 h 169"/>
                  <a:gd name="T2" fmla="*/ 11 w 107"/>
                  <a:gd name="T3" fmla="*/ 60 h 169"/>
                  <a:gd name="T4" fmla="*/ 6 w 107"/>
                  <a:gd name="T5" fmla="*/ 47 h 169"/>
                  <a:gd name="T6" fmla="*/ 10 w 107"/>
                  <a:gd name="T7" fmla="*/ 37 h 169"/>
                  <a:gd name="T8" fmla="*/ 13 w 107"/>
                  <a:gd name="T9" fmla="*/ 37 h 169"/>
                  <a:gd name="T10" fmla="*/ 9 w 107"/>
                  <a:gd name="T11" fmla="*/ 26 h 169"/>
                  <a:gd name="T12" fmla="*/ 14 w 107"/>
                  <a:gd name="T13" fmla="*/ 14 h 169"/>
                  <a:gd name="T14" fmla="*/ 21 w 107"/>
                  <a:gd name="T15" fmla="*/ 15 h 169"/>
                  <a:gd name="T16" fmla="*/ 21 w 107"/>
                  <a:gd name="T17" fmla="*/ 13 h 169"/>
                  <a:gd name="T18" fmla="*/ 26 w 107"/>
                  <a:gd name="T19" fmla="*/ 1 h 169"/>
                  <a:gd name="T20" fmla="*/ 38 w 107"/>
                  <a:gd name="T21" fmla="*/ 7 h 169"/>
                  <a:gd name="T22" fmla="*/ 57 w 107"/>
                  <a:gd name="T23" fmla="*/ 56 h 169"/>
                  <a:gd name="T24" fmla="*/ 63 w 107"/>
                  <a:gd name="T25" fmla="*/ 49 h 169"/>
                  <a:gd name="T26" fmla="*/ 78 w 107"/>
                  <a:gd name="T27" fmla="*/ 55 h 169"/>
                  <a:gd name="T28" fmla="*/ 79 w 107"/>
                  <a:gd name="T29" fmla="*/ 58 h 169"/>
                  <a:gd name="T30" fmla="*/ 91 w 107"/>
                  <a:gd name="T31" fmla="*/ 89 h 169"/>
                  <a:gd name="T32" fmla="*/ 100 w 107"/>
                  <a:gd name="T33" fmla="*/ 112 h 169"/>
                  <a:gd name="T34" fmla="*/ 100 w 107"/>
                  <a:gd name="T35" fmla="*/ 112 h 169"/>
                  <a:gd name="T36" fmla="*/ 78 w 107"/>
                  <a:gd name="T37" fmla="*/ 161 h 169"/>
                  <a:gd name="T38" fmla="*/ 28 w 107"/>
                  <a:gd name="T39" fmla="*/ 139 h 169"/>
                  <a:gd name="T40" fmla="*/ 28 w 107"/>
                  <a:gd name="T41" fmla="*/ 139 h 169"/>
                  <a:gd name="T42" fmla="*/ 18 w 107"/>
                  <a:gd name="T43" fmla="*/ 114 h 169"/>
                  <a:gd name="T44" fmla="*/ 8 w 107"/>
                  <a:gd name="T45" fmla="*/ 86 h 169"/>
                  <a:gd name="T46" fmla="*/ 1 w 107"/>
                  <a:gd name="T47" fmla="*/ 69 h 169"/>
                  <a:gd name="T48" fmla="*/ 5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5" y="60"/>
                    </a:moveTo>
                    <a:cubicBezTo>
                      <a:pt x="7" y="59"/>
                      <a:pt x="9" y="59"/>
                      <a:pt x="11" y="60"/>
                    </a:cubicBezTo>
                    <a:cubicBezTo>
                      <a:pt x="8" y="53"/>
                      <a:pt x="6" y="47"/>
                      <a:pt x="6" y="47"/>
                    </a:cubicBezTo>
                    <a:cubicBezTo>
                      <a:pt x="5" y="43"/>
                      <a:pt x="6" y="39"/>
                      <a:pt x="10" y="37"/>
                    </a:cubicBezTo>
                    <a:cubicBezTo>
                      <a:pt x="11" y="37"/>
                      <a:pt x="12" y="37"/>
                      <a:pt x="13" y="37"/>
                    </a:cubicBezTo>
                    <a:cubicBezTo>
                      <a:pt x="11" y="31"/>
                      <a:pt x="9" y="27"/>
                      <a:pt x="9" y="26"/>
                    </a:cubicBezTo>
                    <a:cubicBezTo>
                      <a:pt x="7" y="21"/>
                      <a:pt x="9" y="16"/>
                      <a:pt x="14" y="14"/>
                    </a:cubicBezTo>
                    <a:cubicBezTo>
                      <a:pt x="17" y="13"/>
                      <a:pt x="19" y="13"/>
                      <a:pt x="21" y="15"/>
                    </a:cubicBezTo>
                    <a:cubicBezTo>
                      <a:pt x="21" y="14"/>
                      <a:pt x="21" y="13"/>
                      <a:pt x="21" y="13"/>
                    </a:cubicBezTo>
                    <a:cubicBezTo>
                      <a:pt x="19" y="8"/>
                      <a:pt x="21" y="3"/>
                      <a:pt x="26" y="1"/>
                    </a:cubicBezTo>
                    <a:cubicBezTo>
                      <a:pt x="31" y="0"/>
                      <a:pt x="36" y="2"/>
                      <a:pt x="38" y="7"/>
                    </a:cubicBezTo>
                    <a:cubicBezTo>
                      <a:pt x="39" y="9"/>
                      <a:pt x="51" y="41"/>
                      <a:pt x="57" y="56"/>
                    </a:cubicBezTo>
                    <a:cubicBezTo>
                      <a:pt x="58" y="53"/>
                      <a:pt x="60" y="50"/>
                      <a:pt x="63" y="49"/>
                    </a:cubicBezTo>
                    <a:cubicBezTo>
                      <a:pt x="69" y="46"/>
                      <a:pt x="76" y="49"/>
                      <a:pt x="78" y="55"/>
                    </a:cubicBezTo>
                    <a:cubicBezTo>
                      <a:pt x="78" y="56"/>
                      <a:pt x="79" y="57"/>
                      <a:pt x="79" y="58"/>
                    </a:cubicBezTo>
                    <a:cubicBezTo>
                      <a:pt x="82" y="67"/>
                      <a:pt x="90" y="86"/>
                      <a:pt x="91" y="89"/>
                    </a:cubicBezTo>
                    <a:cubicBezTo>
                      <a:pt x="100" y="112"/>
                      <a:pt x="100" y="112"/>
                      <a:pt x="100" y="112"/>
                    </a:cubicBezTo>
                    <a:cubicBezTo>
                      <a:pt x="100" y="112"/>
                      <a:pt x="100" y="112"/>
                      <a:pt x="100" y="112"/>
                    </a:cubicBezTo>
                    <a:cubicBezTo>
                      <a:pt x="107" y="132"/>
                      <a:pt x="97" y="154"/>
                      <a:pt x="78" y="161"/>
                    </a:cubicBezTo>
                    <a:cubicBezTo>
                      <a:pt x="58" y="169"/>
                      <a:pt x="36" y="159"/>
                      <a:pt x="28" y="139"/>
                    </a:cubicBezTo>
                    <a:cubicBezTo>
                      <a:pt x="28" y="139"/>
                      <a:pt x="28" y="139"/>
                      <a:pt x="28" y="139"/>
                    </a:cubicBezTo>
                    <a:cubicBezTo>
                      <a:pt x="18" y="114"/>
                      <a:pt x="18" y="114"/>
                      <a:pt x="18" y="114"/>
                    </a:cubicBezTo>
                    <a:cubicBezTo>
                      <a:pt x="18" y="113"/>
                      <a:pt x="12" y="98"/>
                      <a:pt x="8" y="86"/>
                    </a:cubicBezTo>
                    <a:cubicBezTo>
                      <a:pt x="4" y="77"/>
                      <a:pt x="1" y="70"/>
                      <a:pt x="1" y="69"/>
                    </a:cubicBezTo>
                    <a:cubicBezTo>
                      <a:pt x="0" y="65"/>
                      <a:pt x="1" y="61"/>
                      <a:pt x="5"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9" name="Freeform 14"/>
              <p:cNvSpPr>
                <a:spLocks/>
              </p:cNvSpPr>
              <p:nvPr/>
            </p:nvSpPr>
            <p:spPr bwMode="auto">
              <a:xfrm>
                <a:off x="8973190" y="3436553"/>
                <a:ext cx="1862826" cy="958177"/>
              </a:xfrm>
              <a:custGeom>
                <a:avLst/>
                <a:gdLst>
                  <a:gd name="T0" fmla="*/ 1400 w 1478"/>
                  <a:gd name="T1" fmla="*/ 0 h 762"/>
                  <a:gd name="T2" fmla="*/ 1292 w 1478"/>
                  <a:gd name="T3" fmla="*/ 133 h 762"/>
                  <a:gd name="T4" fmla="*/ 1072 w 1478"/>
                  <a:gd name="T5" fmla="*/ 178 h 762"/>
                  <a:gd name="T6" fmla="*/ 898 w 1478"/>
                  <a:gd name="T7" fmla="*/ 72 h 762"/>
                  <a:gd name="T8" fmla="*/ 579 w 1478"/>
                  <a:gd name="T9" fmla="*/ 74 h 762"/>
                  <a:gd name="T10" fmla="*/ 406 w 1478"/>
                  <a:gd name="T11" fmla="*/ 178 h 762"/>
                  <a:gd name="T12" fmla="*/ 185 w 1478"/>
                  <a:gd name="T13" fmla="*/ 133 h 762"/>
                  <a:gd name="T14" fmla="*/ 78 w 1478"/>
                  <a:gd name="T15" fmla="*/ 0 h 762"/>
                  <a:gd name="T16" fmla="*/ 0 w 1478"/>
                  <a:gd name="T17" fmla="*/ 31 h 762"/>
                  <a:gd name="T18" fmla="*/ 139 w 1478"/>
                  <a:gd name="T19" fmla="*/ 203 h 762"/>
                  <a:gd name="T20" fmla="*/ 349 w 1478"/>
                  <a:gd name="T21" fmla="*/ 268 h 762"/>
                  <a:gd name="T22" fmla="*/ 422 w 1478"/>
                  <a:gd name="T23" fmla="*/ 261 h 762"/>
                  <a:gd name="T24" fmla="*/ 579 w 1478"/>
                  <a:gd name="T25" fmla="*/ 190 h 762"/>
                  <a:gd name="T26" fmla="*/ 579 w 1478"/>
                  <a:gd name="T27" fmla="*/ 762 h 762"/>
                  <a:gd name="T28" fmla="*/ 898 w 1478"/>
                  <a:gd name="T29" fmla="*/ 762 h 762"/>
                  <a:gd name="T30" fmla="*/ 898 w 1478"/>
                  <a:gd name="T31" fmla="*/ 189 h 762"/>
                  <a:gd name="T32" fmla="*/ 1128 w 1478"/>
                  <a:gd name="T33" fmla="*/ 267 h 762"/>
                  <a:gd name="T34" fmla="*/ 1339 w 1478"/>
                  <a:gd name="T35" fmla="*/ 203 h 762"/>
                  <a:gd name="T36" fmla="*/ 1478 w 1478"/>
                  <a:gd name="T37" fmla="*/ 31 h 762"/>
                  <a:gd name="T38" fmla="*/ 1400 w 1478"/>
                  <a:gd name="T39" fmla="*/ 0 h 7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78" h="762">
                    <a:moveTo>
                      <a:pt x="1400" y="0"/>
                    </a:move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762"/>
                      <a:pt x="579" y="762"/>
                      <a:pt x="579" y="762"/>
                    </a:cubicBezTo>
                    <a:cubicBezTo>
                      <a:pt x="898" y="762"/>
                      <a:pt x="898" y="762"/>
                      <a:pt x="898" y="762"/>
                    </a:cubicBezTo>
                    <a:cubicBezTo>
                      <a:pt x="898" y="189"/>
                      <a:pt x="898" y="189"/>
                      <a:pt x="898" y="189"/>
                    </a:cubicBezTo>
                    <a:cubicBezTo>
                      <a:pt x="964" y="241"/>
                      <a:pt x="1046" y="267"/>
                      <a:pt x="1128" y="267"/>
                    </a:cubicBezTo>
                    <a:cubicBezTo>
                      <a:pt x="1201" y="267"/>
                      <a:pt x="1274" y="247"/>
                      <a:pt x="1339" y="203"/>
                    </a:cubicBezTo>
                    <a:cubicBezTo>
                      <a:pt x="1402" y="161"/>
                      <a:pt x="1450" y="101"/>
                      <a:pt x="1478" y="31"/>
                    </a:cubicBezTo>
                    <a:lnTo>
                      <a:pt x="1400" y="0"/>
                    </a:lnTo>
                    <a:close/>
                  </a:path>
                </a:pathLst>
              </a:custGeom>
              <a:solidFill>
                <a:sysClr val="window" lastClr="FFFFFF">
                  <a:lumMod val="75000"/>
                </a:sysClr>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0" name="Freeform 15"/>
              <p:cNvSpPr>
                <a:spLocks/>
              </p:cNvSpPr>
              <p:nvPr/>
            </p:nvSpPr>
            <p:spPr bwMode="auto">
              <a:xfrm>
                <a:off x="8973190" y="3436552"/>
                <a:ext cx="1862827" cy="337236"/>
              </a:xfrm>
              <a:custGeom>
                <a:avLst/>
                <a:gdLst>
                  <a:gd name="T0" fmla="*/ 1128 w 1478"/>
                  <a:gd name="T1" fmla="*/ 267 h 268"/>
                  <a:gd name="T2" fmla="*/ 1339 w 1478"/>
                  <a:gd name="T3" fmla="*/ 203 h 268"/>
                  <a:gd name="T4" fmla="*/ 1478 w 1478"/>
                  <a:gd name="T5" fmla="*/ 31 h 268"/>
                  <a:gd name="T6" fmla="*/ 1400 w 1478"/>
                  <a:gd name="T7" fmla="*/ 0 h 268"/>
                  <a:gd name="T8" fmla="*/ 1292 w 1478"/>
                  <a:gd name="T9" fmla="*/ 133 h 268"/>
                  <a:gd name="T10" fmla="*/ 1072 w 1478"/>
                  <a:gd name="T11" fmla="*/ 178 h 268"/>
                  <a:gd name="T12" fmla="*/ 898 w 1478"/>
                  <a:gd name="T13" fmla="*/ 72 h 268"/>
                  <a:gd name="T14" fmla="*/ 579 w 1478"/>
                  <a:gd name="T15" fmla="*/ 74 h 268"/>
                  <a:gd name="T16" fmla="*/ 406 w 1478"/>
                  <a:gd name="T17" fmla="*/ 178 h 268"/>
                  <a:gd name="T18" fmla="*/ 185 w 1478"/>
                  <a:gd name="T19" fmla="*/ 133 h 268"/>
                  <a:gd name="T20" fmla="*/ 78 w 1478"/>
                  <a:gd name="T21" fmla="*/ 0 h 268"/>
                  <a:gd name="T22" fmla="*/ 0 w 1478"/>
                  <a:gd name="T23" fmla="*/ 31 h 268"/>
                  <a:gd name="T24" fmla="*/ 139 w 1478"/>
                  <a:gd name="T25" fmla="*/ 203 h 268"/>
                  <a:gd name="T26" fmla="*/ 349 w 1478"/>
                  <a:gd name="T27" fmla="*/ 268 h 268"/>
                  <a:gd name="T28" fmla="*/ 422 w 1478"/>
                  <a:gd name="T29" fmla="*/ 261 h 268"/>
                  <a:gd name="T30" fmla="*/ 579 w 1478"/>
                  <a:gd name="T31" fmla="*/ 190 h 268"/>
                  <a:gd name="T32" fmla="*/ 579 w 1478"/>
                  <a:gd name="T33" fmla="*/ 199 h 268"/>
                  <a:gd name="T34" fmla="*/ 613 w 1478"/>
                  <a:gd name="T35" fmla="*/ 85 h 268"/>
                  <a:gd name="T36" fmla="*/ 643 w 1478"/>
                  <a:gd name="T37" fmla="*/ 85 h 268"/>
                  <a:gd name="T38" fmla="*/ 713 w 1478"/>
                  <a:gd name="T39" fmla="*/ 135 h 268"/>
                  <a:gd name="T40" fmla="*/ 778 w 1478"/>
                  <a:gd name="T41" fmla="*/ 85 h 268"/>
                  <a:gd name="T42" fmla="*/ 835 w 1478"/>
                  <a:gd name="T43" fmla="*/ 85 h 268"/>
                  <a:gd name="T44" fmla="*/ 913 w 1478"/>
                  <a:gd name="T45" fmla="*/ 200 h 268"/>
                  <a:gd name="T46" fmla="*/ 1128 w 1478"/>
                  <a:gd name="T47" fmla="*/ 267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478" h="268">
                    <a:moveTo>
                      <a:pt x="1128" y="267"/>
                    </a:moveTo>
                    <a:cubicBezTo>
                      <a:pt x="1201" y="267"/>
                      <a:pt x="1274" y="247"/>
                      <a:pt x="1339" y="203"/>
                    </a:cubicBezTo>
                    <a:cubicBezTo>
                      <a:pt x="1402" y="161"/>
                      <a:pt x="1450" y="101"/>
                      <a:pt x="1478" y="31"/>
                    </a:cubicBezTo>
                    <a:cubicBezTo>
                      <a:pt x="1400" y="0"/>
                      <a:pt x="1400" y="0"/>
                      <a:pt x="1400" y="0"/>
                    </a:cubicBez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199"/>
                      <a:pt x="579" y="199"/>
                      <a:pt x="579" y="199"/>
                    </a:cubicBezTo>
                    <a:cubicBezTo>
                      <a:pt x="613" y="85"/>
                      <a:pt x="613" y="85"/>
                      <a:pt x="613" y="85"/>
                    </a:cubicBezTo>
                    <a:cubicBezTo>
                      <a:pt x="643" y="85"/>
                      <a:pt x="643" y="85"/>
                      <a:pt x="643" y="85"/>
                    </a:cubicBezTo>
                    <a:cubicBezTo>
                      <a:pt x="713" y="135"/>
                      <a:pt x="713" y="135"/>
                      <a:pt x="713" y="135"/>
                    </a:cubicBezTo>
                    <a:cubicBezTo>
                      <a:pt x="778" y="85"/>
                      <a:pt x="778" y="85"/>
                      <a:pt x="778" y="85"/>
                    </a:cubicBezTo>
                    <a:cubicBezTo>
                      <a:pt x="835" y="85"/>
                      <a:pt x="835" y="85"/>
                      <a:pt x="835" y="85"/>
                    </a:cubicBezTo>
                    <a:cubicBezTo>
                      <a:pt x="913" y="200"/>
                      <a:pt x="913" y="200"/>
                      <a:pt x="913" y="200"/>
                    </a:cubicBezTo>
                    <a:cubicBezTo>
                      <a:pt x="976" y="244"/>
                      <a:pt x="1052" y="267"/>
                      <a:pt x="1128" y="267"/>
                    </a:cubicBez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1" name="Freeform 35"/>
              <p:cNvSpPr>
                <a:spLocks/>
              </p:cNvSpPr>
              <p:nvPr/>
            </p:nvSpPr>
            <p:spPr bwMode="auto">
              <a:xfrm>
                <a:off x="9481720" y="3080582"/>
                <a:ext cx="291736" cy="291736"/>
              </a:xfrm>
              <a:custGeom>
                <a:avLst/>
                <a:gdLst>
                  <a:gd name="T0" fmla="*/ 92 w 232"/>
                  <a:gd name="T1" fmla="*/ 232 h 232"/>
                  <a:gd name="T2" fmla="*/ 139 w 232"/>
                  <a:gd name="T3" fmla="*/ 0 h 232"/>
                  <a:gd name="T4" fmla="*/ 92 w 232"/>
                  <a:gd name="T5" fmla="*/ 232 h 232"/>
                </a:gdLst>
                <a:ahLst/>
                <a:cxnLst>
                  <a:cxn ang="0">
                    <a:pos x="T0" y="T1"/>
                  </a:cxn>
                  <a:cxn ang="0">
                    <a:pos x="T2" y="T3"/>
                  </a:cxn>
                  <a:cxn ang="0">
                    <a:pos x="T4" y="T5"/>
                  </a:cxn>
                </a:cxnLst>
                <a:rect l="0" t="0" r="r" b="b"/>
                <a:pathLst>
                  <a:path w="232" h="232">
                    <a:moveTo>
                      <a:pt x="92" y="232"/>
                    </a:moveTo>
                    <a:cubicBezTo>
                      <a:pt x="92" y="232"/>
                      <a:pt x="0" y="92"/>
                      <a:pt x="139" y="0"/>
                    </a:cubicBezTo>
                    <a:cubicBezTo>
                      <a:pt x="139" y="0"/>
                      <a:pt x="232" y="139"/>
                      <a:pt x="92" y="232"/>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2" name="Freeform 36"/>
              <p:cNvSpPr>
                <a:spLocks/>
              </p:cNvSpPr>
              <p:nvPr/>
            </p:nvSpPr>
            <p:spPr bwMode="auto">
              <a:xfrm>
                <a:off x="9444250" y="3152847"/>
                <a:ext cx="278353" cy="278353"/>
              </a:xfrm>
              <a:custGeom>
                <a:avLst/>
                <a:gdLst>
                  <a:gd name="T0" fmla="*/ 153 w 220"/>
                  <a:gd name="T1" fmla="*/ 221 h 221"/>
                  <a:gd name="T2" fmla="*/ 67 w 220"/>
                  <a:gd name="T3" fmla="*/ 0 h 221"/>
                  <a:gd name="T4" fmla="*/ 153 w 220"/>
                  <a:gd name="T5" fmla="*/ 221 h 221"/>
                </a:gdLst>
                <a:ahLst/>
                <a:cxnLst>
                  <a:cxn ang="0">
                    <a:pos x="T0" y="T1"/>
                  </a:cxn>
                  <a:cxn ang="0">
                    <a:pos x="T2" y="T3"/>
                  </a:cxn>
                  <a:cxn ang="0">
                    <a:pos x="T4" y="T5"/>
                  </a:cxn>
                </a:cxnLst>
                <a:rect l="0" t="0" r="r" b="b"/>
                <a:pathLst>
                  <a:path w="220" h="221">
                    <a:moveTo>
                      <a:pt x="153" y="221"/>
                    </a:moveTo>
                    <a:cubicBezTo>
                      <a:pt x="153" y="221"/>
                      <a:pt x="0" y="153"/>
                      <a:pt x="67" y="0"/>
                    </a:cubicBezTo>
                    <a:cubicBezTo>
                      <a:pt x="67" y="0"/>
                      <a:pt x="220" y="68"/>
                      <a:pt x="153" y="221"/>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3" name="Freeform 37"/>
              <p:cNvSpPr>
                <a:spLocks/>
              </p:cNvSpPr>
              <p:nvPr/>
            </p:nvSpPr>
            <p:spPr bwMode="auto">
              <a:xfrm>
                <a:off x="9529897" y="3292023"/>
                <a:ext cx="270324" cy="283706"/>
              </a:xfrm>
              <a:custGeom>
                <a:avLst/>
                <a:gdLst>
                  <a:gd name="T0" fmla="*/ 216 w 216"/>
                  <a:gd name="T1" fmla="*/ 156 h 224"/>
                  <a:gd name="T2" fmla="*/ 0 w 216"/>
                  <a:gd name="T3" fmla="*/ 61 h 224"/>
                  <a:gd name="T4" fmla="*/ 216 w 216"/>
                  <a:gd name="T5" fmla="*/ 156 h 224"/>
                </a:gdLst>
                <a:ahLst/>
                <a:cxnLst>
                  <a:cxn ang="0">
                    <a:pos x="T0" y="T1"/>
                  </a:cxn>
                  <a:cxn ang="0">
                    <a:pos x="T2" y="T3"/>
                  </a:cxn>
                  <a:cxn ang="0">
                    <a:pos x="T4" y="T5"/>
                  </a:cxn>
                </a:cxnLst>
                <a:rect l="0" t="0" r="r" b="b"/>
                <a:pathLst>
                  <a:path w="216" h="224">
                    <a:moveTo>
                      <a:pt x="216" y="156"/>
                    </a:moveTo>
                    <a:cubicBezTo>
                      <a:pt x="206" y="160"/>
                      <a:pt x="63" y="224"/>
                      <a:pt x="0" y="61"/>
                    </a:cubicBezTo>
                    <a:cubicBezTo>
                      <a:pt x="0" y="61"/>
                      <a:pt x="156" y="0"/>
                      <a:pt x="216" y="156"/>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4" name="Freeform 38"/>
              <p:cNvSpPr>
                <a:spLocks/>
              </p:cNvSpPr>
              <p:nvPr/>
            </p:nvSpPr>
            <p:spPr bwMode="auto">
              <a:xfrm>
                <a:off x="9596809" y="3281317"/>
                <a:ext cx="222147" cy="187353"/>
              </a:xfrm>
              <a:custGeom>
                <a:avLst/>
                <a:gdLst>
                  <a:gd name="T0" fmla="*/ 83 w 83"/>
                  <a:gd name="T1" fmla="*/ 31 h 70"/>
                  <a:gd name="T2" fmla="*/ 65 w 83"/>
                  <a:gd name="T3" fmla="*/ 70 h 70"/>
                  <a:gd name="T4" fmla="*/ 0 w 83"/>
                  <a:gd name="T5" fmla="*/ 39 h 70"/>
                  <a:gd name="T6" fmla="*/ 18 w 83"/>
                  <a:gd name="T7" fmla="*/ 0 h 70"/>
                  <a:gd name="T8" fmla="*/ 83 w 83"/>
                  <a:gd name="T9" fmla="*/ 31 h 70"/>
                </a:gdLst>
                <a:ahLst/>
                <a:cxnLst>
                  <a:cxn ang="0">
                    <a:pos x="T0" y="T1"/>
                  </a:cxn>
                  <a:cxn ang="0">
                    <a:pos x="T2" y="T3"/>
                  </a:cxn>
                  <a:cxn ang="0">
                    <a:pos x="T4" y="T5"/>
                  </a:cxn>
                  <a:cxn ang="0">
                    <a:pos x="T6" y="T7"/>
                  </a:cxn>
                  <a:cxn ang="0">
                    <a:pos x="T8" y="T9"/>
                  </a:cxn>
                </a:cxnLst>
                <a:rect l="0" t="0" r="r" b="b"/>
                <a:pathLst>
                  <a:path w="83" h="70">
                    <a:moveTo>
                      <a:pt x="83" y="31"/>
                    </a:moveTo>
                    <a:lnTo>
                      <a:pt x="65" y="70"/>
                    </a:lnTo>
                    <a:lnTo>
                      <a:pt x="0" y="39"/>
                    </a:lnTo>
                    <a:lnTo>
                      <a:pt x="18" y="0"/>
                    </a:lnTo>
                    <a:lnTo>
                      <a:pt x="83" y="31"/>
                    </a:ln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5" name="Freeform 39"/>
              <p:cNvSpPr>
                <a:spLocks/>
              </p:cNvSpPr>
              <p:nvPr/>
            </p:nvSpPr>
            <p:spPr bwMode="auto">
              <a:xfrm>
                <a:off x="9626250" y="3171582"/>
                <a:ext cx="372030" cy="414853"/>
              </a:xfrm>
              <a:custGeom>
                <a:avLst/>
                <a:gdLst>
                  <a:gd name="T0" fmla="*/ 17 w 296"/>
                  <a:gd name="T1" fmla="*/ 0 h 330"/>
                  <a:gd name="T2" fmla="*/ 15 w 296"/>
                  <a:gd name="T3" fmla="*/ 73 h 330"/>
                  <a:gd name="T4" fmla="*/ 0 w 296"/>
                  <a:gd name="T5" fmla="*/ 90 h 330"/>
                  <a:gd name="T6" fmla="*/ 84 w 296"/>
                  <a:gd name="T7" fmla="*/ 125 h 330"/>
                  <a:gd name="T8" fmla="*/ 90 w 296"/>
                  <a:gd name="T9" fmla="*/ 129 h 330"/>
                  <a:gd name="T10" fmla="*/ 109 w 296"/>
                  <a:gd name="T11" fmla="*/ 146 h 330"/>
                  <a:gd name="T12" fmla="*/ 101 w 296"/>
                  <a:gd name="T13" fmla="*/ 163 h 330"/>
                  <a:gd name="T14" fmla="*/ 88 w 296"/>
                  <a:gd name="T15" fmla="*/ 155 h 330"/>
                  <a:gd name="T16" fmla="*/ 61 w 296"/>
                  <a:gd name="T17" fmla="*/ 161 h 330"/>
                  <a:gd name="T18" fmla="*/ 67 w 296"/>
                  <a:gd name="T19" fmla="*/ 189 h 330"/>
                  <a:gd name="T20" fmla="*/ 89 w 296"/>
                  <a:gd name="T21" fmla="*/ 203 h 330"/>
                  <a:gd name="T22" fmla="*/ 122 w 296"/>
                  <a:gd name="T23" fmla="*/ 223 h 330"/>
                  <a:gd name="T24" fmla="*/ 132 w 296"/>
                  <a:gd name="T25" fmla="*/ 291 h 330"/>
                  <a:gd name="T26" fmla="*/ 201 w 296"/>
                  <a:gd name="T27" fmla="*/ 330 h 330"/>
                  <a:gd name="T28" fmla="*/ 248 w 296"/>
                  <a:gd name="T29" fmla="*/ 205 h 330"/>
                  <a:gd name="T30" fmla="*/ 282 w 296"/>
                  <a:gd name="T31" fmla="*/ 176 h 330"/>
                  <a:gd name="T32" fmla="*/ 296 w 296"/>
                  <a:gd name="T33" fmla="*/ 153 h 330"/>
                  <a:gd name="T34" fmla="*/ 208 w 296"/>
                  <a:gd name="T35" fmla="*/ 89 h 330"/>
                  <a:gd name="T36" fmla="*/ 223 w 296"/>
                  <a:gd name="T37" fmla="*/ 64 h 330"/>
                  <a:gd name="T38" fmla="*/ 17 w 296"/>
                  <a:gd name="T39" fmla="*/ 0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96" h="330">
                    <a:moveTo>
                      <a:pt x="17" y="0"/>
                    </a:moveTo>
                    <a:cubicBezTo>
                      <a:pt x="30" y="20"/>
                      <a:pt x="30" y="48"/>
                      <a:pt x="15" y="73"/>
                    </a:cubicBezTo>
                    <a:cubicBezTo>
                      <a:pt x="10" y="79"/>
                      <a:pt x="6" y="85"/>
                      <a:pt x="0" y="90"/>
                    </a:cubicBezTo>
                    <a:cubicBezTo>
                      <a:pt x="27" y="95"/>
                      <a:pt x="56" y="107"/>
                      <a:pt x="84" y="125"/>
                    </a:cubicBezTo>
                    <a:cubicBezTo>
                      <a:pt x="86" y="126"/>
                      <a:pt x="88" y="127"/>
                      <a:pt x="90" y="129"/>
                    </a:cubicBezTo>
                    <a:cubicBezTo>
                      <a:pt x="101" y="139"/>
                      <a:pt x="109" y="146"/>
                      <a:pt x="109" y="146"/>
                    </a:cubicBezTo>
                    <a:cubicBezTo>
                      <a:pt x="106" y="152"/>
                      <a:pt x="104" y="158"/>
                      <a:pt x="101" y="163"/>
                    </a:cubicBezTo>
                    <a:cubicBezTo>
                      <a:pt x="96" y="160"/>
                      <a:pt x="91" y="156"/>
                      <a:pt x="88" y="155"/>
                    </a:cubicBezTo>
                    <a:cubicBezTo>
                      <a:pt x="79" y="149"/>
                      <a:pt x="67" y="152"/>
                      <a:pt x="61" y="161"/>
                    </a:cubicBezTo>
                    <a:cubicBezTo>
                      <a:pt x="55" y="171"/>
                      <a:pt x="58" y="183"/>
                      <a:pt x="67" y="189"/>
                    </a:cubicBezTo>
                    <a:cubicBezTo>
                      <a:pt x="71" y="191"/>
                      <a:pt x="85" y="200"/>
                      <a:pt x="89" y="203"/>
                    </a:cubicBezTo>
                    <a:cubicBezTo>
                      <a:pt x="90" y="203"/>
                      <a:pt x="122" y="223"/>
                      <a:pt x="122" y="223"/>
                    </a:cubicBezTo>
                    <a:cubicBezTo>
                      <a:pt x="122" y="239"/>
                      <a:pt x="132" y="291"/>
                      <a:pt x="132" y="291"/>
                    </a:cubicBezTo>
                    <a:cubicBezTo>
                      <a:pt x="201" y="330"/>
                      <a:pt x="201" y="330"/>
                      <a:pt x="201" y="330"/>
                    </a:cubicBezTo>
                    <a:cubicBezTo>
                      <a:pt x="248" y="205"/>
                      <a:pt x="248" y="205"/>
                      <a:pt x="248" y="205"/>
                    </a:cubicBezTo>
                    <a:cubicBezTo>
                      <a:pt x="260" y="195"/>
                      <a:pt x="273" y="191"/>
                      <a:pt x="282" y="176"/>
                    </a:cubicBezTo>
                    <a:cubicBezTo>
                      <a:pt x="287" y="168"/>
                      <a:pt x="293" y="162"/>
                      <a:pt x="296" y="153"/>
                    </a:cubicBezTo>
                    <a:cubicBezTo>
                      <a:pt x="208" y="89"/>
                      <a:pt x="208" y="89"/>
                      <a:pt x="208" y="89"/>
                    </a:cubicBezTo>
                    <a:cubicBezTo>
                      <a:pt x="223" y="64"/>
                      <a:pt x="223" y="64"/>
                      <a:pt x="223" y="64"/>
                    </a:cubicBezTo>
                    <a:lnTo>
                      <a:pt x="17" y="0"/>
                    </a:ln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6" name="Freeform 40"/>
              <p:cNvSpPr>
                <a:spLocks/>
              </p:cNvSpPr>
              <p:nvPr/>
            </p:nvSpPr>
            <p:spPr bwMode="auto">
              <a:xfrm>
                <a:off x="9778809" y="3259906"/>
                <a:ext cx="18735" cy="18735"/>
              </a:xfrm>
              <a:custGeom>
                <a:avLst/>
                <a:gdLst>
                  <a:gd name="T0" fmla="*/ 11 w 15"/>
                  <a:gd name="T1" fmla="*/ 2 h 16"/>
                  <a:gd name="T2" fmla="*/ 13 w 15"/>
                  <a:gd name="T3" fmla="*/ 12 h 16"/>
                  <a:gd name="T4" fmla="*/ 4 w 15"/>
                  <a:gd name="T5" fmla="*/ 14 h 16"/>
                  <a:gd name="T6" fmla="*/ 2 w 15"/>
                  <a:gd name="T7" fmla="*/ 5 h 16"/>
                  <a:gd name="T8" fmla="*/ 11 w 15"/>
                  <a:gd name="T9" fmla="*/ 2 h 16"/>
                </a:gdLst>
                <a:ahLst/>
                <a:cxnLst>
                  <a:cxn ang="0">
                    <a:pos x="T0" y="T1"/>
                  </a:cxn>
                  <a:cxn ang="0">
                    <a:pos x="T2" y="T3"/>
                  </a:cxn>
                  <a:cxn ang="0">
                    <a:pos x="T4" y="T5"/>
                  </a:cxn>
                  <a:cxn ang="0">
                    <a:pos x="T6" y="T7"/>
                  </a:cxn>
                  <a:cxn ang="0">
                    <a:pos x="T8" y="T9"/>
                  </a:cxn>
                </a:cxnLst>
                <a:rect l="0" t="0" r="r" b="b"/>
                <a:pathLst>
                  <a:path w="15" h="16">
                    <a:moveTo>
                      <a:pt x="11" y="2"/>
                    </a:moveTo>
                    <a:cubicBezTo>
                      <a:pt x="14" y="4"/>
                      <a:pt x="15" y="9"/>
                      <a:pt x="13" y="12"/>
                    </a:cubicBezTo>
                    <a:cubicBezTo>
                      <a:pt x="11" y="15"/>
                      <a:pt x="7" y="16"/>
                      <a:pt x="4" y="14"/>
                    </a:cubicBezTo>
                    <a:cubicBezTo>
                      <a:pt x="1" y="12"/>
                      <a:pt x="0" y="8"/>
                      <a:pt x="2" y="5"/>
                    </a:cubicBezTo>
                    <a:cubicBezTo>
                      <a:pt x="4" y="1"/>
                      <a:pt x="8" y="0"/>
                      <a:pt x="11" y="2"/>
                    </a:cubicBezTo>
                    <a:close/>
                  </a:path>
                </a:pathLst>
              </a:custGeom>
              <a:solidFill>
                <a:srgbClr val="002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7" name="Freeform 41"/>
              <p:cNvSpPr>
                <a:spLocks/>
              </p:cNvSpPr>
              <p:nvPr/>
            </p:nvSpPr>
            <p:spPr bwMode="auto">
              <a:xfrm>
                <a:off x="9816280" y="3356259"/>
                <a:ext cx="179324" cy="230177"/>
              </a:xfrm>
              <a:custGeom>
                <a:avLst/>
                <a:gdLst>
                  <a:gd name="T0" fmla="*/ 130 w 142"/>
                  <a:gd name="T1" fmla="*/ 0 h 184"/>
                  <a:gd name="T2" fmla="*/ 46 w 142"/>
                  <a:gd name="T3" fmla="*/ 69 h 184"/>
                  <a:gd name="T4" fmla="*/ 0 w 142"/>
                  <a:gd name="T5" fmla="*/ 59 h 184"/>
                  <a:gd name="T6" fmla="*/ 26 w 142"/>
                  <a:gd name="T7" fmla="*/ 171 h 184"/>
                  <a:gd name="T8" fmla="*/ 50 w 142"/>
                  <a:gd name="T9" fmla="*/ 184 h 184"/>
                  <a:gd name="T10" fmla="*/ 103 w 142"/>
                  <a:gd name="T11" fmla="*/ 137 h 184"/>
                  <a:gd name="T12" fmla="*/ 99 w 142"/>
                  <a:gd name="T13" fmla="*/ 75 h 184"/>
                  <a:gd name="T14" fmla="*/ 128 w 142"/>
                  <a:gd name="T15" fmla="*/ 38 h 184"/>
                  <a:gd name="T16" fmla="*/ 129 w 142"/>
                  <a:gd name="T17" fmla="*/ 33 h 184"/>
                  <a:gd name="T18" fmla="*/ 132 w 142"/>
                  <a:gd name="T19" fmla="*/ 31 h 184"/>
                  <a:gd name="T20" fmla="*/ 142 w 142"/>
                  <a:gd name="T21" fmla="*/ 7 h 184"/>
                  <a:gd name="T22" fmla="*/ 130 w 142"/>
                  <a:gd name="T23" fmla="*/ 0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2" h="184">
                    <a:moveTo>
                      <a:pt x="130" y="0"/>
                    </a:moveTo>
                    <a:cubicBezTo>
                      <a:pt x="46" y="69"/>
                      <a:pt x="46" y="69"/>
                      <a:pt x="46" y="69"/>
                    </a:cubicBezTo>
                    <a:cubicBezTo>
                      <a:pt x="0" y="59"/>
                      <a:pt x="0" y="59"/>
                      <a:pt x="0" y="59"/>
                    </a:cubicBezTo>
                    <a:cubicBezTo>
                      <a:pt x="26" y="171"/>
                      <a:pt x="26" y="171"/>
                      <a:pt x="26" y="171"/>
                    </a:cubicBezTo>
                    <a:cubicBezTo>
                      <a:pt x="50" y="184"/>
                      <a:pt x="50" y="184"/>
                      <a:pt x="50" y="184"/>
                    </a:cubicBezTo>
                    <a:cubicBezTo>
                      <a:pt x="103" y="137"/>
                      <a:pt x="103" y="137"/>
                      <a:pt x="103" y="137"/>
                    </a:cubicBezTo>
                    <a:cubicBezTo>
                      <a:pt x="99" y="75"/>
                      <a:pt x="99" y="75"/>
                      <a:pt x="99" y="75"/>
                    </a:cubicBezTo>
                    <a:cubicBezTo>
                      <a:pt x="110" y="64"/>
                      <a:pt x="120" y="52"/>
                      <a:pt x="128" y="38"/>
                    </a:cubicBezTo>
                    <a:cubicBezTo>
                      <a:pt x="128" y="36"/>
                      <a:pt x="128" y="35"/>
                      <a:pt x="129" y="33"/>
                    </a:cubicBezTo>
                    <a:cubicBezTo>
                      <a:pt x="130" y="32"/>
                      <a:pt x="131" y="32"/>
                      <a:pt x="132" y="31"/>
                    </a:cubicBezTo>
                    <a:cubicBezTo>
                      <a:pt x="136" y="23"/>
                      <a:pt x="139" y="15"/>
                      <a:pt x="142" y="7"/>
                    </a:cubicBezTo>
                    <a:lnTo>
                      <a:pt x="130" y="0"/>
                    </a:lnTo>
                    <a:close/>
                  </a:path>
                </a:pathLst>
              </a:custGeom>
              <a:solidFill>
                <a:srgbClr val="FFB9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sp>
        <p:nvSpPr>
          <p:cNvPr id="3" name="TextBox 2"/>
          <p:cNvSpPr txBox="1"/>
          <p:nvPr userDrawn="1"/>
        </p:nvSpPr>
        <p:spPr>
          <a:xfrm>
            <a:off x="148079" y="296862"/>
            <a:ext cx="4337341" cy="683264"/>
          </a:xfrm>
          <a:prstGeom prst="rect">
            <a:avLst/>
          </a:prstGeom>
          <a:noFill/>
        </p:spPr>
        <p:txBody>
          <a:bodyPr wrap="none" lIns="182880" tIns="146304" rIns="182880" bIns="146304" rtlCol="0">
            <a:spAutoFit/>
          </a:bodyPr>
          <a:lstStyle/>
          <a:p>
            <a:pPr>
              <a:lnSpc>
                <a:spcPct val="90000"/>
              </a:lnSpc>
              <a:spcAft>
                <a:spcPts val="600"/>
              </a:spcAft>
            </a:pPr>
            <a:r>
              <a:rPr lang="en-US" sz="2800">
                <a:solidFill>
                  <a:srgbClr val="737373"/>
                </a:solidFill>
                <a:latin typeface="+mj-lt"/>
              </a:rPr>
              <a:t>Microsoft Virtual Academy</a:t>
            </a:r>
          </a:p>
        </p:txBody>
      </p:sp>
    </p:spTree>
    <p:extLst>
      <p:ext uri="{BB962C8B-B14F-4D97-AF65-F5344CB8AC3E}">
        <p14:creationId xmlns:p14="http://schemas.microsoft.com/office/powerpoint/2010/main" val="288605353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5" name="Text Placeholder 4"/>
          <p:cNvSpPr>
            <a:spLocks noGrp="1"/>
          </p:cNvSpPr>
          <p:nvPr>
            <p:ph type="body" sz="quarter" idx="12" hasCustomPrompt="1"/>
          </p:nvPr>
        </p:nvSpPr>
        <p:spPr>
          <a:xfrm>
            <a:off x="274638" y="2774679"/>
            <a:ext cx="8436348" cy="914400"/>
          </a:xfrm>
          <a:noFill/>
        </p:spPr>
        <p:txBody>
          <a:bodyPr lIns="91440" tIns="91440" rIns="91440" bIns="91440">
            <a:noAutofit/>
          </a:bodyPr>
          <a:lstStyle>
            <a:lvl1pPr marL="0" indent="0">
              <a:spcBef>
                <a:spcPts val="0"/>
              </a:spcBef>
              <a:buNone/>
              <a:defRPr sz="2800" spc="0" baseline="0">
                <a:gradFill>
                  <a:gsLst>
                    <a:gs pos="0">
                      <a:schemeClr val="tx1"/>
                    </a:gs>
                    <a:gs pos="100000">
                      <a:schemeClr val="tx1"/>
                    </a:gs>
                  </a:gsLst>
                  <a:lin ang="5400000" scaled="0"/>
                </a:gradFill>
                <a:latin typeface="+mj-lt"/>
              </a:defRPr>
            </a:lvl1pPr>
          </a:lstStyle>
          <a:p>
            <a:pPr lvl="0"/>
            <a:r>
              <a:rPr lang="en-US" dirty="0"/>
              <a:t>Speaker Name</a:t>
            </a:r>
          </a:p>
        </p:txBody>
      </p:sp>
      <p:sp>
        <p:nvSpPr>
          <p:cNvPr id="9" name="Title 1"/>
          <p:cNvSpPr>
            <a:spLocks noGrp="1"/>
          </p:cNvSpPr>
          <p:nvPr>
            <p:ph type="title" hasCustomPrompt="1"/>
          </p:nvPr>
        </p:nvSpPr>
        <p:spPr>
          <a:xfrm>
            <a:off x="274637" y="1677399"/>
            <a:ext cx="8436348" cy="1097280"/>
          </a:xfrm>
          <a:noFill/>
        </p:spPr>
        <p:txBody>
          <a:bodyPr lIns="91440" tIns="91440" rIns="91440" bIns="91440" anchor="t" anchorCtr="0"/>
          <a:lstStyle>
            <a:lvl1pPr>
              <a:defRPr sz="6000" spc="-80" baseline="0">
                <a:solidFill>
                  <a:srgbClr val="0072C6"/>
                </a:solidFill>
              </a:defRPr>
            </a:lvl1pPr>
          </a:lstStyle>
          <a:p>
            <a:r>
              <a:rPr lang="en-US" dirty="0"/>
              <a:t>Presentation title</a:t>
            </a:r>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invGray">
          <a:xfrm>
            <a:off x="350837" y="6164262"/>
            <a:ext cx="1645920" cy="352578"/>
          </a:xfrm>
          <a:prstGeom prst="rect">
            <a:avLst/>
          </a:prstGeom>
        </p:spPr>
      </p:pic>
      <p:grpSp>
        <p:nvGrpSpPr>
          <p:cNvPr id="49" name="Group 48"/>
          <p:cNvGrpSpPr/>
          <p:nvPr userDrawn="1"/>
        </p:nvGrpSpPr>
        <p:grpSpPr>
          <a:xfrm>
            <a:off x="9258067" y="1695132"/>
            <a:ext cx="2805578" cy="3604260"/>
            <a:chOff x="4173933" y="1990739"/>
            <a:chExt cx="2457160" cy="3156656"/>
          </a:xfrm>
        </p:grpSpPr>
        <p:sp>
          <p:nvSpPr>
            <p:cNvPr id="50" name="Freeform 8"/>
            <p:cNvSpPr>
              <a:spLocks noEditPoints="1"/>
            </p:cNvSpPr>
            <p:nvPr/>
          </p:nvSpPr>
          <p:spPr bwMode="auto">
            <a:xfrm>
              <a:off x="4825097" y="2367213"/>
              <a:ext cx="1197063" cy="1195470"/>
            </a:xfrm>
            <a:custGeom>
              <a:avLst/>
              <a:gdLst>
                <a:gd name="T0" fmla="*/ 670 w 1598"/>
                <a:gd name="T1" fmla="*/ 1577 h 1597"/>
                <a:gd name="T2" fmla="*/ 760 w 1598"/>
                <a:gd name="T3" fmla="*/ 1597 h 1597"/>
                <a:gd name="T4" fmla="*/ 917 w 1598"/>
                <a:gd name="T5" fmla="*/ 1569 h 1597"/>
                <a:gd name="T6" fmla="*/ 839 w 1598"/>
                <a:gd name="T7" fmla="*/ 1597 h 1597"/>
                <a:gd name="T8" fmla="*/ 516 w 1598"/>
                <a:gd name="T9" fmla="*/ 1535 h 1597"/>
                <a:gd name="T10" fmla="*/ 602 w 1598"/>
                <a:gd name="T11" fmla="*/ 1573 h 1597"/>
                <a:gd name="T12" fmla="*/ 1070 w 1598"/>
                <a:gd name="T13" fmla="*/ 1529 h 1597"/>
                <a:gd name="T14" fmla="*/ 997 w 1598"/>
                <a:gd name="T15" fmla="*/ 1573 h 1597"/>
                <a:gd name="T16" fmla="*/ 374 w 1598"/>
                <a:gd name="T17" fmla="*/ 1463 h 1597"/>
                <a:gd name="T18" fmla="*/ 452 w 1598"/>
                <a:gd name="T19" fmla="*/ 1517 h 1597"/>
                <a:gd name="T20" fmla="*/ 1211 w 1598"/>
                <a:gd name="T21" fmla="*/ 1460 h 1597"/>
                <a:gd name="T22" fmla="*/ 1147 w 1598"/>
                <a:gd name="T23" fmla="*/ 1517 h 1597"/>
                <a:gd name="T24" fmla="*/ 249 w 1598"/>
                <a:gd name="T25" fmla="*/ 1364 h 1597"/>
                <a:gd name="T26" fmla="*/ 317 w 1598"/>
                <a:gd name="T27" fmla="*/ 1433 h 1597"/>
                <a:gd name="T28" fmla="*/ 1336 w 1598"/>
                <a:gd name="T29" fmla="*/ 1363 h 1597"/>
                <a:gd name="T30" fmla="*/ 1282 w 1598"/>
                <a:gd name="T31" fmla="*/ 1432 h 1597"/>
                <a:gd name="T32" fmla="*/ 146 w 1598"/>
                <a:gd name="T33" fmla="*/ 1242 h 1597"/>
                <a:gd name="T34" fmla="*/ 201 w 1598"/>
                <a:gd name="T35" fmla="*/ 1323 h 1597"/>
                <a:gd name="T36" fmla="*/ 1438 w 1598"/>
                <a:gd name="T37" fmla="*/ 1244 h 1597"/>
                <a:gd name="T38" fmla="*/ 1398 w 1598"/>
                <a:gd name="T39" fmla="*/ 1323 h 1597"/>
                <a:gd name="T40" fmla="*/ 71 w 1598"/>
                <a:gd name="T41" fmla="*/ 1102 h 1597"/>
                <a:gd name="T42" fmla="*/ 110 w 1598"/>
                <a:gd name="T43" fmla="*/ 1192 h 1597"/>
                <a:gd name="T44" fmla="*/ 1515 w 1598"/>
                <a:gd name="T45" fmla="*/ 1106 h 1597"/>
                <a:gd name="T46" fmla="*/ 1489 w 1598"/>
                <a:gd name="T47" fmla="*/ 1192 h 1597"/>
                <a:gd name="T48" fmla="*/ 25 w 1598"/>
                <a:gd name="T49" fmla="*/ 949 h 1597"/>
                <a:gd name="T50" fmla="*/ 47 w 1598"/>
                <a:gd name="T51" fmla="*/ 1046 h 1597"/>
                <a:gd name="T52" fmla="*/ 1562 w 1598"/>
                <a:gd name="T53" fmla="*/ 956 h 1597"/>
                <a:gd name="T54" fmla="*/ 1552 w 1598"/>
                <a:gd name="T55" fmla="*/ 1045 h 1597"/>
                <a:gd name="T56" fmla="*/ 10 w 1598"/>
                <a:gd name="T57" fmla="*/ 790 h 1597"/>
                <a:gd name="T58" fmla="*/ 16 w 1598"/>
                <a:gd name="T59" fmla="*/ 890 h 1597"/>
                <a:gd name="T60" fmla="*/ 1574 w 1598"/>
                <a:gd name="T61" fmla="*/ 878 h 1597"/>
                <a:gd name="T62" fmla="*/ 1598 w 1598"/>
                <a:gd name="T63" fmla="*/ 797 h 1597"/>
                <a:gd name="T64" fmla="*/ 14 w 1598"/>
                <a:gd name="T65" fmla="*/ 730 h 1597"/>
                <a:gd name="T66" fmla="*/ 28 w 1598"/>
                <a:gd name="T67" fmla="*/ 631 h 1597"/>
                <a:gd name="T68" fmla="*/ 1584 w 1598"/>
                <a:gd name="T69" fmla="*/ 727 h 1597"/>
                <a:gd name="T70" fmla="*/ 1581 w 1598"/>
                <a:gd name="T71" fmla="*/ 637 h 1597"/>
                <a:gd name="T72" fmla="*/ 46 w 1598"/>
                <a:gd name="T73" fmla="*/ 574 h 1597"/>
                <a:gd name="T74" fmla="*/ 78 w 1598"/>
                <a:gd name="T75" fmla="*/ 480 h 1597"/>
                <a:gd name="T76" fmla="*/ 1551 w 1598"/>
                <a:gd name="T77" fmla="*/ 571 h 1597"/>
                <a:gd name="T78" fmla="*/ 1533 w 1598"/>
                <a:gd name="T79" fmla="*/ 482 h 1597"/>
                <a:gd name="T80" fmla="*/ 109 w 1598"/>
                <a:gd name="T81" fmla="*/ 427 h 1597"/>
                <a:gd name="T82" fmla="*/ 157 w 1598"/>
                <a:gd name="T83" fmla="*/ 341 h 1597"/>
                <a:gd name="T84" fmla="*/ 1488 w 1598"/>
                <a:gd name="T85" fmla="*/ 425 h 1597"/>
                <a:gd name="T86" fmla="*/ 1454 w 1598"/>
                <a:gd name="T87" fmla="*/ 341 h 1597"/>
                <a:gd name="T88" fmla="*/ 200 w 1598"/>
                <a:gd name="T89" fmla="*/ 296 h 1597"/>
                <a:gd name="T90" fmla="*/ 262 w 1598"/>
                <a:gd name="T91" fmla="*/ 221 h 1597"/>
                <a:gd name="T92" fmla="*/ 1396 w 1598"/>
                <a:gd name="T93" fmla="*/ 294 h 1597"/>
                <a:gd name="T94" fmla="*/ 1348 w 1598"/>
                <a:gd name="T95" fmla="*/ 219 h 1597"/>
                <a:gd name="T96" fmla="*/ 315 w 1598"/>
                <a:gd name="T97" fmla="*/ 186 h 1597"/>
                <a:gd name="T98" fmla="*/ 389 w 1598"/>
                <a:gd name="T99" fmla="*/ 125 h 1597"/>
                <a:gd name="T100" fmla="*/ 1281 w 1598"/>
                <a:gd name="T101" fmla="*/ 184 h 1597"/>
                <a:gd name="T102" fmla="*/ 1220 w 1598"/>
                <a:gd name="T103" fmla="*/ 120 h 1597"/>
                <a:gd name="T104" fmla="*/ 451 w 1598"/>
                <a:gd name="T105" fmla="*/ 101 h 1597"/>
                <a:gd name="T106" fmla="*/ 533 w 1598"/>
                <a:gd name="T107" fmla="*/ 56 h 1597"/>
                <a:gd name="T108" fmla="*/ 1145 w 1598"/>
                <a:gd name="T109" fmla="*/ 100 h 1597"/>
                <a:gd name="T110" fmla="*/ 1075 w 1598"/>
                <a:gd name="T111" fmla="*/ 49 h 1597"/>
                <a:gd name="T112" fmla="*/ 600 w 1598"/>
                <a:gd name="T113" fmla="*/ 46 h 1597"/>
                <a:gd name="T114" fmla="*/ 688 w 1598"/>
                <a:gd name="T115" fmla="*/ 18 h 1597"/>
                <a:gd name="T116" fmla="*/ 995 w 1598"/>
                <a:gd name="T117" fmla="*/ 45 h 1597"/>
                <a:gd name="T118" fmla="*/ 919 w 1598"/>
                <a:gd name="T119" fmla="*/ 9 h 1597"/>
                <a:gd name="T120" fmla="*/ 758 w 1598"/>
                <a:gd name="T121" fmla="*/ 21 h 1597"/>
                <a:gd name="T122" fmla="*/ 848 w 1598"/>
                <a:gd name="T123" fmla="*/ 12 h 1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98" h="1597">
                  <a:moveTo>
                    <a:pt x="760" y="1597"/>
                  </a:moveTo>
                  <a:cubicBezTo>
                    <a:pt x="759" y="1597"/>
                    <a:pt x="759" y="1597"/>
                    <a:pt x="759" y="1597"/>
                  </a:cubicBezTo>
                  <a:cubicBezTo>
                    <a:pt x="732" y="1595"/>
                    <a:pt x="705" y="1593"/>
                    <a:pt x="679" y="1589"/>
                  </a:cubicBezTo>
                  <a:cubicBezTo>
                    <a:pt x="673" y="1588"/>
                    <a:pt x="669" y="1583"/>
                    <a:pt x="670" y="1577"/>
                  </a:cubicBezTo>
                  <a:cubicBezTo>
                    <a:pt x="671" y="1572"/>
                    <a:pt x="676" y="1568"/>
                    <a:pt x="682" y="1569"/>
                  </a:cubicBezTo>
                  <a:cubicBezTo>
                    <a:pt x="707" y="1573"/>
                    <a:pt x="734" y="1575"/>
                    <a:pt x="760" y="1577"/>
                  </a:cubicBezTo>
                  <a:cubicBezTo>
                    <a:pt x="766" y="1577"/>
                    <a:pt x="770" y="1582"/>
                    <a:pt x="770" y="1587"/>
                  </a:cubicBezTo>
                  <a:cubicBezTo>
                    <a:pt x="769" y="1592"/>
                    <a:pt x="765" y="1597"/>
                    <a:pt x="760" y="1597"/>
                  </a:cubicBezTo>
                  <a:close/>
                  <a:moveTo>
                    <a:pt x="839" y="1597"/>
                  </a:moveTo>
                  <a:cubicBezTo>
                    <a:pt x="834" y="1597"/>
                    <a:pt x="830" y="1592"/>
                    <a:pt x="829" y="1587"/>
                  </a:cubicBezTo>
                  <a:cubicBezTo>
                    <a:pt x="829" y="1582"/>
                    <a:pt x="833" y="1577"/>
                    <a:pt x="839" y="1577"/>
                  </a:cubicBezTo>
                  <a:cubicBezTo>
                    <a:pt x="865" y="1575"/>
                    <a:pt x="892" y="1573"/>
                    <a:pt x="917" y="1569"/>
                  </a:cubicBezTo>
                  <a:cubicBezTo>
                    <a:pt x="923" y="1568"/>
                    <a:pt x="928" y="1572"/>
                    <a:pt x="929" y="1577"/>
                  </a:cubicBezTo>
                  <a:cubicBezTo>
                    <a:pt x="930" y="1583"/>
                    <a:pt x="926" y="1588"/>
                    <a:pt x="920" y="1588"/>
                  </a:cubicBezTo>
                  <a:cubicBezTo>
                    <a:pt x="894" y="1592"/>
                    <a:pt x="867" y="1595"/>
                    <a:pt x="840" y="1597"/>
                  </a:cubicBezTo>
                  <a:lnTo>
                    <a:pt x="839" y="1597"/>
                  </a:lnTo>
                  <a:close/>
                  <a:moveTo>
                    <a:pt x="602" y="1573"/>
                  </a:moveTo>
                  <a:cubicBezTo>
                    <a:pt x="601" y="1573"/>
                    <a:pt x="600" y="1573"/>
                    <a:pt x="599" y="1572"/>
                  </a:cubicBezTo>
                  <a:cubicBezTo>
                    <a:pt x="573" y="1566"/>
                    <a:pt x="547" y="1558"/>
                    <a:pt x="522" y="1548"/>
                  </a:cubicBezTo>
                  <a:cubicBezTo>
                    <a:pt x="517" y="1546"/>
                    <a:pt x="514" y="1541"/>
                    <a:pt x="516" y="1535"/>
                  </a:cubicBezTo>
                  <a:cubicBezTo>
                    <a:pt x="518" y="1530"/>
                    <a:pt x="524" y="1528"/>
                    <a:pt x="529" y="1530"/>
                  </a:cubicBezTo>
                  <a:cubicBezTo>
                    <a:pt x="554" y="1539"/>
                    <a:pt x="579" y="1547"/>
                    <a:pt x="604" y="1553"/>
                  </a:cubicBezTo>
                  <a:cubicBezTo>
                    <a:pt x="610" y="1554"/>
                    <a:pt x="613" y="1560"/>
                    <a:pt x="612" y="1565"/>
                  </a:cubicBezTo>
                  <a:cubicBezTo>
                    <a:pt x="610" y="1570"/>
                    <a:pt x="606" y="1573"/>
                    <a:pt x="602" y="1573"/>
                  </a:cubicBezTo>
                  <a:close/>
                  <a:moveTo>
                    <a:pt x="997" y="1573"/>
                  </a:moveTo>
                  <a:cubicBezTo>
                    <a:pt x="993" y="1573"/>
                    <a:pt x="989" y="1570"/>
                    <a:pt x="987" y="1565"/>
                  </a:cubicBezTo>
                  <a:cubicBezTo>
                    <a:pt x="986" y="1560"/>
                    <a:pt x="989" y="1554"/>
                    <a:pt x="995" y="1553"/>
                  </a:cubicBezTo>
                  <a:cubicBezTo>
                    <a:pt x="1020" y="1546"/>
                    <a:pt x="1045" y="1538"/>
                    <a:pt x="1070" y="1529"/>
                  </a:cubicBezTo>
                  <a:cubicBezTo>
                    <a:pt x="1075" y="1527"/>
                    <a:pt x="1081" y="1530"/>
                    <a:pt x="1083" y="1535"/>
                  </a:cubicBezTo>
                  <a:cubicBezTo>
                    <a:pt x="1085" y="1540"/>
                    <a:pt x="1082" y="1546"/>
                    <a:pt x="1077" y="1548"/>
                  </a:cubicBezTo>
                  <a:cubicBezTo>
                    <a:pt x="1052" y="1557"/>
                    <a:pt x="1026" y="1565"/>
                    <a:pt x="1000" y="1572"/>
                  </a:cubicBezTo>
                  <a:cubicBezTo>
                    <a:pt x="999" y="1572"/>
                    <a:pt x="998" y="1573"/>
                    <a:pt x="997" y="1573"/>
                  </a:cubicBezTo>
                  <a:close/>
                  <a:moveTo>
                    <a:pt x="452" y="1517"/>
                  </a:moveTo>
                  <a:cubicBezTo>
                    <a:pt x="451" y="1517"/>
                    <a:pt x="449" y="1517"/>
                    <a:pt x="448" y="1516"/>
                  </a:cubicBezTo>
                  <a:cubicBezTo>
                    <a:pt x="424" y="1505"/>
                    <a:pt x="400" y="1491"/>
                    <a:pt x="377" y="1477"/>
                  </a:cubicBezTo>
                  <a:cubicBezTo>
                    <a:pt x="372" y="1474"/>
                    <a:pt x="371" y="1468"/>
                    <a:pt x="374" y="1463"/>
                  </a:cubicBezTo>
                  <a:cubicBezTo>
                    <a:pt x="377" y="1459"/>
                    <a:pt x="383" y="1457"/>
                    <a:pt x="388" y="1460"/>
                  </a:cubicBezTo>
                  <a:cubicBezTo>
                    <a:pt x="410" y="1474"/>
                    <a:pt x="433" y="1487"/>
                    <a:pt x="457" y="1498"/>
                  </a:cubicBezTo>
                  <a:cubicBezTo>
                    <a:pt x="462" y="1501"/>
                    <a:pt x="464" y="1507"/>
                    <a:pt x="461" y="1512"/>
                  </a:cubicBezTo>
                  <a:cubicBezTo>
                    <a:pt x="459" y="1515"/>
                    <a:pt x="456" y="1517"/>
                    <a:pt x="452" y="1517"/>
                  </a:cubicBezTo>
                  <a:close/>
                  <a:moveTo>
                    <a:pt x="1147" y="1517"/>
                  </a:moveTo>
                  <a:cubicBezTo>
                    <a:pt x="1143" y="1517"/>
                    <a:pt x="1139" y="1515"/>
                    <a:pt x="1138" y="1511"/>
                  </a:cubicBezTo>
                  <a:cubicBezTo>
                    <a:pt x="1135" y="1506"/>
                    <a:pt x="1137" y="1501"/>
                    <a:pt x="1142" y="1498"/>
                  </a:cubicBezTo>
                  <a:cubicBezTo>
                    <a:pt x="1166" y="1487"/>
                    <a:pt x="1189" y="1474"/>
                    <a:pt x="1211" y="1460"/>
                  </a:cubicBezTo>
                  <a:cubicBezTo>
                    <a:pt x="1216" y="1457"/>
                    <a:pt x="1222" y="1458"/>
                    <a:pt x="1225" y="1463"/>
                  </a:cubicBezTo>
                  <a:cubicBezTo>
                    <a:pt x="1228" y="1468"/>
                    <a:pt x="1226" y="1474"/>
                    <a:pt x="1222" y="1477"/>
                  </a:cubicBezTo>
                  <a:cubicBezTo>
                    <a:pt x="1199" y="1491"/>
                    <a:pt x="1175" y="1504"/>
                    <a:pt x="1151" y="1516"/>
                  </a:cubicBezTo>
                  <a:cubicBezTo>
                    <a:pt x="1150" y="1517"/>
                    <a:pt x="1148" y="1517"/>
                    <a:pt x="1147" y="1517"/>
                  </a:cubicBezTo>
                  <a:close/>
                  <a:moveTo>
                    <a:pt x="317" y="1433"/>
                  </a:moveTo>
                  <a:cubicBezTo>
                    <a:pt x="315" y="1433"/>
                    <a:pt x="313" y="1432"/>
                    <a:pt x="311" y="1431"/>
                  </a:cubicBezTo>
                  <a:cubicBezTo>
                    <a:pt x="289" y="1414"/>
                    <a:pt x="269" y="1397"/>
                    <a:pt x="249" y="1378"/>
                  </a:cubicBezTo>
                  <a:cubicBezTo>
                    <a:pt x="245" y="1374"/>
                    <a:pt x="245" y="1368"/>
                    <a:pt x="249" y="1364"/>
                  </a:cubicBezTo>
                  <a:cubicBezTo>
                    <a:pt x="253" y="1360"/>
                    <a:pt x="259" y="1360"/>
                    <a:pt x="263" y="1364"/>
                  </a:cubicBezTo>
                  <a:cubicBezTo>
                    <a:pt x="282" y="1382"/>
                    <a:pt x="302" y="1399"/>
                    <a:pt x="323" y="1415"/>
                  </a:cubicBezTo>
                  <a:cubicBezTo>
                    <a:pt x="327" y="1418"/>
                    <a:pt x="328" y="1425"/>
                    <a:pt x="325" y="1429"/>
                  </a:cubicBezTo>
                  <a:cubicBezTo>
                    <a:pt x="323" y="1432"/>
                    <a:pt x="320" y="1433"/>
                    <a:pt x="317" y="1433"/>
                  </a:cubicBezTo>
                  <a:close/>
                  <a:moveTo>
                    <a:pt x="1282" y="1432"/>
                  </a:moveTo>
                  <a:cubicBezTo>
                    <a:pt x="1279" y="1432"/>
                    <a:pt x="1276" y="1431"/>
                    <a:pt x="1274" y="1429"/>
                  </a:cubicBezTo>
                  <a:cubicBezTo>
                    <a:pt x="1271" y="1424"/>
                    <a:pt x="1271" y="1418"/>
                    <a:pt x="1276" y="1415"/>
                  </a:cubicBezTo>
                  <a:cubicBezTo>
                    <a:pt x="1297" y="1399"/>
                    <a:pt x="1317" y="1381"/>
                    <a:pt x="1336" y="1363"/>
                  </a:cubicBezTo>
                  <a:cubicBezTo>
                    <a:pt x="1340" y="1359"/>
                    <a:pt x="1346" y="1360"/>
                    <a:pt x="1350" y="1364"/>
                  </a:cubicBezTo>
                  <a:cubicBezTo>
                    <a:pt x="1354" y="1368"/>
                    <a:pt x="1353" y="1374"/>
                    <a:pt x="1349" y="1378"/>
                  </a:cubicBezTo>
                  <a:cubicBezTo>
                    <a:pt x="1330" y="1396"/>
                    <a:pt x="1309" y="1414"/>
                    <a:pt x="1288" y="1430"/>
                  </a:cubicBezTo>
                  <a:cubicBezTo>
                    <a:pt x="1286" y="1432"/>
                    <a:pt x="1284" y="1432"/>
                    <a:pt x="1282" y="1432"/>
                  </a:cubicBezTo>
                  <a:close/>
                  <a:moveTo>
                    <a:pt x="201" y="1323"/>
                  </a:moveTo>
                  <a:cubicBezTo>
                    <a:pt x="198" y="1323"/>
                    <a:pt x="196" y="1322"/>
                    <a:pt x="194" y="1320"/>
                  </a:cubicBezTo>
                  <a:cubicBezTo>
                    <a:pt x="176" y="1299"/>
                    <a:pt x="159" y="1278"/>
                    <a:pt x="144" y="1256"/>
                  </a:cubicBezTo>
                  <a:cubicBezTo>
                    <a:pt x="141" y="1251"/>
                    <a:pt x="142" y="1245"/>
                    <a:pt x="146" y="1242"/>
                  </a:cubicBezTo>
                  <a:cubicBezTo>
                    <a:pt x="151" y="1239"/>
                    <a:pt x="157" y="1240"/>
                    <a:pt x="160" y="1244"/>
                  </a:cubicBezTo>
                  <a:cubicBezTo>
                    <a:pt x="175" y="1266"/>
                    <a:pt x="192" y="1287"/>
                    <a:pt x="209" y="1307"/>
                  </a:cubicBezTo>
                  <a:cubicBezTo>
                    <a:pt x="212" y="1311"/>
                    <a:pt x="212" y="1317"/>
                    <a:pt x="208" y="1321"/>
                  </a:cubicBezTo>
                  <a:cubicBezTo>
                    <a:pt x="206" y="1322"/>
                    <a:pt x="203" y="1323"/>
                    <a:pt x="201" y="1323"/>
                  </a:cubicBezTo>
                  <a:close/>
                  <a:moveTo>
                    <a:pt x="1398" y="1323"/>
                  </a:moveTo>
                  <a:cubicBezTo>
                    <a:pt x="1395" y="1323"/>
                    <a:pt x="1393" y="1322"/>
                    <a:pt x="1391" y="1320"/>
                  </a:cubicBezTo>
                  <a:cubicBezTo>
                    <a:pt x="1387" y="1317"/>
                    <a:pt x="1386" y="1310"/>
                    <a:pt x="1390" y="1306"/>
                  </a:cubicBezTo>
                  <a:cubicBezTo>
                    <a:pt x="1407" y="1286"/>
                    <a:pt x="1423" y="1265"/>
                    <a:pt x="1438" y="1244"/>
                  </a:cubicBezTo>
                  <a:cubicBezTo>
                    <a:pt x="1441" y="1239"/>
                    <a:pt x="1448" y="1238"/>
                    <a:pt x="1452" y="1241"/>
                  </a:cubicBezTo>
                  <a:cubicBezTo>
                    <a:pt x="1457" y="1244"/>
                    <a:pt x="1458" y="1251"/>
                    <a:pt x="1455" y="1255"/>
                  </a:cubicBezTo>
                  <a:cubicBezTo>
                    <a:pt x="1439" y="1277"/>
                    <a:pt x="1423" y="1299"/>
                    <a:pt x="1405" y="1319"/>
                  </a:cubicBezTo>
                  <a:cubicBezTo>
                    <a:pt x="1403" y="1321"/>
                    <a:pt x="1400" y="1323"/>
                    <a:pt x="1398" y="1323"/>
                  </a:cubicBezTo>
                  <a:close/>
                  <a:moveTo>
                    <a:pt x="110" y="1192"/>
                  </a:moveTo>
                  <a:cubicBezTo>
                    <a:pt x="106" y="1192"/>
                    <a:pt x="103" y="1191"/>
                    <a:pt x="101" y="1187"/>
                  </a:cubicBezTo>
                  <a:cubicBezTo>
                    <a:pt x="88" y="1164"/>
                    <a:pt x="76" y="1139"/>
                    <a:pt x="65" y="1115"/>
                  </a:cubicBezTo>
                  <a:cubicBezTo>
                    <a:pt x="63" y="1110"/>
                    <a:pt x="65" y="1104"/>
                    <a:pt x="71" y="1102"/>
                  </a:cubicBezTo>
                  <a:cubicBezTo>
                    <a:pt x="76" y="1099"/>
                    <a:pt x="81" y="1102"/>
                    <a:pt x="84" y="1107"/>
                  </a:cubicBezTo>
                  <a:cubicBezTo>
                    <a:pt x="94" y="1131"/>
                    <a:pt x="106" y="1155"/>
                    <a:pt x="119" y="1177"/>
                  </a:cubicBezTo>
                  <a:cubicBezTo>
                    <a:pt x="121" y="1182"/>
                    <a:pt x="119" y="1188"/>
                    <a:pt x="115" y="1191"/>
                  </a:cubicBezTo>
                  <a:cubicBezTo>
                    <a:pt x="113" y="1192"/>
                    <a:pt x="111" y="1192"/>
                    <a:pt x="110" y="1192"/>
                  </a:cubicBezTo>
                  <a:close/>
                  <a:moveTo>
                    <a:pt x="1489" y="1192"/>
                  </a:moveTo>
                  <a:cubicBezTo>
                    <a:pt x="1487" y="1192"/>
                    <a:pt x="1485" y="1191"/>
                    <a:pt x="1484" y="1190"/>
                  </a:cubicBezTo>
                  <a:cubicBezTo>
                    <a:pt x="1479" y="1188"/>
                    <a:pt x="1477" y="1182"/>
                    <a:pt x="1480" y="1177"/>
                  </a:cubicBezTo>
                  <a:cubicBezTo>
                    <a:pt x="1493" y="1154"/>
                    <a:pt x="1505" y="1130"/>
                    <a:pt x="1515" y="1106"/>
                  </a:cubicBezTo>
                  <a:cubicBezTo>
                    <a:pt x="1517" y="1101"/>
                    <a:pt x="1523" y="1099"/>
                    <a:pt x="1528" y="1101"/>
                  </a:cubicBezTo>
                  <a:cubicBezTo>
                    <a:pt x="1533" y="1103"/>
                    <a:pt x="1535" y="1109"/>
                    <a:pt x="1533" y="1114"/>
                  </a:cubicBezTo>
                  <a:cubicBezTo>
                    <a:pt x="1523" y="1139"/>
                    <a:pt x="1511" y="1163"/>
                    <a:pt x="1498" y="1186"/>
                  </a:cubicBezTo>
                  <a:cubicBezTo>
                    <a:pt x="1496" y="1190"/>
                    <a:pt x="1492" y="1192"/>
                    <a:pt x="1489" y="1192"/>
                  </a:cubicBezTo>
                  <a:close/>
                  <a:moveTo>
                    <a:pt x="47" y="1046"/>
                  </a:moveTo>
                  <a:cubicBezTo>
                    <a:pt x="42" y="1046"/>
                    <a:pt x="38" y="1043"/>
                    <a:pt x="37" y="1039"/>
                  </a:cubicBezTo>
                  <a:cubicBezTo>
                    <a:pt x="29" y="1013"/>
                    <a:pt x="22" y="987"/>
                    <a:pt x="17" y="961"/>
                  </a:cubicBezTo>
                  <a:cubicBezTo>
                    <a:pt x="16" y="955"/>
                    <a:pt x="19" y="950"/>
                    <a:pt x="25" y="949"/>
                  </a:cubicBezTo>
                  <a:cubicBezTo>
                    <a:pt x="30" y="948"/>
                    <a:pt x="35" y="951"/>
                    <a:pt x="36" y="957"/>
                  </a:cubicBezTo>
                  <a:cubicBezTo>
                    <a:pt x="42" y="982"/>
                    <a:pt x="48" y="1008"/>
                    <a:pt x="56" y="1033"/>
                  </a:cubicBezTo>
                  <a:cubicBezTo>
                    <a:pt x="58" y="1038"/>
                    <a:pt x="55" y="1044"/>
                    <a:pt x="50" y="1045"/>
                  </a:cubicBezTo>
                  <a:cubicBezTo>
                    <a:pt x="49" y="1046"/>
                    <a:pt x="48" y="1046"/>
                    <a:pt x="47" y="1046"/>
                  </a:cubicBezTo>
                  <a:close/>
                  <a:moveTo>
                    <a:pt x="1552" y="1045"/>
                  </a:moveTo>
                  <a:cubicBezTo>
                    <a:pt x="1551" y="1045"/>
                    <a:pt x="1550" y="1045"/>
                    <a:pt x="1549" y="1045"/>
                  </a:cubicBezTo>
                  <a:cubicBezTo>
                    <a:pt x="1543" y="1043"/>
                    <a:pt x="1541" y="1037"/>
                    <a:pt x="1542" y="1032"/>
                  </a:cubicBezTo>
                  <a:cubicBezTo>
                    <a:pt x="1550" y="1007"/>
                    <a:pt x="1557" y="981"/>
                    <a:pt x="1562" y="956"/>
                  </a:cubicBezTo>
                  <a:cubicBezTo>
                    <a:pt x="1563" y="950"/>
                    <a:pt x="1568" y="947"/>
                    <a:pt x="1574" y="948"/>
                  </a:cubicBezTo>
                  <a:cubicBezTo>
                    <a:pt x="1579" y="949"/>
                    <a:pt x="1583" y="954"/>
                    <a:pt x="1582" y="960"/>
                  </a:cubicBezTo>
                  <a:cubicBezTo>
                    <a:pt x="1576" y="986"/>
                    <a:pt x="1569" y="1012"/>
                    <a:pt x="1561" y="1038"/>
                  </a:cubicBezTo>
                  <a:cubicBezTo>
                    <a:pt x="1560" y="1042"/>
                    <a:pt x="1556" y="1045"/>
                    <a:pt x="1552" y="1045"/>
                  </a:cubicBezTo>
                  <a:close/>
                  <a:moveTo>
                    <a:pt x="15" y="890"/>
                  </a:moveTo>
                  <a:cubicBezTo>
                    <a:pt x="9" y="890"/>
                    <a:pt x="5" y="886"/>
                    <a:pt x="5" y="881"/>
                  </a:cubicBezTo>
                  <a:cubicBezTo>
                    <a:pt x="2" y="854"/>
                    <a:pt x="1" y="827"/>
                    <a:pt x="0" y="800"/>
                  </a:cubicBezTo>
                  <a:cubicBezTo>
                    <a:pt x="0" y="794"/>
                    <a:pt x="5" y="790"/>
                    <a:pt x="10" y="790"/>
                  </a:cubicBezTo>
                  <a:cubicBezTo>
                    <a:pt x="10" y="790"/>
                    <a:pt x="10" y="790"/>
                    <a:pt x="10" y="790"/>
                  </a:cubicBezTo>
                  <a:cubicBezTo>
                    <a:pt x="16" y="790"/>
                    <a:pt x="20" y="794"/>
                    <a:pt x="20" y="800"/>
                  </a:cubicBezTo>
                  <a:cubicBezTo>
                    <a:pt x="21" y="826"/>
                    <a:pt x="22" y="853"/>
                    <a:pt x="24" y="879"/>
                  </a:cubicBezTo>
                  <a:cubicBezTo>
                    <a:pt x="25" y="884"/>
                    <a:pt x="21" y="889"/>
                    <a:pt x="16" y="890"/>
                  </a:cubicBezTo>
                  <a:lnTo>
                    <a:pt x="15" y="890"/>
                  </a:lnTo>
                  <a:close/>
                  <a:moveTo>
                    <a:pt x="1584" y="889"/>
                  </a:moveTo>
                  <a:cubicBezTo>
                    <a:pt x="1583" y="889"/>
                    <a:pt x="1583" y="889"/>
                    <a:pt x="1583" y="889"/>
                  </a:cubicBezTo>
                  <a:cubicBezTo>
                    <a:pt x="1577" y="888"/>
                    <a:pt x="1573" y="883"/>
                    <a:pt x="1574" y="878"/>
                  </a:cubicBezTo>
                  <a:cubicBezTo>
                    <a:pt x="1576" y="852"/>
                    <a:pt x="1578" y="825"/>
                    <a:pt x="1578" y="799"/>
                  </a:cubicBezTo>
                  <a:cubicBezTo>
                    <a:pt x="1578" y="797"/>
                    <a:pt x="1578" y="797"/>
                    <a:pt x="1578" y="797"/>
                  </a:cubicBezTo>
                  <a:cubicBezTo>
                    <a:pt x="1578" y="792"/>
                    <a:pt x="1582" y="787"/>
                    <a:pt x="1588" y="787"/>
                  </a:cubicBezTo>
                  <a:cubicBezTo>
                    <a:pt x="1593" y="787"/>
                    <a:pt x="1598" y="792"/>
                    <a:pt x="1598" y="797"/>
                  </a:cubicBezTo>
                  <a:cubicBezTo>
                    <a:pt x="1598" y="799"/>
                    <a:pt x="1598" y="799"/>
                    <a:pt x="1598" y="799"/>
                  </a:cubicBezTo>
                  <a:cubicBezTo>
                    <a:pt x="1598" y="826"/>
                    <a:pt x="1596" y="853"/>
                    <a:pt x="1594" y="880"/>
                  </a:cubicBezTo>
                  <a:cubicBezTo>
                    <a:pt x="1593" y="885"/>
                    <a:pt x="1589" y="889"/>
                    <a:pt x="1584" y="889"/>
                  </a:cubicBezTo>
                  <a:close/>
                  <a:moveTo>
                    <a:pt x="14" y="730"/>
                  </a:moveTo>
                  <a:cubicBezTo>
                    <a:pt x="13" y="730"/>
                    <a:pt x="13" y="730"/>
                    <a:pt x="13" y="730"/>
                  </a:cubicBezTo>
                  <a:cubicBezTo>
                    <a:pt x="8" y="730"/>
                    <a:pt x="4" y="725"/>
                    <a:pt x="4" y="719"/>
                  </a:cubicBezTo>
                  <a:cubicBezTo>
                    <a:pt x="7" y="692"/>
                    <a:pt x="11" y="665"/>
                    <a:pt x="16" y="639"/>
                  </a:cubicBezTo>
                  <a:cubicBezTo>
                    <a:pt x="18" y="634"/>
                    <a:pt x="23" y="630"/>
                    <a:pt x="28" y="631"/>
                  </a:cubicBezTo>
                  <a:cubicBezTo>
                    <a:pt x="34" y="632"/>
                    <a:pt x="37" y="638"/>
                    <a:pt x="36" y="643"/>
                  </a:cubicBezTo>
                  <a:cubicBezTo>
                    <a:pt x="31" y="669"/>
                    <a:pt x="27" y="695"/>
                    <a:pt x="24" y="721"/>
                  </a:cubicBezTo>
                  <a:cubicBezTo>
                    <a:pt x="24" y="726"/>
                    <a:pt x="19" y="730"/>
                    <a:pt x="14" y="730"/>
                  </a:cubicBezTo>
                  <a:close/>
                  <a:moveTo>
                    <a:pt x="1584" y="727"/>
                  </a:moveTo>
                  <a:cubicBezTo>
                    <a:pt x="1578" y="727"/>
                    <a:pt x="1574" y="724"/>
                    <a:pt x="1574" y="718"/>
                  </a:cubicBezTo>
                  <a:cubicBezTo>
                    <a:pt x="1571" y="692"/>
                    <a:pt x="1567" y="666"/>
                    <a:pt x="1562" y="641"/>
                  </a:cubicBezTo>
                  <a:cubicBezTo>
                    <a:pt x="1560" y="635"/>
                    <a:pt x="1564" y="630"/>
                    <a:pt x="1569" y="629"/>
                  </a:cubicBezTo>
                  <a:cubicBezTo>
                    <a:pt x="1575" y="628"/>
                    <a:pt x="1580" y="631"/>
                    <a:pt x="1581" y="637"/>
                  </a:cubicBezTo>
                  <a:cubicBezTo>
                    <a:pt x="1587" y="663"/>
                    <a:pt x="1591" y="690"/>
                    <a:pt x="1593" y="716"/>
                  </a:cubicBezTo>
                  <a:cubicBezTo>
                    <a:pt x="1594" y="722"/>
                    <a:pt x="1590" y="727"/>
                    <a:pt x="1585" y="727"/>
                  </a:cubicBezTo>
                  <a:lnTo>
                    <a:pt x="1584" y="727"/>
                  </a:lnTo>
                  <a:close/>
                  <a:moveTo>
                    <a:pt x="46" y="574"/>
                  </a:moveTo>
                  <a:cubicBezTo>
                    <a:pt x="45" y="574"/>
                    <a:pt x="44" y="574"/>
                    <a:pt x="43" y="573"/>
                  </a:cubicBezTo>
                  <a:cubicBezTo>
                    <a:pt x="38" y="572"/>
                    <a:pt x="35" y="566"/>
                    <a:pt x="37" y="561"/>
                  </a:cubicBezTo>
                  <a:cubicBezTo>
                    <a:pt x="45" y="535"/>
                    <a:pt x="54" y="510"/>
                    <a:pt x="65" y="485"/>
                  </a:cubicBezTo>
                  <a:cubicBezTo>
                    <a:pt x="67" y="480"/>
                    <a:pt x="73" y="477"/>
                    <a:pt x="78" y="480"/>
                  </a:cubicBezTo>
                  <a:cubicBezTo>
                    <a:pt x="83" y="482"/>
                    <a:pt x="85" y="488"/>
                    <a:pt x="83" y="493"/>
                  </a:cubicBezTo>
                  <a:cubicBezTo>
                    <a:pt x="73" y="517"/>
                    <a:pt x="63" y="542"/>
                    <a:pt x="56" y="567"/>
                  </a:cubicBezTo>
                  <a:cubicBezTo>
                    <a:pt x="54" y="571"/>
                    <a:pt x="50" y="574"/>
                    <a:pt x="46" y="574"/>
                  </a:cubicBezTo>
                  <a:close/>
                  <a:moveTo>
                    <a:pt x="1551" y="571"/>
                  </a:moveTo>
                  <a:cubicBezTo>
                    <a:pt x="1547" y="571"/>
                    <a:pt x="1543" y="569"/>
                    <a:pt x="1542" y="564"/>
                  </a:cubicBezTo>
                  <a:cubicBezTo>
                    <a:pt x="1534" y="539"/>
                    <a:pt x="1525" y="514"/>
                    <a:pt x="1514" y="490"/>
                  </a:cubicBezTo>
                  <a:cubicBezTo>
                    <a:pt x="1512" y="485"/>
                    <a:pt x="1514" y="479"/>
                    <a:pt x="1519" y="477"/>
                  </a:cubicBezTo>
                  <a:cubicBezTo>
                    <a:pt x="1524" y="475"/>
                    <a:pt x="1530" y="477"/>
                    <a:pt x="1533" y="482"/>
                  </a:cubicBezTo>
                  <a:cubicBezTo>
                    <a:pt x="1543" y="507"/>
                    <a:pt x="1553" y="533"/>
                    <a:pt x="1561" y="558"/>
                  </a:cubicBezTo>
                  <a:cubicBezTo>
                    <a:pt x="1562" y="564"/>
                    <a:pt x="1560" y="569"/>
                    <a:pt x="1554" y="571"/>
                  </a:cubicBezTo>
                  <a:cubicBezTo>
                    <a:pt x="1553" y="571"/>
                    <a:pt x="1552" y="571"/>
                    <a:pt x="1551" y="571"/>
                  </a:cubicBezTo>
                  <a:close/>
                  <a:moveTo>
                    <a:pt x="109" y="427"/>
                  </a:moveTo>
                  <a:cubicBezTo>
                    <a:pt x="107" y="427"/>
                    <a:pt x="106" y="427"/>
                    <a:pt x="104" y="426"/>
                  </a:cubicBezTo>
                  <a:cubicBezTo>
                    <a:pt x="99" y="423"/>
                    <a:pt x="98" y="417"/>
                    <a:pt x="100" y="412"/>
                  </a:cubicBezTo>
                  <a:cubicBezTo>
                    <a:pt x="113" y="389"/>
                    <a:pt x="128" y="366"/>
                    <a:pt x="143" y="344"/>
                  </a:cubicBezTo>
                  <a:cubicBezTo>
                    <a:pt x="146" y="339"/>
                    <a:pt x="152" y="338"/>
                    <a:pt x="157" y="341"/>
                  </a:cubicBezTo>
                  <a:cubicBezTo>
                    <a:pt x="161" y="344"/>
                    <a:pt x="163" y="350"/>
                    <a:pt x="159" y="355"/>
                  </a:cubicBezTo>
                  <a:cubicBezTo>
                    <a:pt x="144" y="377"/>
                    <a:pt x="130" y="399"/>
                    <a:pt x="118" y="422"/>
                  </a:cubicBezTo>
                  <a:cubicBezTo>
                    <a:pt x="116" y="425"/>
                    <a:pt x="112" y="427"/>
                    <a:pt x="109" y="427"/>
                  </a:cubicBezTo>
                  <a:close/>
                  <a:moveTo>
                    <a:pt x="1488" y="425"/>
                  </a:moveTo>
                  <a:cubicBezTo>
                    <a:pt x="1484" y="425"/>
                    <a:pt x="1481" y="423"/>
                    <a:pt x="1479" y="420"/>
                  </a:cubicBezTo>
                  <a:cubicBezTo>
                    <a:pt x="1466" y="397"/>
                    <a:pt x="1452" y="374"/>
                    <a:pt x="1437" y="353"/>
                  </a:cubicBezTo>
                  <a:cubicBezTo>
                    <a:pt x="1434" y="348"/>
                    <a:pt x="1435" y="342"/>
                    <a:pt x="1440" y="339"/>
                  </a:cubicBezTo>
                  <a:cubicBezTo>
                    <a:pt x="1444" y="336"/>
                    <a:pt x="1451" y="337"/>
                    <a:pt x="1454" y="341"/>
                  </a:cubicBezTo>
                  <a:cubicBezTo>
                    <a:pt x="1469" y="363"/>
                    <a:pt x="1484" y="387"/>
                    <a:pt x="1497" y="410"/>
                  </a:cubicBezTo>
                  <a:cubicBezTo>
                    <a:pt x="1499" y="415"/>
                    <a:pt x="1498" y="421"/>
                    <a:pt x="1493" y="424"/>
                  </a:cubicBezTo>
                  <a:cubicBezTo>
                    <a:pt x="1491" y="424"/>
                    <a:pt x="1490" y="425"/>
                    <a:pt x="1488" y="425"/>
                  </a:cubicBezTo>
                  <a:close/>
                  <a:moveTo>
                    <a:pt x="200" y="296"/>
                  </a:moveTo>
                  <a:cubicBezTo>
                    <a:pt x="198" y="296"/>
                    <a:pt x="195" y="295"/>
                    <a:pt x="194" y="294"/>
                  </a:cubicBezTo>
                  <a:cubicBezTo>
                    <a:pt x="189" y="290"/>
                    <a:pt x="189" y="284"/>
                    <a:pt x="192" y="280"/>
                  </a:cubicBezTo>
                  <a:cubicBezTo>
                    <a:pt x="210" y="259"/>
                    <a:pt x="229" y="239"/>
                    <a:pt x="248" y="221"/>
                  </a:cubicBezTo>
                  <a:cubicBezTo>
                    <a:pt x="252" y="217"/>
                    <a:pt x="258" y="217"/>
                    <a:pt x="262" y="221"/>
                  </a:cubicBezTo>
                  <a:cubicBezTo>
                    <a:pt x="266" y="225"/>
                    <a:pt x="266" y="232"/>
                    <a:pt x="262" y="235"/>
                  </a:cubicBezTo>
                  <a:cubicBezTo>
                    <a:pt x="243" y="253"/>
                    <a:pt x="225" y="273"/>
                    <a:pt x="208" y="293"/>
                  </a:cubicBezTo>
                  <a:cubicBezTo>
                    <a:pt x="206" y="295"/>
                    <a:pt x="203" y="296"/>
                    <a:pt x="200" y="296"/>
                  </a:cubicBezTo>
                  <a:close/>
                  <a:moveTo>
                    <a:pt x="1396" y="294"/>
                  </a:moveTo>
                  <a:cubicBezTo>
                    <a:pt x="1394" y="294"/>
                    <a:pt x="1391" y="293"/>
                    <a:pt x="1389" y="291"/>
                  </a:cubicBezTo>
                  <a:cubicBezTo>
                    <a:pt x="1372" y="271"/>
                    <a:pt x="1353" y="252"/>
                    <a:pt x="1334" y="234"/>
                  </a:cubicBezTo>
                  <a:cubicBezTo>
                    <a:pt x="1330" y="230"/>
                    <a:pt x="1330" y="223"/>
                    <a:pt x="1334" y="219"/>
                  </a:cubicBezTo>
                  <a:cubicBezTo>
                    <a:pt x="1338" y="215"/>
                    <a:pt x="1344" y="215"/>
                    <a:pt x="1348" y="219"/>
                  </a:cubicBezTo>
                  <a:cubicBezTo>
                    <a:pt x="1368" y="238"/>
                    <a:pt x="1387" y="257"/>
                    <a:pt x="1404" y="278"/>
                  </a:cubicBezTo>
                  <a:cubicBezTo>
                    <a:pt x="1408" y="282"/>
                    <a:pt x="1407" y="288"/>
                    <a:pt x="1403" y="292"/>
                  </a:cubicBezTo>
                  <a:cubicBezTo>
                    <a:pt x="1401" y="293"/>
                    <a:pt x="1399" y="294"/>
                    <a:pt x="1396" y="294"/>
                  </a:cubicBezTo>
                  <a:close/>
                  <a:moveTo>
                    <a:pt x="315" y="186"/>
                  </a:moveTo>
                  <a:cubicBezTo>
                    <a:pt x="313" y="186"/>
                    <a:pt x="310" y="185"/>
                    <a:pt x="308" y="182"/>
                  </a:cubicBezTo>
                  <a:cubicBezTo>
                    <a:pt x="304" y="178"/>
                    <a:pt x="305" y="172"/>
                    <a:pt x="309" y="168"/>
                  </a:cubicBezTo>
                  <a:cubicBezTo>
                    <a:pt x="331" y="152"/>
                    <a:pt x="353" y="136"/>
                    <a:pt x="376" y="122"/>
                  </a:cubicBezTo>
                  <a:cubicBezTo>
                    <a:pt x="380" y="119"/>
                    <a:pt x="386" y="120"/>
                    <a:pt x="389" y="125"/>
                  </a:cubicBezTo>
                  <a:cubicBezTo>
                    <a:pt x="392" y="130"/>
                    <a:pt x="391" y="136"/>
                    <a:pt x="386" y="139"/>
                  </a:cubicBezTo>
                  <a:cubicBezTo>
                    <a:pt x="364" y="153"/>
                    <a:pt x="342" y="168"/>
                    <a:pt x="322" y="184"/>
                  </a:cubicBezTo>
                  <a:cubicBezTo>
                    <a:pt x="320" y="185"/>
                    <a:pt x="318" y="186"/>
                    <a:pt x="315" y="186"/>
                  </a:cubicBezTo>
                  <a:close/>
                  <a:moveTo>
                    <a:pt x="1281" y="184"/>
                  </a:moveTo>
                  <a:cubicBezTo>
                    <a:pt x="1279" y="184"/>
                    <a:pt x="1276" y="184"/>
                    <a:pt x="1275" y="182"/>
                  </a:cubicBezTo>
                  <a:cubicBezTo>
                    <a:pt x="1254" y="166"/>
                    <a:pt x="1232" y="151"/>
                    <a:pt x="1210" y="137"/>
                  </a:cubicBezTo>
                  <a:cubicBezTo>
                    <a:pt x="1205" y="134"/>
                    <a:pt x="1204" y="128"/>
                    <a:pt x="1207" y="124"/>
                  </a:cubicBezTo>
                  <a:cubicBezTo>
                    <a:pt x="1209" y="119"/>
                    <a:pt x="1216" y="117"/>
                    <a:pt x="1220" y="120"/>
                  </a:cubicBezTo>
                  <a:cubicBezTo>
                    <a:pt x="1243" y="135"/>
                    <a:pt x="1265" y="150"/>
                    <a:pt x="1287" y="167"/>
                  </a:cubicBezTo>
                  <a:cubicBezTo>
                    <a:pt x="1291" y="170"/>
                    <a:pt x="1292" y="176"/>
                    <a:pt x="1289" y="181"/>
                  </a:cubicBezTo>
                  <a:cubicBezTo>
                    <a:pt x="1287" y="183"/>
                    <a:pt x="1284" y="184"/>
                    <a:pt x="1281" y="184"/>
                  </a:cubicBezTo>
                  <a:close/>
                  <a:moveTo>
                    <a:pt x="451" y="101"/>
                  </a:moveTo>
                  <a:cubicBezTo>
                    <a:pt x="447" y="101"/>
                    <a:pt x="443" y="99"/>
                    <a:pt x="442" y="96"/>
                  </a:cubicBezTo>
                  <a:cubicBezTo>
                    <a:pt x="439" y="91"/>
                    <a:pt x="441" y="85"/>
                    <a:pt x="446" y="82"/>
                  </a:cubicBezTo>
                  <a:cubicBezTo>
                    <a:pt x="470" y="70"/>
                    <a:pt x="495" y="60"/>
                    <a:pt x="521" y="50"/>
                  </a:cubicBezTo>
                  <a:cubicBezTo>
                    <a:pt x="526" y="48"/>
                    <a:pt x="531" y="51"/>
                    <a:pt x="533" y="56"/>
                  </a:cubicBezTo>
                  <a:cubicBezTo>
                    <a:pt x="535" y="61"/>
                    <a:pt x="533" y="67"/>
                    <a:pt x="527" y="69"/>
                  </a:cubicBezTo>
                  <a:cubicBezTo>
                    <a:pt x="503" y="78"/>
                    <a:pt x="479" y="89"/>
                    <a:pt x="455" y="100"/>
                  </a:cubicBezTo>
                  <a:cubicBezTo>
                    <a:pt x="454" y="101"/>
                    <a:pt x="452" y="101"/>
                    <a:pt x="451" y="101"/>
                  </a:cubicBezTo>
                  <a:close/>
                  <a:moveTo>
                    <a:pt x="1145" y="100"/>
                  </a:moveTo>
                  <a:cubicBezTo>
                    <a:pt x="1144" y="100"/>
                    <a:pt x="1142" y="100"/>
                    <a:pt x="1141" y="99"/>
                  </a:cubicBezTo>
                  <a:cubicBezTo>
                    <a:pt x="1117" y="88"/>
                    <a:pt x="1093" y="77"/>
                    <a:pt x="1068" y="68"/>
                  </a:cubicBezTo>
                  <a:cubicBezTo>
                    <a:pt x="1063" y="66"/>
                    <a:pt x="1060" y="60"/>
                    <a:pt x="1062" y="55"/>
                  </a:cubicBezTo>
                  <a:cubicBezTo>
                    <a:pt x="1064" y="50"/>
                    <a:pt x="1070" y="47"/>
                    <a:pt x="1075" y="49"/>
                  </a:cubicBezTo>
                  <a:cubicBezTo>
                    <a:pt x="1100" y="59"/>
                    <a:pt x="1125" y="69"/>
                    <a:pt x="1150" y="81"/>
                  </a:cubicBezTo>
                  <a:cubicBezTo>
                    <a:pt x="1155" y="84"/>
                    <a:pt x="1157" y="90"/>
                    <a:pt x="1154" y="95"/>
                  </a:cubicBezTo>
                  <a:cubicBezTo>
                    <a:pt x="1152" y="98"/>
                    <a:pt x="1149" y="100"/>
                    <a:pt x="1145" y="100"/>
                  </a:cubicBezTo>
                  <a:close/>
                  <a:moveTo>
                    <a:pt x="600" y="46"/>
                  </a:moveTo>
                  <a:cubicBezTo>
                    <a:pt x="596" y="46"/>
                    <a:pt x="592" y="43"/>
                    <a:pt x="591" y="38"/>
                  </a:cubicBezTo>
                  <a:cubicBezTo>
                    <a:pt x="589" y="33"/>
                    <a:pt x="592" y="27"/>
                    <a:pt x="598" y="26"/>
                  </a:cubicBezTo>
                  <a:cubicBezTo>
                    <a:pt x="624" y="19"/>
                    <a:pt x="650" y="14"/>
                    <a:pt x="677" y="10"/>
                  </a:cubicBezTo>
                  <a:cubicBezTo>
                    <a:pt x="682" y="9"/>
                    <a:pt x="687" y="13"/>
                    <a:pt x="688" y="18"/>
                  </a:cubicBezTo>
                  <a:cubicBezTo>
                    <a:pt x="689" y="23"/>
                    <a:pt x="685" y="29"/>
                    <a:pt x="680" y="29"/>
                  </a:cubicBezTo>
                  <a:cubicBezTo>
                    <a:pt x="654" y="33"/>
                    <a:pt x="628" y="39"/>
                    <a:pt x="603" y="45"/>
                  </a:cubicBezTo>
                  <a:cubicBezTo>
                    <a:pt x="602" y="46"/>
                    <a:pt x="601" y="46"/>
                    <a:pt x="600" y="46"/>
                  </a:cubicBezTo>
                  <a:close/>
                  <a:moveTo>
                    <a:pt x="995" y="45"/>
                  </a:moveTo>
                  <a:cubicBezTo>
                    <a:pt x="995" y="45"/>
                    <a:pt x="994" y="45"/>
                    <a:pt x="993" y="45"/>
                  </a:cubicBezTo>
                  <a:cubicBezTo>
                    <a:pt x="968" y="38"/>
                    <a:pt x="942" y="33"/>
                    <a:pt x="916" y="29"/>
                  </a:cubicBezTo>
                  <a:cubicBezTo>
                    <a:pt x="910" y="28"/>
                    <a:pt x="906" y="23"/>
                    <a:pt x="907" y="18"/>
                  </a:cubicBezTo>
                  <a:cubicBezTo>
                    <a:pt x="908" y="12"/>
                    <a:pt x="913" y="8"/>
                    <a:pt x="919" y="9"/>
                  </a:cubicBezTo>
                  <a:cubicBezTo>
                    <a:pt x="945" y="13"/>
                    <a:pt x="972" y="19"/>
                    <a:pt x="998" y="25"/>
                  </a:cubicBezTo>
                  <a:cubicBezTo>
                    <a:pt x="1003" y="27"/>
                    <a:pt x="1007" y="32"/>
                    <a:pt x="1005" y="37"/>
                  </a:cubicBezTo>
                  <a:cubicBezTo>
                    <a:pt x="1004" y="42"/>
                    <a:pt x="1000" y="45"/>
                    <a:pt x="995" y="45"/>
                  </a:cubicBezTo>
                  <a:close/>
                  <a:moveTo>
                    <a:pt x="758" y="21"/>
                  </a:moveTo>
                  <a:cubicBezTo>
                    <a:pt x="753" y="21"/>
                    <a:pt x="748" y="17"/>
                    <a:pt x="748" y="12"/>
                  </a:cubicBezTo>
                  <a:cubicBezTo>
                    <a:pt x="748" y="6"/>
                    <a:pt x="752" y="2"/>
                    <a:pt x="757" y="1"/>
                  </a:cubicBezTo>
                  <a:cubicBezTo>
                    <a:pt x="784" y="0"/>
                    <a:pt x="811" y="0"/>
                    <a:pt x="838" y="1"/>
                  </a:cubicBezTo>
                  <a:cubicBezTo>
                    <a:pt x="844" y="2"/>
                    <a:pt x="848" y="6"/>
                    <a:pt x="848" y="12"/>
                  </a:cubicBezTo>
                  <a:cubicBezTo>
                    <a:pt x="847" y="17"/>
                    <a:pt x="843" y="22"/>
                    <a:pt x="837" y="21"/>
                  </a:cubicBezTo>
                  <a:cubicBezTo>
                    <a:pt x="811" y="20"/>
                    <a:pt x="784" y="20"/>
                    <a:pt x="758" y="21"/>
                  </a:cubicBezTo>
                  <a:close/>
                </a:path>
              </a:pathLst>
            </a:custGeom>
            <a:solidFill>
              <a:srgbClr val="FFC000"/>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1" name="Oval 50"/>
            <p:cNvSpPr>
              <a:spLocks noChangeArrowheads="1"/>
            </p:cNvSpPr>
            <p:nvPr/>
          </p:nvSpPr>
          <p:spPr bwMode="auto">
            <a:xfrm>
              <a:off x="4378042" y="5054831"/>
              <a:ext cx="2073439" cy="92564"/>
            </a:xfrm>
            <a:prstGeom prst="ellipse">
              <a:avLst/>
            </a:pr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2" name="Freeform 51"/>
            <p:cNvSpPr>
              <a:spLocks/>
            </p:cNvSpPr>
            <p:nvPr/>
          </p:nvSpPr>
          <p:spPr bwMode="auto">
            <a:xfrm>
              <a:off x="6002951" y="4381427"/>
              <a:ext cx="150418" cy="115705"/>
            </a:xfrm>
            <a:custGeom>
              <a:avLst/>
              <a:gdLst>
                <a:gd name="T0" fmla="*/ 0 w 65"/>
                <a:gd name="T1" fmla="*/ 16 h 50"/>
                <a:gd name="T2" fmla="*/ 31 w 65"/>
                <a:gd name="T3" fmla="*/ 0 h 50"/>
                <a:gd name="T4" fmla="*/ 65 w 65"/>
                <a:gd name="T5" fmla="*/ 33 h 50"/>
                <a:gd name="T6" fmla="*/ 65 w 65"/>
                <a:gd name="T7" fmla="*/ 47 h 50"/>
                <a:gd name="T8" fmla="*/ 58 w 65"/>
                <a:gd name="T9" fmla="*/ 50 h 50"/>
                <a:gd name="T10" fmla="*/ 11 w 65"/>
                <a:gd name="T11" fmla="*/ 34 h 50"/>
                <a:gd name="T12" fmla="*/ 0 w 65"/>
                <a:gd name="T13" fmla="*/ 16 h 50"/>
              </a:gdLst>
              <a:ahLst/>
              <a:cxnLst>
                <a:cxn ang="0">
                  <a:pos x="T0" y="T1"/>
                </a:cxn>
                <a:cxn ang="0">
                  <a:pos x="T2" y="T3"/>
                </a:cxn>
                <a:cxn ang="0">
                  <a:pos x="T4" y="T5"/>
                </a:cxn>
                <a:cxn ang="0">
                  <a:pos x="T6" y="T7"/>
                </a:cxn>
                <a:cxn ang="0">
                  <a:pos x="T8" y="T9"/>
                </a:cxn>
                <a:cxn ang="0">
                  <a:pos x="T10" y="T11"/>
                </a:cxn>
                <a:cxn ang="0">
                  <a:pos x="T12" y="T13"/>
                </a:cxn>
              </a:cxnLst>
              <a:rect l="0" t="0" r="r" b="b"/>
              <a:pathLst>
                <a:path w="65" h="50">
                  <a:moveTo>
                    <a:pt x="0" y="16"/>
                  </a:moveTo>
                  <a:lnTo>
                    <a:pt x="31" y="0"/>
                  </a:lnTo>
                  <a:lnTo>
                    <a:pt x="65" y="33"/>
                  </a:lnTo>
                  <a:lnTo>
                    <a:pt x="65" y="47"/>
                  </a:lnTo>
                  <a:lnTo>
                    <a:pt x="58" y="50"/>
                  </a:lnTo>
                  <a:lnTo>
                    <a:pt x="11" y="34"/>
                  </a:lnTo>
                  <a:lnTo>
                    <a:pt x="0" y="16"/>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3" name="Freeform 52"/>
            <p:cNvSpPr>
              <a:spLocks/>
            </p:cNvSpPr>
            <p:nvPr/>
          </p:nvSpPr>
          <p:spPr bwMode="auto">
            <a:xfrm>
              <a:off x="5417483" y="3666368"/>
              <a:ext cx="657206" cy="768283"/>
            </a:xfrm>
            <a:custGeom>
              <a:avLst/>
              <a:gdLst>
                <a:gd name="T0" fmla="*/ 0 w 284"/>
                <a:gd name="T1" fmla="*/ 25 h 332"/>
                <a:gd name="T2" fmla="*/ 257 w 284"/>
                <a:gd name="T3" fmla="*/ 332 h 332"/>
                <a:gd name="T4" fmla="*/ 284 w 284"/>
                <a:gd name="T5" fmla="*/ 310 h 332"/>
                <a:gd name="T6" fmla="*/ 62 w 284"/>
                <a:gd name="T7" fmla="*/ 0 h 332"/>
                <a:gd name="T8" fmla="*/ 0 w 284"/>
                <a:gd name="T9" fmla="*/ 25 h 332"/>
              </a:gdLst>
              <a:ahLst/>
              <a:cxnLst>
                <a:cxn ang="0">
                  <a:pos x="T0" y="T1"/>
                </a:cxn>
                <a:cxn ang="0">
                  <a:pos x="T2" y="T3"/>
                </a:cxn>
                <a:cxn ang="0">
                  <a:pos x="T4" y="T5"/>
                </a:cxn>
                <a:cxn ang="0">
                  <a:pos x="T6" y="T7"/>
                </a:cxn>
                <a:cxn ang="0">
                  <a:pos x="T8" y="T9"/>
                </a:cxn>
              </a:cxnLst>
              <a:rect l="0" t="0" r="r" b="b"/>
              <a:pathLst>
                <a:path w="284" h="332">
                  <a:moveTo>
                    <a:pt x="0" y="25"/>
                  </a:moveTo>
                  <a:lnTo>
                    <a:pt x="257" y="332"/>
                  </a:lnTo>
                  <a:lnTo>
                    <a:pt x="284" y="310"/>
                  </a:lnTo>
                  <a:lnTo>
                    <a:pt x="62" y="0"/>
                  </a:lnTo>
                  <a:lnTo>
                    <a:pt x="0" y="25"/>
                  </a:lnTo>
                  <a:close/>
                </a:path>
              </a:pathLst>
            </a:custGeom>
            <a:solidFill>
              <a:srgbClr val="5B9BD5"/>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4" name="Freeform 53"/>
            <p:cNvSpPr>
              <a:spLocks/>
            </p:cNvSpPr>
            <p:nvPr/>
          </p:nvSpPr>
          <p:spPr bwMode="auto">
            <a:xfrm>
              <a:off x="5259717" y="3670996"/>
              <a:ext cx="155046" cy="978868"/>
            </a:xfrm>
            <a:custGeom>
              <a:avLst/>
              <a:gdLst>
                <a:gd name="T0" fmla="*/ 67 w 67"/>
                <a:gd name="T1" fmla="*/ 423 h 423"/>
                <a:gd name="T2" fmla="*/ 67 w 67"/>
                <a:gd name="T3" fmla="*/ 28 h 423"/>
                <a:gd name="T4" fmla="*/ 0 w 67"/>
                <a:gd name="T5" fmla="*/ 0 h 423"/>
                <a:gd name="T6" fmla="*/ 32 w 67"/>
                <a:gd name="T7" fmla="*/ 423 h 423"/>
                <a:gd name="T8" fmla="*/ 67 w 67"/>
                <a:gd name="T9" fmla="*/ 423 h 423"/>
              </a:gdLst>
              <a:ahLst/>
              <a:cxnLst>
                <a:cxn ang="0">
                  <a:pos x="T0" y="T1"/>
                </a:cxn>
                <a:cxn ang="0">
                  <a:pos x="T2" y="T3"/>
                </a:cxn>
                <a:cxn ang="0">
                  <a:pos x="T4" y="T5"/>
                </a:cxn>
                <a:cxn ang="0">
                  <a:pos x="T6" y="T7"/>
                </a:cxn>
                <a:cxn ang="0">
                  <a:pos x="T8" y="T9"/>
                </a:cxn>
              </a:cxnLst>
              <a:rect l="0" t="0" r="r" b="b"/>
              <a:pathLst>
                <a:path w="67" h="423">
                  <a:moveTo>
                    <a:pt x="67" y="423"/>
                  </a:moveTo>
                  <a:lnTo>
                    <a:pt x="67" y="28"/>
                  </a:lnTo>
                  <a:lnTo>
                    <a:pt x="0" y="0"/>
                  </a:lnTo>
                  <a:lnTo>
                    <a:pt x="32" y="423"/>
                  </a:lnTo>
                  <a:lnTo>
                    <a:pt x="67" y="423"/>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5" name="Freeform 54"/>
            <p:cNvSpPr>
              <a:spLocks/>
            </p:cNvSpPr>
            <p:nvPr/>
          </p:nvSpPr>
          <p:spPr bwMode="auto">
            <a:xfrm>
              <a:off x="4739042" y="3080899"/>
              <a:ext cx="32397" cy="94879"/>
            </a:xfrm>
            <a:custGeom>
              <a:avLst/>
              <a:gdLst>
                <a:gd name="T0" fmla="*/ 9 w 14"/>
                <a:gd name="T1" fmla="*/ 0 h 41"/>
                <a:gd name="T2" fmla="*/ 0 w 14"/>
                <a:gd name="T3" fmla="*/ 40 h 41"/>
                <a:gd name="T4" fmla="*/ 5 w 14"/>
                <a:gd name="T5" fmla="*/ 41 h 41"/>
                <a:gd name="T6" fmla="*/ 14 w 14"/>
                <a:gd name="T7" fmla="*/ 1 h 41"/>
                <a:gd name="T8" fmla="*/ 9 w 14"/>
                <a:gd name="T9" fmla="*/ 0 h 41"/>
              </a:gdLst>
              <a:ahLst/>
              <a:cxnLst>
                <a:cxn ang="0">
                  <a:pos x="T0" y="T1"/>
                </a:cxn>
                <a:cxn ang="0">
                  <a:pos x="T2" y="T3"/>
                </a:cxn>
                <a:cxn ang="0">
                  <a:pos x="T4" y="T5"/>
                </a:cxn>
                <a:cxn ang="0">
                  <a:pos x="T6" y="T7"/>
                </a:cxn>
                <a:cxn ang="0">
                  <a:pos x="T8" y="T9"/>
                </a:cxn>
              </a:cxnLst>
              <a:rect l="0" t="0" r="r" b="b"/>
              <a:pathLst>
                <a:path w="14" h="41">
                  <a:moveTo>
                    <a:pt x="9" y="0"/>
                  </a:moveTo>
                  <a:lnTo>
                    <a:pt x="0" y="40"/>
                  </a:lnTo>
                  <a:lnTo>
                    <a:pt x="5" y="41"/>
                  </a:lnTo>
                  <a:lnTo>
                    <a:pt x="14" y="1"/>
                  </a:lnTo>
                  <a:lnTo>
                    <a:pt x="9"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6" name="Freeform 55"/>
            <p:cNvSpPr>
              <a:spLocks/>
            </p:cNvSpPr>
            <p:nvPr/>
          </p:nvSpPr>
          <p:spPr bwMode="auto">
            <a:xfrm>
              <a:off x="6060397" y="3080899"/>
              <a:ext cx="30084" cy="94879"/>
            </a:xfrm>
            <a:custGeom>
              <a:avLst/>
              <a:gdLst>
                <a:gd name="T0" fmla="*/ 5 w 13"/>
                <a:gd name="T1" fmla="*/ 0 h 41"/>
                <a:gd name="T2" fmla="*/ 13 w 13"/>
                <a:gd name="T3" fmla="*/ 40 h 41"/>
                <a:gd name="T4" fmla="*/ 8 w 13"/>
                <a:gd name="T5" fmla="*/ 41 h 41"/>
                <a:gd name="T6" fmla="*/ 0 w 13"/>
                <a:gd name="T7" fmla="*/ 1 h 41"/>
                <a:gd name="T8" fmla="*/ 5 w 13"/>
                <a:gd name="T9" fmla="*/ 0 h 41"/>
              </a:gdLst>
              <a:ahLst/>
              <a:cxnLst>
                <a:cxn ang="0">
                  <a:pos x="T0" y="T1"/>
                </a:cxn>
                <a:cxn ang="0">
                  <a:pos x="T2" y="T3"/>
                </a:cxn>
                <a:cxn ang="0">
                  <a:pos x="T4" y="T5"/>
                </a:cxn>
                <a:cxn ang="0">
                  <a:pos x="T6" y="T7"/>
                </a:cxn>
                <a:cxn ang="0">
                  <a:pos x="T8" y="T9"/>
                </a:cxn>
              </a:cxnLst>
              <a:rect l="0" t="0" r="r" b="b"/>
              <a:pathLst>
                <a:path w="13" h="41">
                  <a:moveTo>
                    <a:pt x="5" y="0"/>
                  </a:moveTo>
                  <a:lnTo>
                    <a:pt x="13" y="40"/>
                  </a:lnTo>
                  <a:lnTo>
                    <a:pt x="8" y="41"/>
                  </a:lnTo>
                  <a:lnTo>
                    <a:pt x="0" y="1"/>
                  </a:lnTo>
                  <a:lnTo>
                    <a:pt x="5"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7" name="Oval 28"/>
            <p:cNvSpPr>
              <a:spLocks noChangeArrowheads="1"/>
            </p:cNvSpPr>
            <p:nvPr/>
          </p:nvSpPr>
          <p:spPr bwMode="auto">
            <a:xfrm>
              <a:off x="5206492" y="4696145"/>
              <a:ext cx="416539" cy="416539"/>
            </a:xfrm>
            <a:prstGeom prst="ellipse">
              <a:avLst/>
            </a:prstGeom>
            <a:solidFill>
              <a:srgbClr val="FFC000"/>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8" name="Freeform 29"/>
            <p:cNvSpPr>
              <a:spLocks/>
            </p:cNvSpPr>
            <p:nvPr/>
          </p:nvSpPr>
          <p:spPr bwMode="auto">
            <a:xfrm>
              <a:off x="5206492" y="4883588"/>
              <a:ext cx="416539" cy="229097"/>
            </a:xfrm>
            <a:custGeom>
              <a:avLst/>
              <a:gdLst>
                <a:gd name="T0" fmla="*/ 192 w 383"/>
                <a:gd name="T1" fmla="*/ 210 h 210"/>
                <a:gd name="T2" fmla="*/ 383 w 383"/>
                <a:gd name="T3" fmla="*/ 18 h 210"/>
                <a:gd name="T4" fmla="*/ 382 w 383"/>
                <a:gd name="T5" fmla="*/ 0 h 210"/>
                <a:gd name="T6" fmla="*/ 192 w 383"/>
                <a:gd name="T7" fmla="*/ 173 h 210"/>
                <a:gd name="T8" fmla="*/ 1 w 383"/>
                <a:gd name="T9" fmla="*/ 0 h 210"/>
                <a:gd name="T10" fmla="*/ 0 w 383"/>
                <a:gd name="T11" fmla="*/ 18 h 210"/>
                <a:gd name="T12" fmla="*/ 192 w 383"/>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383" h="210">
                  <a:moveTo>
                    <a:pt x="192" y="210"/>
                  </a:moveTo>
                  <a:cubicBezTo>
                    <a:pt x="298" y="210"/>
                    <a:pt x="383" y="124"/>
                    <a:pt x="383" y="18"/>
                  </a:cubicBezTo>
                  <a:cubicBezTo>
                    <a:pt x="383" y="12"/>
                    <a:pt x="383" y="6"/>
                    <a:pt x="382" y="0"/>
                  </a:cubicBezTo>
                  <a:cubicBezTo>
                    <a:pt x="373" y="97"/>
                    <a:pt x="291" y="173"/>
                    <a:pt x="192" y="173"/>
                  </a:cubicBezTo>
                  <a:cubicBezTo>
                    <a:pt x="92" y="173"/>
                    <a:pt x="10" y="97"/>
                    <a:pt x="1" y="0"/>
                  </a:cubicBezTo>
                  <a:cubicBezTo>
                    <a:pt x="0" y="6"/>
                    <a:pt x="0" y="12"/>
                    <a:pt x="0" y="18"/>
                  </a:cubicBezTo>
                  <a:cubicBezTo>
                    <a:pt x="0" y="124"/>
                    <a:pt x="86" y="210"/>
                    <a:pt x="192" y="210"/>
                  </a:cubicBezTo>
                </a:path>
              </a:pathLst>
            </a:custGeom>
            <a:solidFill>
              <a:srgbClr val="ED7D31"/>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9" name="Freeform 30"/>
            <p:cNvSpPr>
              <a:spLocks/>
            </p:cNvSpPr>
            <p:nvPr/>
          </p:nvSpPr>
          <p:spPr bwMode="auto">
            <a:xfrm>
              <a:off x="5299056" y="4649863"/>
              <a:ext cx="113392" cy="131905"/>
            </a:xfrm>
            <a:custGeom>
              <a:avLst/>
              <a:gdLst>
                <a:gd name="T0" fmla="*/ 49 w 49"/>
                <a:gd name="T1" fmla="*/ 0 h 57"/>
                <a:gd name="T2" fmla="*/ 15 w 49"/>
                <a:gd name="T3" fmla="*/ 0 h 57"/>
                <a:gd name="T4" fmla="*/ 0 w 49"/>
                <a:gd name="T5" fmla="*/ 44 h 57"/>
                <a:gd name="T6" fmla="*/ 6 w 49"/>
                <a:gd name="T7" fmla="*/ 57 h 57"/>
                <a:gd name="T8" fmla="*/ 14 w 49"/>
                <a:gd name="T9" fmla="*/ 57 h 57"/>
                <a:gd name="T10" fmla="*/ 49 w 49"/>
                <a:gd name="T11" fmla="*/ 19 h 57"/>
                <a:gd name="T12" fmla="*/ 49 w 49"/>
                <a:gd name="T13" fmla="*/ 0 h 57"/>
              </a:gdLst>
              <a:ahLst/>
              <a:cxnLst>
                <a:cxn ang="0">
                  <a:pos x="T0" y="T1"/>
                </a:cxn>
                <a:cxn ang="0">
                  <a:pos x="T2" y="T3"/>
                </a:cxn>
                <a:cxn ang="0">
                  <a:pos x="T4" y="T5"/>
                </a:cxn>
                <a:cxn ang="0">
                  <a:pos x="T6" y="T7"/>
                </a:cxn>
                <a:cxn ang="0">
                  <a:pos x="T8" y="T9"/>
                </a:cxn>
                <a:cxn ang="0">
                  <a:pos x="T10" y="T11"/>
                </a:cxn>
                <a:cxn ang="0">
                  <a:pos x="T12" y="T13"/>
                </a:cxn>
              </a:cxnLst>
              <a:rect l="0" t="0" r="r" b="b"/>
              <a:pathLst>
                <a:path w="49" h="57">
                  <a:moveTo>
                    <a:pt x="49" y="0"/>
                  </a:moveTo>
                  <a:lnTo>
                    <a:pt x="15" y="0"/>
                  </a:lnTo>
                  <a:lnTo>
                    <a:pt x="0" y="44"/>
                  </a:lnTo>
                  <a:lnTo>
                    <a:pt x="6" y="57"/>
                  </a:lnTo>
                  <a:lnTo>
                    <a:pt x="14" y="57"/>
                  </a:lnTo>
                  <a:lnTo>
                    <a:pt x="49" y="19"/>
                  </a:lnTo>
                  <a:lnTo>
                    <a:pt x="49" y="0"/>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0" name="Group 59"/>
            <p:cNvGrpSpPr>
              <a:grpSpLocks noChangeAspect="1"/>
            </p:cNvGrpSpPr>
            <p:nvPr/>
          </p:nvGrpSpPr>
          <p:grpSpPr>
            <a:xfrm>
              <a:off x="4696944" y="2059194"/>
              <a:ext cx="415996" cy="234364"/>
              <a:chOff x="3370263" y="896938"/>
              <a:chExt cx="450850" cy="254000"/>
            </a:xfrm>
            <a:solidFill>
              <a:srgbClr val="0072C6"/>
            </a:solidFill>
          </p:grpSpPr>
          <p:sp>
            <p:nvSpPr>
              <p:cNvPr id="88" name="Freeform 107"/>
              <p:cNvSpPr>
                <a:spLocks noEditPoints="1"/>
              </p:cNvSpPr>
              <p:nvPr/>
            </p:nvSpPr>
            <p:spPr bwMode="auto">
              <a:xfrm>
                <a:off x="3370263" y="896938"/>
                <a:ext cx="450850" cy="254000"/>
              </a:xfrm>
              <a:custGeom>
                <a:avLst/>
                <a:gdLst>
                  <a:gd name="T0" fmla="*/ 268 w 284"/>
                  <a:gd name="T1" fmla="*/ 0 h 160"/>
                  <a:gd name="T2" fmla="*/ 16 w 284"/>
                  <a:gd name="T3" fmla="*/ 0 h 160"/>
                  <a:gd name="T4" fmla="*/ 16 w 284"/>
                  <a:gd name="T5" fmla="*/ 0 h 160"/>
                  <a:gd name="T6" fmla="*/ 10 w 284"/>
                  <a:gd name="T7" fmla="*/ 2 h 160"/>
                  <a:gd name="T8" fmla="*/ 6 w 284"/>
                  <a:gd name="T9" fmla="*/ 6 h 160"/>
                  <a:gd name="T10" fmla="*/ 2 w 284"/>
                  <a:gd name="T11" fmla="*/ 10 h 160"/>
                  <a:gd name="T12" fmla="*/ 0 w 284"/>
                  <a:gd name="T13" fmla="*/ 16 h 160"/>
                  <a:gd name="T14" fmla="*/ 0 w 284"/>
                  <a:gd name="T15" fmla="*/ 144 h 160"/>
                  <a:gd name="T16" fmla="*/ 0 w 284"/>
                  <a:gd name="T17" fmla="*/ 144 h 160"/>
                  <a:gd name="T18" fmla="*/ 2 w 284"/>
                  <a:gd name="T19" fmla="*/ 150 h 160"/>
                  <a:gd name="T20" fmla="*/ 6 w 284"/>
                  <a:gd name="T21" fmla="*/ 156 h 160"/>
                  <a:gd name="T22" fmla="*/ 10 w 284"/>
                  <a:gd name="T23" fmla="*/ 160 h 160"/>
                  <a:gd name="T24" fmla="*/ 16 w 284"/>
                  <a:gd name="T25" fmla="*/ 160 h 160"/>
                  <a:gd name="T26" fmla="*/ 268 w 284"/>
                  <a:gd name="T27" fmla="*/ 160 h 160"/>
                  <a:gd name="T28" fmla="*/ 268 w 284"/>
                  <a:gd name="T29" fmla="*/ 160 h 160"/>
                  <a:gd name="T30" fmla="*/ 274 w 284"/>
                  <a:gd name="T31" fmla="*/ 160 h 160"/>
                  <a:gd name="T32" fmla="*/ 280 w 284"/>
                  <a:gd name="T33" fmla="*/ 156 h 160"/>
                  <a:gd name="T34" fmla="*/ 282 w 284"/>
                  <a:gd name="T35" fmla="*/ 150 h 160"/>
                  <a:gd name="T36" fmla="*/ 284 w 284"/>
                  <a:gd name="T37" fmla="*/ 144 h 160"/>
                  <a:gd name="T38" fmla="*/ 284 w 284"/>
                  <a:gd name="T39" fmla="*/ 16 h 160"/>
                  <a:gd name="T40" fmla="*/ 284 w 284"/>
                  <a:gd name="T41" fmla="*/ 16 h 160"/>
                  <a:gd name="T42" fmla="*/ 282 w 284"/>
                  <a:gd name="T43" fmla="*/ 10 h 160"/>
                  <a:gd name="T44" fmla="*/ 280 w 284"/>
                  <a:gd name="T45" fmla="*/ 6 h 160"/>
                  <a:gd name="T46" fmla="*/ 274 w 284"/>
                  <a:gd name="T47" fmla="*/ 2 h 160"/>
                  <a:gd name="T48" fmla="*/ 268 w 284"/>
                  <a:gd name="T49" fmla="*/ 0 h 160"/>
                  <a:gd name="T50" fmla="*/ 268 w 284"/>
                  <a:gd name="T51" fmla="*/ 0 h 160"/>
                  <a:gd name="T52" fmla="*/ 256 w 284"/>
                  <a:gd name="T53" fmla="*/ 136 h 160"/>
                  <a:gd name="T54" fmla="*/ 28 w 284"/>
                  <a:gd name="T55" fmla="*/ 136 h 160"/>
                  <a:gd name="T56" fmla="*/ 28 w 284"/>
                  <a:gd name="T57" fmla="*/ 26 h 160"/>
                  <a:gd name="T58" fmla="*/ 256 w 284"/>
                  <a:gd name="T59" fmla="*/ 26 h 160"/>
                  <a:gd name="T60" fmla="*/ 256 w 284"/>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4" h="160">
                    <a:moveTo>
                      <a:pt x="268" y="0"/>
                    </a:moveTo>
                    <a:lnTo>
                      <a:pt x="16" y="0"/>
                    </a:lnTo>
                    <a:lnTo>
                      <a:pt x="16" y="0"/>
                    </a:lnTo>
                    <a:lnTo>
                      <a:pt x="10" y="2"/>
                    </a:lnTo>
                    <a:lnTo>
                      <a:pt x="6" y="6"/>
                    </a:lnTo>
                    <a:lnTo>
                      <a:pt x="2" y="10"/>
                    </a:lnTo>
                    <a:lnTo>
                      <a:pt x="0" y="16"/>
                    </a:lnTo>
                    <a:lnTo>
                      <a:pt x="0" y="144"/>
                    </a:lnTo>
                    <a:lnTo>
                      <a:pt x="0" y="144"/>
                    </a:lnTo>
                    <a:lnTo>
                      <a:pt x="2" y="150"/>
                    </a:lnTo>
                    <a:lnTo>
                      <a:pt x="6" y="156"/>
                    </a:lnTo>
                    <a:lnTo>
                      <a:pt x="10" y="160"/>
                    </a:lnTo>
                    <a:lnTo>
                      <a:pt x="16" y="160"/>
                    </a:lnTo>
                    <a:lnTo>
                      <a:pt x="268" y="160"/>
                    </a:lnTo>
                    <a:lnTo>
                      <a:pt x="268" y="160"/>
                    </a:lnTo>
                    <a:lnTo>
                      <a:pt x="274" y="160"/>
                    </a:lnTo>
                    <a:lnTo>
                      <a:pt x="280" y="156"/>
                    </a:lnTo>
                    <a:lnTo>
                      <a:pt x="282" y="150"/>
                    </a:lnTo>
                    <a:lnTo>
                      <a:pt x="284" y="144"/>
                    </a:lnTo>
                    <a:lnTo>
                      <a:pt x="284" y="16"/>
                    </a:lnTo>
                    <a:lnTo>
                      <a:pt x="284" y="16"/>
                    </a:lnTo>
                    <a:lnTo>
                      <a:pt x="282" y="10"/>
                    </a:lnTo>
                    <a:lnTo>
                      <a:pt x="280" y="6"/>
                    </a:lnTo>
                    <a:lnTo>
                      <a:pt x="274" y="2"/>
                    </a:lnTo>
                    <a:lnTo>
                      <a:pt x="268" y="0"/>
                    </a:lnTo>
                    <a:lnTo>
                      <a:pt x="268" y="0"/>
                    </a:lnTo>
                    <a:close/>
                    <a:moveTo>
                      <a:pt x="256" y="136"/>
                    </a:moveTo>
                    <a:lnTo>
                      <a:pt x="28" y="136"/>
                    </a:lnTo>
                    <a:lnTo>
                      <a:pt x="28" y="26"/>
                    </a:lnTo>
                    <a:lnTo>
                      <a:pt x="256" y="26"/>
                    </a:lnTo>
                    <a:lnTo>
                      <a:pt x="256"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9" name="Freeform 108"/>
              <p:cNvSpPr>
                <a:spLocks/>
              </p:cNvSpPr>
              <p:nvPr/>
            </p:nvSpPr>
            <p:spPr bwMode="auto">
              <a:xfrm>
                <a:off x="3570288"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1" name="Group 60"/>
            <p:cNvGrpSpPr>
              <a:grpSpLocks noChangeAspect="1"/>
            </p:cNvGrpSpPr>
            <p:nvPr/>
          </p:nvGrpSpPr>
          <p:grpSpPr>
            <a:xfrm>
              <a:off x="4173933" y="2731263"/>
              <a:ext cx="337455" cy="204957"/>
              <a:chOff x="4722813" y="836613"/>
              <a:chExt cx="517525" cy="314325"/>
            </a:xfrm>
            <a:solidFill>
              <a:srgbClr val="0072C6"/>
            </a:solidFill>
          </p:grpSpPr>
          <p:sp>
            <p:nvSpPr>
              <p:cNvPr id="85" name="Freeform 104"/>
              <p:cNvSpPr>
                <a:spLocks/>
              </p:cNvSpPr>
              <p:nvPr/>
            </p:nvSpPr>
            <p:spPr bwMode="auto">
              <a:xfrm>
                <a:off x="4792663" y="836613"/>
                <a:ext cx="447675" cy="254000"/>
              </a:xfrm>
              <a:custGeom>
                <a:avLst/>
                <a:gdLst>
                  <a:gd name="T0" fmla="*/ 266 w 282"/>
                  <a:gd name="T1" fmla="*/ 0 h 160"/>
                  <a:gd name="T2" fmla="*/ 14 w 282"/>
                  <a:gd name="T3" fmla="*/ 0 h 160"/>
                  <a:gd name="T4" fmla="*/ 14 w 282"/>
                  <a:gd name="T5" fmla="*/ 0 h 160"/>
                  <a:gd name="T6" fmla="*/ 8 w 282"/>
                  <a:gd name="T7" fmla="*/ 0 h 160"/>
                  <a:gd name="T8" fmla="*/ 4 w 282"/>
                  <a:gd name="T9" fmla="*/ 4 h 160"/>
                  <a:gd name="T10" fmla="*/ 0 w 282"/>
                  <a:gd name="T11" fmla="*/ 8 h 160"/>
                  <a:gd name="T12" fmla="*/ 0 w 282"/>
                  <a:gd name="T13" fmla="*/ 16 h 160"/>
                  <a:gd name="T14" fmla="*/ 0 w 282"/>
                  <a:gd name="T15" fmla="*/ 20 h 160"/>
                  <a:gd name="T16" fmla="*/ 242 w 282"/>
                  <a:gd name="T17" fmla="*/ 20 h 160"/>
                  <a:gd name="T18" fmla="*/ 242 w 282"/>
                  <a:gd name="T19" fmla="*/ 20 h 160"/>
                  <a:gd name="T20" fmla="*/ 248 w 282"/>
                  <a:gd name="T21" fmla="*/ 22 h 160"/>
                  <a:gd name="T22" fmla="*/ 254 w 282"/>
                  <a:gd name="T23" fmla="*/ 24 h 160"/>
                  <a:gd name="T24" fmla="*/ 258 w 282"/>
                  <a:gd name="T25" fmla="*/ 30 h 160"/>
                  <a:gd name="T26" fmla="*/ 258 w 282"/>
                  <a:gd name="T27" fmla="*/ 36 h 160"/>
                  <a:gd name="T28" fmla="*/ 258 w 282"/>
                  <a:gd name="T29" fmla="*/ 160 h 160"/>
                  <a:gd name="T30" fmla="*/ 266 w 282"/>
                  <a:gd name="T31" fmla="*/ 160 h 160"/>
                  <a:gd name="T32" fmla="*/ 266 w 282"/>
                  <a:gd name="T33" fmla="*/ 160 h 160"/>
                  <a:gd name="T34" fmla="*/ 272 w 282"/>
                  <a:gd name="T35" fmla="*/ 158 h 160"/>
                  <a:gd name="T36" fmla="*/ 278 w 282"/>
                  <a:gd name="T37" fmla="*/ 154 h 160"/>
                  <a:gd name="T38" fmla="*/ 282 w 282"/>
                  <a:gd name="T39" fmla="*/ 150 h 160"/>
                  <a:gd name="T40" fmla="*/ 282 w 282"/>
                  <a:gd name="T41" fmla="*/ 144 h 160"/>
                  <a:gd name="T42" fmla="*/ 282 w 282"/>
                  <a:gd name="T43" fmla="*/ 16 h 160"/>
                  <a:gd name="T44" fmla="*/ 282 w 282"/>
                  <a:gd name="T45" fmla="*/ 16 h 160"/>
                  <a:gd name="T46" fmla="*/ 282 w 282"/>
                  <a:gd name="T47" fmla="*/ 8 h 160"/>
                  <a:gd name="T48" fmla="*/ 278 w 282"/>
                  <a:gd name="T49" fmla="*/ 4 h 160"/>
                  <a:gd name="T50" fmla="*/ 272 w 282"/>
                  <a:gd name="T51" fmla="*/ 0 h 160"/>
                  <a:gd name="T52" fmla="*/ 266 w 282"/>
                  <a:gd name="T53" fmla="*/ 0 h 160"/>
                  <a:gd name="T54" fmla="*/ 266 w 282"/>
                  <a:gd name="T55" fmla="*/ 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82" h="160">
                    <a:moveTo>
                      <a:pt x="266" y="0"/>
                    </a:moveTo>
                    <a:lnTo>
                      <a:pt x="14" y="0"/>
                    </a:lnTo>
                    <a:lnTo>
                      <a:pt x="14" y="0"/>
                    </a:lnTo>
                    <a:lnTo>
                      <a:pt x="8" y="0"/>
                    </a:lnTo>
                    <a:lnTo>
                      <a:pt x="4" y="4"/>
                    </a:lnTo>
                    <a:lnTo>
                      <a:pt x="0" y="8"/>
                    </a:lnTo>
                    <a:lnTo>
                      <a:pt x="0" y="16"/>
                    </a:lnTo>
                    <a:lnTo>
                      <a:pt x="0" y="20"/>
                    </a:lnTo>
                    <a:lnTo>
                      <a:pt x="242" y="20"/>
                    </a:lnTo>
                    <a:lnTo>
                      <a:pt x="242" y="20"/>
                    </a:lnTo>
                    <a:lnTo>
                      <a:pt x="248" y="22"/>
                    </a:lnTo>
                    <a:lnTo>
                      <a:pt x="254" y="24"/>
                    </a:lnTo>
                    <a:lnTo>
                      <a:pt x="258" y="30"/>
                    </a:lnTo>
                    <a:lnTo>
                      <a:pt x="258" y="36"/>
                    </a:lnTo>
                    <a:lnTo>
                      <a:pt x="258" y="160"/>
                    </a:lnTo>
                    <a:lnTo>
                      <a:pt x="266" y="160"/>
                    </a:lnTo>
                    <a:lnTo>
                      <a:pt x="266" y="160"/>
                    </a:lnTo>
                    <a:lnTo>
                      <a:pt x="272" y="158"/>
                    </a:lnTo>
                    <a:lnTo>
                      <a:pt x="278" y="154"/>
                    </a:lnTo>
                    <a:lnTo>
                      <a:pt x="282" y="150"/>
                    </a:lnTo>
                    <a:lnTo>
                      <a:pt x="282" y="144"/>
                    </a:lnTo>
                    <a:lnTo>
                      <a:pt x="282" y="16"/>
                    </a:lnTo>
                    <a:lnTo>
                      <a:pt x="282" y="16"/>
                    </a:lnTo>
                    <a:lnTo>
                      <a:pt x="282" y="8"/>
                    </a:lnTo>
                    <a:lnTo>
                      <a:pt x="278" y="4"/>
                    </a:lnTo>
                    <a:lnTo>
                      <a:pt x="272" y="0"/>
                    </a:lnTo>
                    <a:lnTo>
                      <a:pt x="266" y="0"/>
                    </a:lnTo>
                    <a:lnTo>
                      <a:pt x="266"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6" name="Freeform 105"/>
              <p:cNvSpPr>
                <a:spLocks noEditPoints="1"/>
              </p:cNvSpPr>
              <p:nvPr/>
            </p:nvSpPr>
            <p:spPr bwMode="auto">
              <a:xfrm>
                <a:off x="4722813" y="896938"/>
                <a:ext cx="447675" cy="254000"/>
              </a:xfrm>
              <a:custGeom>
                <a:avLst/>
                <a:gdLst>
                  <a:gd name="T0" fmla="*/ 266 w 282"/>
                  <a:gd name="T1" fmla="*/ 0 h 160"/>
                  <a:gd name="T2" fmla="*/ 14 w 282"/>
                  <a:gd name="T3" fmla="*/ 0 h 160"/>
                  <a:gd name="T4" fmla="*/ 14 w 282"/>
                  <a:gd name="T5" fmla="*/ 0 h 160"/>
                  <a:gd name="T6" fmla="*/ 8 w 282"/>
                  <a:gd name="T7" fmla="*/ 2 h 160"/>
                  <a:gd name="T8" fmla="*/ 4 w 282"/>
                  <a:gd name="T9" fmla="*/ 6 h 160"/>
                  <a:gd name="T10" fmla="*/ 0 w 282"/>
                  <a:gd name="T11" fmla="*/ 10 h 160"/>
                  <a:gd name="T12" fmla="*/ 0 w 282"/>
                  <a:gd name="T13" fmla="*/ 16 h 160"/>
                  <a:gd name="T14" fmla="*/ 0 w 282"/>
                  <a:gd name="T15" fmla="*/ 144 h 160"/>
                  <a:gd name="T16" fmla="*/ 0 w 282"/>
                  <a:gd name="T17" fmla="*/ 144 h 160"/>
                  <a:gd name="T18" fmla="*/ 0 w 282"/>
                  <a:gd name="T19" fmla="*/ 150 h 160"/>
                  <a:gd name="T20" fmla="*/ 4 w 282"/>
                  <a:gd name="T21" fmla="*/ 156 h 160"/>
                  <a:gd name="T22" fmla="*/ 8 w 282"/>
                  <a:gd name="T23" fmla="*/ 160 h 160"/>
                  <a:gd name="T24" fmla="*/ 14 w 282"/>
                  <a:gd name="T25" fmla="*/ 160 h 160"/>
                  <a:gd name="T26" fmla="*/ 266 w 282"/>
                  <a:gd name="T27" fmla="*/ 160 h 160"/>
                  <a:gd name="T28" fmla="*/ 266 w 282"/>
                  <a:gd name="T29" fmla="*/ 160 h 160"/>
                  <a:gd name="T30" fmla="*/ 272 w 282"/>
                  <a:gd name="T31" fmla="*/ 160 h 160"/>
                  <a:gd name="T32" fmla="*/ 278 w 282"/>
                  <a:gd name="T33" fmla="*/ 156 h 160"/>
                  <a:gd name="T34" fmla="*/ 282 w 282"/>
                  <a:gd name="T35" fmla="*/ 150 h 160"/>
                  <a:gd name="T36" fmla="*/ 282 w 282"/>
                  <a:gd name="T37" fmla="*/ 144 h 160"/>
                  <a:gd name="T38" fmla="*/ 282 w 282"/>
                  <a:gd name="T39" fmla="*/ 16 h 160"/>
                  <a:gd name="T40" fmla="*/ 282 w 282"/>
                  <a:gd name="T41" fmla="*/ 16 h 160"/>
                  <a:gd name="T42" fmla="*/ 282 w 282"/>
                  <a:gd name="T43" fmla="*/ 10 h 160"/>
                  <a:gd name="T44" fmla="*/ 278 w 282"/>
                  <a:gd name="T45" fmla="*/ 6 h 160"/>
                  <a:gd name="T46" fmla="*/ 272 w 282"/>
                  <a:gd name="T47" fmla="*/ 2 h 160"/>
                  <a:gd name="T48" fmla="*/ 266 w 282"/>
                  <a:gd name="T49" fmla="*/ 0 h 160"/>
                  <a:gd name="T50" fmla="*/ 266 w 282"/>
                  <a:gd name="T51" fmla="*/ 0 h 160"/>
                  <a:gd name="T52" fmla="*/ 254 w 282"/>
                  <a:gd name="T53" fmla="*/ 136 h 160"/>
                  <a:gd name="T54" fmla="*/ 28 w 282"/>
                  <a:gd name="T55" fmla="*/ 136 h 160"/>
                  <a:gd name="T56" fmla="*/ 28 w 282"/>
                  <a:gd name="T57" fmla="*/ 26 h 160"/>
                  <a:gd name="T58" fmla="*/ 254 w 282"/>
                  <a:gd name="T59" fmla="*/ 26 h 160"/>
                  <a:gd name="T60" fmla="*/ 254 w 282"/>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2" h="160">
                    <a:moveTo>
                      <a:pt x="266" y="0"/>
                    </a:moveTo>
                    <a:lnTo>
                      <a:pt x="14" y="0"/>
                    </a:lnTo>
                    <a:lnTo>
                      <a:pt x="14" y="0"/>
                    </a:lnTo>
                    <a:lnTo>
                      <a:pt x="8" y="2"/>
                    </a:lnTo>
                    <a:lnTo>
                      <a:pt x="4" y="6"/>
                    </a:lnTo>
                    <a:lnTo>
                      <a:pt x="0" y="10"/>
                    </a:lnTo>
                    <a:lnTo>
                      <a:pt x="0" y="16"/>
                    </a:lnTo>
                    <a:lnTo>
                      <a:pt x="0" y="144"/>
                    </a:lnTo>
                    <a:lnTo>
                      <a:pt x="0" y="144"/>
                    </a:lnTo>
                    <a:lnTo>
                      <a:pt x="0" y="150"/>
                    </a:lnTo>
                    <a:lnTo>
                      <a:pt x="4" y="156"/>
                    </a:lnTo>
                    <a:lnTo>
                      <a:pt x="8" y="160"/>
                    </a:lnTo>
                    <a:lnTo>
                      <a:pt x="14" y="160"/>
                    </a:lnTo>
                    <a:lnTo>
                      <a:pt x="266" y="160"/>
                    </a:lnTo>
                    <a:lnTo>
                      <a:pt x="266" y="160"/>
                    </a:lnTo>
                    <a:lnTo>
                      <a:pt x="272" y="160"/>
                    </a:lnTo>
                    <a:lnTo>
                      <a:pt x="278" y="156"/>
                    </a:lnTo>
                    <a:lnTo>
                      <a:pt x="282" y="150"/>
                    </a:lnTo>
                    <a:lnTo>
                      <a:pt x="282" y="144"/>
                    </a:lnTo>
                    <a:lnTo>
                      <a:pt x="282" y="16"/>
                    </a:lnTo>
                    <a:lnTo>
                      <a:pt x="282" y="16"/>
                    </a:lnTo>
                    <a:lnTo>
                      <a:pt x="282" y="10"/>
                    </a:lnTo>
                    <a:lnTo>
                      <a:pt x="278" y="6"/>
                    </a:lnTo>
                    <a:lnTo>
                      <a:pt x="272" y="2"/>
                    </a:lnTo>
                    <a:lnTo>
                      <a:pt x="266" y="0"/>
                    </a:lnTo>
                    <a:lnTo>
                      <a:pt x="266" y="0"/>
                    </a:lnTo>
                    <a:close/>
                    <a:moveTo>
                      <a:pt x="254" y="136"/>
                    </a:moveTo>
                    <a:lnTo>
                      <a:pt x="28" y="136"/>
                    </a:lnTo>
                    <a:lnTo>
                      <a:pt x="28" y="26"/>
                    </a:lnTo>
                    <a:lnTo>
                      <a:pt x="254" y="26"/>
                    </a:lnTo>
                    <a:lnTo>
                      <a:pt x="254"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7" name="Freeform 106"/>
              <p:cNvSpPr>
                <a:spLocks/>
              </p:cNvSpPr>
              <p:nvPr/>
            </p:nvSpPr>
            <p:spPr bwMode="auto">
              <a:xfrm>
                <a:off x="4919663"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sp>
          <p:nvSpPr>
            <p:cNvPr id="62" name="Freeform 59"/>
            <p:cNvSpPr>
              <a:spLocks noChangeAspect="1" noEditPoints="1"/>
            </p:cNvSpPr>
            <p:nvPr/>
          </p:nvSpPr>
          <p:spPr bwMode="auto">
            <a:xfrm>
              <a:off x="6351773" y="2659837"/>
              <a:ext cx="279320" cy="337291"/>
            </a:xfrm>
            <a:custGeom>
              <a:avLst/>
              <a:gdLst>
                <a:gd name="T0" fmla="*/ 0 w 212"/>
                <a:gd name="T1" fmla="*/ 188 h 256"/>
                <a:gd name="T2" fmla="*/ 106 w 212"/>
                <a:gd name="T3" fmla="*/ 56 h 256"/>
                <a:gd name="T4" fmla="*/ 128 w 212"/>
                <a:gd name="T5" fmla="*/ 90 h 256"/>
                <a:gd name="T6" fmla="*/ 134 w 212"/>
                <a:gd name="T7" fmla="*/ 110 h 256"/>
                <a:gd name="T8" fmla="*/ 134 w 212"/>
                <a:gd name="T9" fmla="*/ 152 h 256"/>
                <a:gd name="T10" fmla="*/ 128 w 212"/>
                <a:gd name="T11" fmla="*/ 170 h 256"/>
                <a:gd name="T12" fmla="*/ 106 w 212"/>
                <a:gd name="T13" fmla="*/ 206 h 256"/>
                <a:gd name="T14" fmla="*/ 104 w 212"/>
                <a:gd name="T15" fmla="*/ 208 h 256"/>
                <a:gd name="T16" fmla="*/ 90 w 212"/>
                <a:gd name="T17" fmla="*/ 200 h 256"/>
                <a:gd name="T18" fmla="*/ 106 w 212"/>
                <a:gd name="T19" fmla="*/ 182 h 256"/>
                <a:gd name="T20" fmla="*/ 120 w 212"/>
                <a:gd name="T21" fmla="*/ 148 h 256"/>
                <a:gd name="T22" fmla="*/ 122 w 212"/>
                <a:gd name="T23" fmla="*/ 130 h 256"/>
                <a:gd name="T24" fmla="*/ 116 w 212"/>
                <a:gd name="T25" fmla="*/ 96 h 256"/>
                <a:gd name="T26" fmla="*/ 94 w 212"/>
                <a:gd name="T27" fmla="*/ 66 h 256"/>
                <a:gd name="T28" fmla="*/ 90 w 212"/>
                <a:gd name="T29" fmla="*/ 62 h 256"/>
                <a:gd name="T30" fmla="*/ 98 w 212"/>
                <a:gd name="T31" fmla="*/ 48 h 256"/>
                <a:gd name="T32" fmla="*/ 106 w 212"/>
                <a:gd name="T33" fmla="*/ 56 h 256"/>
                <a:gd name="T34" fmla="*/ 122 w 212"/>
                <a:gd name="T35" fmla="*/ 222 h 256"/>
                <a:gd name="T36" fmla="*/ 138 w 212"/>
                <a:gd name="T37" fmla="*/ 202 h 256"/>
                <a:gd name="T38" fmla="*/ 150 w 212"/>
                <a:gd name="T39" fmla="*/ 180 h 256"/>
                <a:gd name="T40" fmla="*/ 154 w 212"/>
                <a:gd name="T41" fmla="*/ 168 h 256"/>
                <a:gd name="T42" fmla="*/ 158 w 212"/>
                <a:gd name="T43" fmla="*/ 144 h 256"/>
                <a:gd name="T44" fmla="*/ 160 w 212"/>
                <a:gd name="T45" fmla="*/ 130 h 256"/>
                <a:gd name="T46" fmla="*/ 156 w 212"/>
                <a:gd name="T47" fmla="*/ 106 h 256"/>
                <a:gd name="T48" fmla="*/ 154 w 212"/>
                <a:gd name="T49" fmla="*/ 94 h 256"/>
                <a:gd name="T50" fmla="*/ 144 w 212"/>
                <a:gd name="T51" fmla="*/ 70 h 256"/>
                <a:gd name="T52" fmla="*/ 130 w 212"/>
                <a:gd name="T53" fmla="*/ 48 h 256"/>
                <a:gd name="T54" fmla="*/ 118 w 212"/>
                <a:gd name="T55" fmla="*/ 36 h 256"/>
                <a:gd name="T56" fmla="*/ 128 w 212"/>
                <a:gd name="T57" fmla="*/ 26 h 256"/>
                <a:gd name="T58" fmla="*/ 130 w 212"/>
                <a:gd name="T59" fmla="*/ 28 h 256"/>
                <a:gd name="T60" fmla="*/ 142 w 212"/>
                <a:gd name="T61" fmla="*/ 40 h 256"/>
                <a:gd name="T62" fmla="*/ 158 w 212"/>
                <a:gd name="T63" fmla="*/ 64 h 256"/>
                <a:gd name="T64" fmla="*/ 168 w 212"/>
                <a:gd name="T65" fmla="*/ 90 h 256"/>
                <a:gd name="T66" fmla="*/ 172 w 212"/>
                <a:gd name="T67" fmla="*/ 116 h 256"/>
                <a:gd name="T68" fmla="*/ 172 w 212"/>
                <a:gd name="T69" fmla="*/ 144 h 256"/>
                <a:gd name="T70" fmla="*/ 168 w 212"/>
                <a:gd name="T71" fmla="*/ 172 h 256"/>
                <a:gd name="T72" fmla="*/ 158 w 212"/>
                <a:gd name="T73" fmla="*/ 198 h 256"/>
                <a:gd name="T74" fmla="*/ 142 w 212"/>
                <a:gd name="T75" fmla="*/ 220 h 256"/>
                <a:gd name="T76" fmla="*/ 160 w 212"/>
                <a:gd name="T77" fmla="*/ 2 h 256"/>
                <a:gd name="T78" fmla="*/ 182 w 212"/>
                <a:gd name="T79" fmla="*/ 30 h 256"/>
                <a:gd name="T80" fmla="*/ 200 w 212"/>
                <a:gd name="T81" fmla="*/ 62 h 256"/>
                <a:gd name="T82" fmla="*/ 210 w 212"/>
                <a:gd name="T83" fmla="*/ 96 h 256"/>
                <a:gd name="T84" fmla="*/ 212 w 212"/>
                <a:gd name="T85" fmla="*/ 130 h 256"/>
                <a:gd name="T86" fmla="*/ 210 w 212"/>
                <a:gd name="T87" fmla="*/ 164 h 256"/>
                <a:gd name="T88" fmla="*/ 200 w 212"/>
                <a:gd name="T89" fmla="*/ 198 h 256"/>
                <a:gd name="T90" fmla="*/ 184 w 212"/>
                <a:gd name="T91" fmla="*/ 228 h 256"/>
                <a:gd name="T92" fmla="*/ 162 w 212"/>
                <a:gd name="T93" fmla="*/ 256 h 256"/>
                <a:gd name="T94" fmla="*/ 162 w 212"/>
                <a:gd name="T95" fmla="*/ 236 h 256"/>
                <a:gd name="T96" fmla="*/ 170 w 212"/>
                <a:gd name="T97" fmla="*/ 224 h 256"/>
                <a:gd name="T98" fmla="*/ 186 w 212"/>
                <a:gd name="T99" fmla="*/ 194 h 256"/>
                <a:gd name="T100" fmla="*/ 196 w 212"/>
                <a:gd name="T101" fmla="*/ 162 h 256"/>
                <a:gd name="T102" fmla="*/ 198 w 212"/>
                <a:gd name="T103" fmla="*/ 146 h 256"/>
                <a:gd name="T104" fmla="*/ 198 w 212"/>
                <a:gd name="T105" fmla="*/ 114 h 256"/>
                <a:gd name="T106" fmla="*/ 196 w 212"/>
                <a:gd name="T107" fmla="*/ 98 h 256"/>
                <a:gd name="T108" fmla="*/ 186 w 212"/>
                <a:gd name="T109" fmla="*/ 68 h 256"/>
                <a:gd name="T110" fmla="*/ 178 w 212"/>
                <a:gd name="T111" fmla="*/ 52 h 256"/>
                <a:gd name="T112" fmla="*/ 160 w 212"/>
                <a:gd name="T113" fmla="*/ 24 h 256"/>
                <a:gd name="T114" fmla="*/ 148 w 212"/>
                <a:gd name="T115" fmla="*/ 10 h 256"/>
                <a:gd name="T116" fmla="*/ 158 w 212"/>
                <a:gd name="T117" fmla="*/ 0 h 256"/>
                <a:gd name="T118" fmla="*/ 158 w 212"/>
                <a:gd name="T119" fmla="*/ 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2" h="256">
                  <a:moveTo>
                    <a:pt x="0" y="74"/>
                  </a:moveTo>
                  <a:lnTo>
                    <a:pt x="74" y="130"/>
                  </a:lnTo>
                  <a:lnTo>
                    <a:pt x="0" y="188"/>
                  </a:lnTo>
                  <a:lnTo>
                    <a:pt x="0" y="74"/>
                  </a:lnTo>
                  <a:close/>
                  <a:moveTo>
                    <a:pt x="106" y="56"/>
                  </a:moveTo>
                  <a:lnTo>
                    <a:pt x="106" y="56"/>
                  </a:lnTo>
                  <a:lnTo>
                    <a:pt x="118" y="72"/>
                  </a:lnTo>
                  <a:lnTo>
                    <a:pt x="118" y="72"/>
                  </a:lnTo>
                  <a:lnTo>
                    <a:pt x="128" y="90"/>
                  </a:lnTo>
                  <a:lnTo>
                    <a:pt x="128" y="90"/>
                  </a:lnTo>
                  <a:lnTo>
                    <a:pt x="134" y="110"/>
                  </a:lnTo>
                  <a:lnTo>
                    <a:pt x="134" y="110"/>
                  </a:lnTo>
                  <a:lnTo>
                    <a:pt x="136" y="130"/>
                  </a:lnTo>
                  <a:lnTo>
                    <a:pt x="136" y="130"/>
                  </a:lnTo>
                  <a:lnTo>
                    <a:pt x="134" y="152"/>
                  </a:lnTo>
                  <a:lnTo>
                    <a:pt x="134" y="152"/>
                  </a:lnTo>
                  <a:lnTo>
                    <a:pt x="128" y="170"/>
                  </a:lnTo>
                  <a:lnTo>
                    <a:pt x="128" y="170"/>
                  </a:lnTo>
                  <a:lnTo>
                    <a:pt x="118" y="190"/>
                  </a:lnTo>
                  <a:lnTo>
                    <a:pt x="118" y="190"/>
                  </a:lnTo>
                  <a:lnTo>
                    <a:pt x="106" y="206"/>
                  </a:lnTo>
                  <a:lnTo>
                    <a:pt x="106" y="206"/>
                  </a:lnTo>
                  <a:lnTo>
                    <a:pt x="104" y="208"/>
                  </a:lnTo>
                  <a:lnTo>
                    <a:pt x="104" y="208"/>
                  </a:lnTo>
                  <a:lnTo>
                    <a:pt x="102" y="208"/>
                  </a:lnTo>
                  <a:lnTo>
                    <a:pt x="90" y="200"/>
                  </a:lnTo>
                  <a:lnTo>
                    <a:pt x="90" y="200"/>
                  </a:lnTo>
                  <a:lnTo>
                    <a:pt x="94" y="196"/>
                  </a:lnTo>
                  <a:lnTo>
                    <a:pt x="94" y="196"/>
                  </a:lnTo>
                  <a:lnTo>
                    <a:pt x="106" y="182"/>
                  </a:lnTo>
                  <a:lnTo>
                    <a:pt x="116" y="166"/>
                  </a:lnTo>
                  <a:lnTo>
                    <a:pt x="116" y="166"/>
                  </a:lnTo>
                  <a:lnTo>
                    <a:pt x="120" y="148"/>
                  </a:lnTo>
                  <a:lnTo>
                    <a:pt x="120" y="148"/>
                  </a:lnTo>
                  <a:lnTo>
                    <a:pt x="122" y="130"/>
                  </a:lnTo>
                  <a:lnTo>
                    <a:pt x="122" y="130"/>
                  </a:lnTo>
                  <a:lnTo>
                    <a:pt x="120" y="114"/>
                  </a:lnTo>
                  <a:lnTo>
                    <a:pt x="116" y="96"/>
                  </a:lnTo>
                  <a:lnTo>
                    <a:pt x="116" y="96"/>
                  </a:lnTo>
                  <a:lnTo>
                    <a:pt x="106" y="80"/>
                  </a:lnTo>
                  <a:lnTo>
                    <a:pt x="106" y="80"/>
                  </a:lnTo>
                  <a:lnTo>
                    <a:pt x="94" y="66"/>
                  </a:lnTo>
                  <a:lnTo>
                    <a:pt x="94" y="66"/>
                  </a:lnTo>
                  <a:lnTo>
                    <a:pt x="90" y="62"/>
                  </a:lnTo>
                  <a:lnTo>
                    <a:pt x="90" y="62"/>
                  </a:lnTo>
                  <a:lnTo>
                    <a:pt x="86" y="58"/>
                  </a:lnTo>
                  <a:lnTo>
                    <a:pt x="98" y="48"/>
                  </a:lnTo>
                  <a:lnTo>
                    <a:pt x="98" y="48"/>
                  </a:lnTo>
                  <a:lnTo>
                    <a:pt x="102" y="52"/>
                  </a:lnTo>
                  <a:lnTo>
                    <a:pt x="102" y="52"/>
                  </a:lnTo>
                  <a:lnTo>
                    <a:pt x="106" y="56"/>
                  </a:lnTo>
                  <a:lnTo>
                    <a:pt x="106" y="56"/>
                  </a:lnTo>
                  <a:close/>
                  <a:moveTo>
                    <a:pt x="120" y="222"/>
                  </a:moveTo>
                  <a:lnTo>
                    <a:pt x="122" y="222"/>
                  </a:lnTo>
                  <a:lnTo>
                    <a:pt x="122" y="222"/>
                  </a:lnTo>
                  <a:lnTo>
                    <a:pt x="130" y="212"/>
                  </a:lnTo>
                  <a:lnTo>
                    <a:pt x="138" y="202"/>
                  </a:lnTo>
                  <a:lnTo>
                    <a:pt x="138" y="202"/>
                  </a:lnTo>
                  <a:lnTo>
                    <a:pt x="144" y="192"/>
                  </a:lnTo>
                  <a:lnTo>
                    <a:pt x="150" y="180"/>
                  </a:lnTo>
                  <a:lnTo>
                    <a:pt x="150" y="180"/>
                  </a:lnTo>
                  <a:lnTo>
                    <a:pt x="154" y="168"/>
                  </a:lnTo>
                  <a:lnTo>
                    <a:pt x="154" y="168"/>
                  </a:lnTo>
                  <a:lnTo>
                    <a:pt x="156" y="156"/>
                  </a:lnTo>
                  <a:lnTo>
                    <a:pt x="156" y="156"/>
                  </a:lnTo>
                  <a:lnTo>
                    <a:pt x="158" y="144"/>
                  </a:lnTo>
                  <a:lnTo>
                    <a:pt x="158" y="144"/>
                  </a:lnTo>
                  <a:lnTo>
                    <a:pt x="160" y="130"/>
                  </a:lnTo>
                  <a:lnTo>
                    <a:pt x="160" y="130"/>
                  </a:lnTo>
                  <a:lnTo>
                    <a:pt x="158" y="118"/>
                  </a:lnTo>
                  <a:lnTo>
                    <a:pt x="158" y="118"/>
                  </a:lnTo>
                  <a:lnTo>
                    <a:pt x="156" y="106"/>
                  </a:lnTo>
                  <a:lnTo>
                    <a:pt x="156" y="106"/>
                  </a:lnTo>
                  <a:lnTo>
                    <a:pt x="154" y="94"/>
                  </a:lnTo>
                  <a:lnTo>
                    <a:pt x="154" y="94"/>
                  </a:lnTo>
                  <a:lnTo>
                    <a:pt x="150" y="82"/>
                  </a:lnTo>
                  <a:lnTo>
                    <a:pt x="150" y="82"/>
                  </a:lnTo>
                  <a:lnTo>
                    <a:pt x="144" y="70"/>
                  </a:lnTo>
                  <a:lnTo>
                    <a:pt x="138" y="60"/>
                  </a:lnTo>
                  <a:lnTo>
                    <a:pt x="138" y="60"/>
                  </a:lnTo>
                  <a:lnTo>
                    <a:pt x="130" y="48"/>
                  </a:lnTo>
                  <a:lnTo>
                    <a:pt x="122" y="40"/>
                  </a:lnTo>
                  <a:lnTo>
                    <a:pt x="122" y="40"/>
                  </a:lnTo>
                  <a:lnTo>
                    <a:pt x="118" y="36"/>
                  </a:lnTo>
                  <a:lnTo>
                    <a:pt x="118" y="36"/>
                  </a:lnTo>
                  <a:lnTo>
                    <a:pt x="116" y="34"/>
                  </a:lnTo>
                  <a:lnTo>
                    <a:pt x="128" y="26"/>
                  </a:lnTo>
                  <a:lnTo>
                    <a:pt x="128" y="26"/>
                  </a:lnTo>
                  <a:lnTo>
                    <a:pt x="130" y="28"/>
                  </a:lnTo>
                  <a:lnTo>
                    <a:pt x="130" y="28"/>
                  </a:lnTo>
                  <a:lnTo>
                    <a:pt x="132" y="30"/>
                  </a:lnTo>
                  <a:lnTo>
                    <a:pt x="132" y="30"/>
                  </a:lnTo>
                  <a:lnTo>
                    <a:pt x="142" y="40"/>
                  </a:lnTo>
                  <a:lnTo>
                    <a:pt x="150" y="52"/>
                  </a:lnTo>
                  <a:lnTo>
                    <a:pt x="150" y="52"/>
                  </a:lnTo>
                  <a:lnTo>
                    <a:pt x="158" y="64"/>
                  </a:lnTo>
                  <a:lnTo>
                    <a:pt x="164" y="76"/>
                  </a:lnTo>
                  <a:lnTo>
                    <a:pt x="164" y="76"/>
                  </a:lnTo>
                  <a:lnTo>
                    <a:pt x="168" y="90"/>
                  </a:lnTo>
                  <a:lnTo>
                    <a:pt x="170" y="104"/>
                  </a:lnTo>
                  <a:lnTo>
                    <a:pt x="170" y="104"/>
                  </a:lnTo>
                  <a:lnTo>
                    <a:pt x="172" y="116"/>
                  </a:lnTo>
                  <a:lnTo>
                    <a:pt x="174" y="130"/>
                  </a:lnTo>
                  <a:lnTo>
                    <a:pt x="174" y="130"/>
                  </a:lnTo>
                  <a:lnTo>
                    <a:pt x="172" y="144"/>
                  </a:lnTo>
                  <a:lnTo>
                    <a:pt x="170" y="158"/>
                  </a:lnTo>
                  <a:lnTo>
                    <a:pt x="170" y="158"/>
                  </a:lnTo>
                  <a:lnTo>
                    <a:pt x="168" y="172"/>
                  </a:lnTo>
                  <a:lnTo>
                    <a:pt x="164" y="184"/>
                  </a:lnTo>
                  <a:lnTo>
                    <a:pt x="164" y="184"/>
                  </a:lnTo>
                  <a:lnTo>
                    <a:pt x="158" y="198"/>
                  </a:lnTo>
                  <a:lnTo>
                    <a:pt x="150" y="210"/>
                  </a:lnTo>
                  <a:lnTo>
                    <a:pt x="150" y="210"/>
                  </a:lnTo>
                  <a:lnTo>
                    <a:pt x="142" y="220"/>
                  </a:lnTo>
                  <a:lnTo>
                    <a:pt x="132" y="232"/>
                  </a:lnTo>
                  <a:lnTo>
                    <a:pt x="120" y="222"/>
                  </a:lnTo>
                  <a:close/>
                  <a:moveTo>
                    <a:pt x="160" y="2"/>
                  </a:moveTo>
                  <a:lnTo>
                    <a:pt x="160" y="2"/>
                  </a:lnTo>
                  <a:lnTo>
                    <a:pt x="172" y="16"/>
                  </a:lnTo>
                  <a:lnTo>
                    <a:pt x="182" y="30"/>
                  </a:lnTo>
                  <a:lnTo>
                    <a:pt x="182" y="30"/>
                  </a:lnTo>
                  <a:lnTo>
                    <a:pt x="192" y="46"/>
                  </a:lnTo>
                  <a:lnTo>
                    <a:pt x="200" y="62"/>
                  </a:lnTo>
                  <a:lnTo>
                    <a:pt x="200" y="62"/>
                  </a:lnTo>
                  <a:lnTo>
                    <a:pt x="206" y="78"/>
                  </a:lnTo>
                  <a:lnTo>
                    <a:pt x="210" y="96"/>
                  </a:lnTo>
                  <a:lnTo>
                    <a:pt x="210" y="96"/>
                  </a:lnTo>
                  <a:lnTo>
                    <a:pt x="212" y="114"/>
                  </a:lnTo>
                  <a:lnTo>
                    <a:pt x="212" y="130"/>
                  </a:lnTo>
                  <a:lnTo>
                    <a:pt x="212" y="130"/>
                  </a:lnTo>
                  <a:lnTo>
                    <a:pt x="212" y="148"/>
                  </a:lnTo>
                  <a:lnTo>
                    <a:pt x="210" y="164"/>
                  </a:lnTo>
                  <a:lnTo>
                    <a:pt x="210" y="164"/>
                  </a:lnTo>
                  <a:lnTo>
                    <a:pt x="206" y="180"/>
                  </a:lnTo>
                  <a:lnTo>
                    <a:pt x="200" y="198"/>
                  </a:lnTo>
                  <a:lnTo>
                    <a:pt x="200" y="198"/>
                  </a:lnTo>
                  <a:lnTo>
                    <a:pt x="194" y="212"/>
                  </a:lnTo>
                  <a:lnTo>
                    <a:pt x="184" y="228"/>
                  </a:lnTo>
                  <a:lnTo>
                    <a:pt x="184" y="228"/>
                  </a:lnTo>
                  <a:lnTo>
                    <a:pt x="174" y="242"/>
                  </a:lnTo>
                  <a:lnTo>
                    <a:pt x="162" y="256"/>
                  </a:lnTo>
                  <a:lnTo>
                    <a:pt x="152" y="248"/>
                  </a:lnTo>
                  <a:lnTo>
                    <a:pt x="152" y="248"/>
                  </a:lnTo>
                  <a:lnTo>
                    <a:pt x="162" y="236"/>
                  </a:lnTo>
                  <a:lnTo>
                    <a:pt x="162" y="236"/>
                  </a:lnTo>
                  <a:lnTo>
                    <a:pt x="170" y="224"/>
                  </a:lnTo>
                  <a:lnTo>
                    <a:pt x="170" y="224"/>
                  </a:lnTo>
                  <a:lnTo>
                    <a:pt x="178" y="210"/>
                  </a:lnTo>
                  <a:lnTo>
                    <a:pt x="186" y="194"/>
                  </a:lnTo>
                  <a:lnTo>
                    <a:pt x="186" y="194"/>
                  </a:lnTo>
                  <a:lnTo>
                    <a:pt x="192" y="178"/>
                  </a:lnTo>
                  <a:lnTo>
                    <a:pt x="192" y="178"/>
                  </a:lnTo>
                  <a:lnTo>
                    <a:pt x="196" y="162"/>
                  </a:lnTo>
                  <a:lnTo>
                    <a:pt x="196" y="162"/>
                  </a:lnTo>
                  <a:lnTo>
                    <a:pt x="198" y="146"/>
                  </a:lnTo>
                  <a:lnTo>
                    <a:pt x="198" y="146"/>
                  </a:lnTo>
                  <a:lnTo>
                    <a:pt x="198" y="130"/>
                  </a:lnTo>
                  <a:lnTo>
                    <a:pt x="198" y="130"/>
                  </a:lnTo>
                  <a:lnTo>
                    <a:pt x="198" y="114"/>
                  </a:lnTo>
                  <a:lnTo>
                    <a:pt x="198" y="114"/>
                  </a:lnTo>
                  <a:lnTo>
                    <a:pt x="196" y="98"/>
                  </a:lnTo>
                  <a:lnTo>
                    <a:pt x="196" y="98"/>
                  </a:lnTo>
                  <a:lnTo>
                    <a:pt x="192" y="82"/>
                  </a:lnTo>
                  <a:lnTo>
                    <a:pt x="192" y="82"/>
                  </a:lnTo>
                  <a:lnTo>
                    <a:pt x="186" y="68"/>
                  </a:lnTo>
                  <a:lnTo>
                    <a:pt x="186" y="68"/>
                  </a:lnTo>
                  <a:lnTo>
                    <a:pt x="178" y="52"/>
                  </a:lnTo>
                  <a:lnTo>
                    <a:pt x="178" y="52"/>
                  </a:lnTo>
                  <a:lnTo>
                    <a:pt x="170" y="38"/>
                  </a:lnTo>
                  <a:lnTo>
                    <a:pt x="170" y="38"/>
                  </a:lnTo>
                  <a:lnTo>
                    <a:pt x="160" y="24"/>
                  </a:lnTo>
                  <a:lnTo>
                    <a:pt x="148" y="12"/>
                  </a:lnTo>
                  <a:lnTo>
                    <a:pt x="148" y="12"/>
                  </a:lnTo>
                  <a:lnTo>
                    <a:pt x="148" y="10"/>
                  </a:lnTo>
                  <a:lnTo>
                    <a:pt x="148" y="10"/>
                  </a:lnTo>
                  <a:lnTo>
                    <a:pt x="148" y="10"/>
                  </a:lnTo>
                  <a:lnTo>
                    <a:pt x="158" y="0"/>
                  </a:lnTo>
                  <a:lnTo>
                    <a:pt x="158" y="0"/>
                  </a:lnTo>
                  <a:lnTo>
                    <a:pt x="158" y="2"/>
                  </a:lnTo>
                  <a:lnTo>
                    <a:pt x="158" y="2"/>
                  </a:lnTo>
                  <a:lnTo>
                    <a:pt x="160" y="2"/>
                  </a:lnTo>
                  <a:lnTo>
                    <a:pt x="160" y="2"/>
                  </a:ln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3" name="Freeform 131"/>
            <p:cNvSpPr>
              <a:spLocks noChangeAspect="1" noEditPoints="1"/>
            </p:cNvSpPr>
            <p:nvPr/>
          </p:nvSpPr>
          <p:spPr bwMode="auto">
            <a:xfrm>
              <a:off x="4576419" y="3479171"/>
              <a:ext cx="340241" cy="267244"/>
            </a:xfrm>
            <a:custGeom>
              <a:avLst/>
              <a:gdLst>
                <a:gd name="T0" fmla="*/ 62 w 275"/>
                <a:gd name="T1" fmla="*/ 5 h 216"/>
                <a:gd name="T2" fmla="*/ 62 w 275"/>
                <a:gd name="T3" fmla="*/ 212 h 216"/>
                <a:gd name="T4" fmla="*/ 0 w 275"/>
                <a:gd name="T5" fmla="*/ 212 h 216"/>
                <a:gd name="T6" fmla="*/ 0 w 275"/>
                <a:gd name="T7" fmla="*/ 5 h 216"/>
                <a:gd name="T8" fmla="*/ 62 w 275"/>
                <a:gd name="T9" fmla="*/ 5 h 216"/>
                <a:gd name="T10" fmla="*/ 50 w 275"/>
                <a:gd name="T11" fmla="*/ 29 h 216"/>
                <a:gd name="T12" fmla="*/ 12 w 275"/>
                <a:gd name="T13" fmla="*/ 29 h 216"/>
                <a:gd name="T14" fmla="*/ 12 w 275"/>
                <a:gd name="T15" fmla="*/ 41 h 216"/>
                <a:gd name="T16" fmla="*/ 50 w 275"/>
                <a:gd name="T17" fmla="*/ 41 h 216"/>
                <a:gd name="T18" fmla="*/ 50 w 275"/>
                <a:gd name="T19" fmla="*/ 29 h 216"/>
                <a:gd name="T20" fmla="*/ 50 w 275"/>
                <a:gd name="T21" fmla="*/ 53 h 216"/>
                <a:gd name="T22" fmla="*/ 12 w 275"/>
                <a:gd name="T23" fmla="*/ 53 h 216"/>
                <a:gd name="T24" fmla="*/ 12 w 275"/>
                <a:gd name="T25" fmla="*/ 66 h 216"/>
                <a:gd name="T26" fmla="*/ 50 w 275"/>
                <a:gd name="T27" fmla="*/ 66 h 216"/>
                <a:gd name="T28" fmla="*/ 50 w 275"/>
                <a:gd name="T29" fmla="*/ 53 h 216"/>
                <a:gd name="T30" fmla="*/ 134 w 275"/>
                <a:gd name="T31" fmla="*/ 5 h 216"/>
                <a:gd name="T32" fmla="*/ 134 w 275"/>
                <a:gd name="T33" fmla="*/ 212 h 216"/>
                <a:gd name="T34" fmla="*/ 74 w 275"/>
                <a:gd name="T35" fmla="*/ 212 h 216"/>
                <a:gd name="T36" fmla="*/ 74 w 275"/>
                <a:gd name="T37" fmla="*/ 5 h 216"/>
                <a:gd name="T38" fmla="*/ 134 w 275"/>
                <a:gd name="T39" fmla="*/ 5 h 216"/>
                <a:gd name="T40" fmla="*/ 122 w 275"/>
                <a:gd name="T41" fmla="*/ 29 h 216"/>
                <a:gd name="T42" fmla="*/ 86 w 275"/>
                <a:gd name="T43" fmla="*/ 29 h 216"/>
                <a:gd name="T44" fmla="*/ 86 w 275"/>
                <a:gd name="T45" fmla="*/ 41 h 216"/>
                <a:gd name="T46" fmla="*/ 122 w 275"/>
                <a:gd name="T47" fmla="*/ 41 h 216"/>
                <a:gd name="T48" fmla="*/ 122 w 275"/>
                <a:gd name="T49" fmla="*/ 29 h 216"/>
                <a:gd name="T50" fmla="*/ 122 w 275"/>
                <a:gd name="T51" fmla="*/ 53 h 216"/>
                <a:gd name="T52" fmla="*/ 86 w 275"/>
                <a:gd name="T53" fmla="*/ 53 h 216"/>
                <a:gd name="T54" fmla="*/ 86 w 275"/>
                <a:gd name="T55" fmla="*/ 66 h 216"/>
                <a:gd name="T56" fmla="*/ 122 w 275"/>
                <a:gd name="T57" fmla="*/ 66 h 216"/>
                <a:gd name="T58" fmla="*/ 122 w 275"/>
                <a:gd name="T59" fmla="*/ 53 h 216"/>
                <a:gd name="T60" fmla="*/ 275 w 275"/>
                <a:gd name="T61" fmla="*/ 195 h 216"/>
                <a:gd name="T62" fmla="*/ 218 w 275"/>
                <a:gd name="T63" fmla="*/ 216 h 216"/>
                <a:gd name="T64" fmla="*/ 147 w 275"/>
                <a:gd name="T65" fmla="*/ 21 h 216"/>
                <a:gd name="T66" fmla="*/ 204 w 275"/>
                <a:gd name="T67" fmla="*/ 0 h 216"/>
                <a:gd name="T68" fmla="*/ 275 w 275"/>
                <a:gd name="T69" fmla="*/ 195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75" h="216">
                  <a:moveTo>
                    <a:pt x="62" y="5"/>
                  </a:moveTo>
                  <a:lnTo>
                    <a:pt x="62" y="212"/>
                  </a:lnTo>
                  <a:lnTo>
                    <a:pt x="0" y="212"/>
                  </a:lnTo>
                  <a:lnTo>
                    <a:pt x="0" y="5"/>
                  </a:lnTo>
                  <a:lnTo>
                    <a:pt x="62" y="5"/>
                  </a:lnTo>
                  <a:close/>
                  <a:moveTo>
                    <a:pt x="50" y="29"/>
                  </a:moveTo>
                  <a:lnTo>
                    <a:pt x="12" y="29"/>
                  </a:lnTo>
                  <a:lnTo>
                    <a:pt x="12" y="41"/>
                  </a:lnTo>
                  <a:lnTo>
                    <a:pt x="50" y="41"/>
                  </a:lnTo>
                  <a:lnTo>
                    <a:pt x="50" y="29"/>
                  </a:lnTo>
                  <a:close/>
                  <a:moveTo>
                    <a:pt x="50" y="53"/>
                  </a:moveTo>
                  <a:lnTo>
                    <a:pt x="12" y="53"/>
                  </a:lnTo>
                  <a:lnTo>
                    <a:pt x="12" y="66"/>
                  </a:lnTo>
                  <a:lnTo>
                    <a:pt x="50" y="66"/>
                  </a:lnTo>
                  <a:lnTo>
                    <a:pt x="50" y="53"/>
                  </a:lnTo>
                  <a:close/>
                  <a:moveTo>
                    <a:pt x="134" y="5"/>
                  </a:moveTo>
                  <a:lnTo>
                    <a:pt x="134" y="212"/>
                  </a:lnTo>
                  <a:lnTo>
                    <a:pt x="74" y="212"/>
                  </a:lnTo>
                  <a:lnTo>
                    <a:pt x="74" y="5"/>
                  </a:lnTo>
                  <a:lnTo>
                    <a:pt x="134" y="5"/>
                  </a:lnTo>
                  <a:close/>
                  <a:moveTo>
                    <a:pt x="122" y="29"/>
                  </a:moveTo>
                  <a:lnTo>
                    <a:pt x="86" y="29"/>
                  </a:lnTo>
                  <a:lnTo>
                    <a:pt x="86" y="41"/>
                  </a:lnTo>
                  <a:lnTo>
                    <a:pt x="122" y="41"/>
                  </a:lnTo>
                  <a:lnTo>
                    <a:pt x="122" y="29"/>
                  </a:lnTo>
                  <a:close/>
                  <a:moveTo>
                    <a:pt x="122" y="53"/>
                  </a:moveTo>
                  <a:lnTo>
                    <a:pt x="86" y="53"/>
                  </a:lnTo>
                  <a:lnTo>
                    <a:pt x="86" y="66"/>
                  </a:lnTo>
                  <a:lnTo>
                    <a:pt x="122" y="66"/>
                  </a:lnTo>
                  <a:lnTo>
                    <a:pt x="122" y="53"/>
                  </a:lnTo>
                  <a:close/>
                  <a:moveTo>
                    <a:pt x="275" y="195"/>
                  </a:moveTo>
                  <a:lnTo>
                    <a:pt x="218" y="216"/>
                  </a:lnTo>
                  <a:lnTo>
                    <a:pt x="147" y="21"/>
                  </a:lnTo>
                  <a:lnTo>
                    <a:pt x="204" y="0"/>
                  </a:lnTo>
                  <a:lnTo>
                    <a:pt x="275" y="195"/>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4" name="Group 63"/>
            <p:cNvGrpSpPr/>
            <p:nvPr/>
          </p:nvGrpSpPr>
          <p:grpSpPr>
            <a:xfrm>
              <a:off x="5817717" y="1990739"/>
              <a:ext cx="256972" cy="381312"/>
              <a:chOff x="8785977" y="2372203"/>
              <a:chExt cx="482479" cy="715935"/>
            </a:xfrm>
            <a:solidFill>
              <a:srgbClr val="0072C6"/>
            </a:solidFill>
          </p:grpSpPr>
          <p:sp>
            <p:nvSpPr>
              <p:cNvPr id="83" name="Freeform 28"/>
              <p:cNvSpPr>
                <a:spLocks noEditPoints="1"/>
              </p:cNvSpPr>
              <p:nvPr/>
            </p:nvSpPr>
            <p:spPr bwMode="auto">
              <a:xfrm>
                <a:off x="8785977" y="2372203"/>
                <a:ext cx="482479" cy="715935"/>
              </a:xfrm>
              <a:custGeom>
                <a:avLst/>
                <a:gdLst>
                  <a:gd name="T0" fmla="*/ 90 w 93"/>
                  <a:gd name="T1" fmla="*/ 34 h 138"/>
                  <a:gd name="T2" fmla="*/ 86 w 93"/>
                  <a:gd name="T3" fmla="*/ 23 h 138"/>
                  <a:gd name="T4" fmla="*/ 79 w 93"/>
                  <a:gd name="T5" fmla="*/ 13 h 138"/>
                  <a:gd name="T6" fmla="*/ 69 w 93"/>
                  <a:gd name="T7" fmla="*/ 6 h 138"/>
                  <a:gd name="T8" fmla="*/ 58 w 93"/>
                  <a:gd name="T9" fmla="*/ 2 h 138"/>
                  <a:gd name="T10" fmla="*/ 46 w 93"/>
                  <a:gd name="T11" fmla="*/ 0 h 138"/>
                  <a:gd name="T12" fmla="*/ 35 w 93"/>
                  <a:gd name="T13" fmla="*/ 2 h 138"/>
                  <a:gd name="T14" fmla="*/ 24 w 93"/>
                  <a:gd name="T15" fmla="*/ 6 h 138"/>
                  <a:gd name="T16" fmla="*/ 14 w 93"/>
                  <a:gd name="T17" fmla="*/ 13 h 138"/>
                  <a:gd name="T18" fmla="*/ 7 w 93"/>
                  <a:gd name="T19" fmla="*/ 23 h 138"/>
                  <a:gd name="T20" fmla="*/ 2 w 93"/>
                  <a:gd name="T21" fmla="*/ 34 h 138"/>
                  <a:gd name="T22" fmla="*/ 0 w 93"/>
                  <a:gd name="T23" fmla="*/ 46 h 138"/>
                  <a:gd name="T24" fmla="*/ 2 w 93"/>
                  <a:gd name="T25" fmla="*/ 57 h 138"/>
                  <a:gd name="T26" fmla="*/ 7 w 93"/>
                  <a:gd name="T27" fmla="*/ 68 h 138"/>
                  <a:gd name="T28" fmla="*/ 14 w 93"/>
                  <a:gd name="T29" fmla="*/ 79 h 138"/>
                  <a:gd name="T30" fmla="*/ 21 w 93"/>
                  <a:gd name="T31" fmla="*/ 138 h 138"/>
                  <a:gd name="T32" fmla="*/ 71 w 93"/>
                  <a:gd name="T33" fmla="*/ 138 h 138"/>
                  <a:gd name="T34" fmla="*/ 79 w 93"/>
                  <a:gd name="T35" fmla="*/ 79 h 138"/>
                  <a:gd name="T36" fmla="*/ 86 w 93"/>
                  <a:gd name="T37" fmla="*/ 68 h 138"/>
                  <a:gd name="T38" fmla="*/ 90 w 93"/>
                  <a:gd name="T39" fmla="*/ 57 h 138"/>
                  <a:gd name="T40" fmla="*/ 93 w 93"/>
                  <a:gd name="T41" fmla="*/ 46 h 138"/>
                  <a:gd name="T42" fmla="*/ 46 w 93"/>
                  <a:gd name="T43" fmla="*/ 72 h 138"/>
                  <a:gd name="T44" fmla="*/ 41 w 93"/>
                  <a:gd name="T45" fmla="*/ 72 h 138"/>
                  <a:gd name="T46" fmla="*/ 32 w 93"/>
                  <a:gd name="T47" fmla="*/ 67 h 138"/>
                  <a:gd name="T48" fmla="*/ 25 w 93"/>
                  <a:gd name="T49" fmla="*/ 61 h 138"/>
                  <a:gd name="T50" fmla="*/ 21 w 93"/>
                  <a:gd name="T51" fmla="*/ 52 h 138"/>
                  <a:gd name="T52" fmla="*/ 20 w 93"/>
                  <a:gd name="T53" fmla="*/ 47 h 138"/>
                  <a:gd name="T54" fmla="*/ 23 w 93"/>
                  <a:gd name="T55" fmla="*/ 37 h 138"/>
                  <a:gd name="T56" fmla="*/ 28 w 93"/>
                  <a:gd name="T57" fmla="*/ 29 h 138"/>
                  <a:gd name="T58" fmla="*/ 36 w 93"/>
                  <a:gd name="T59" fmla="*/ 23 h 138"/>
                  <a:gd name="T60" fmla="*/ 46 w 93"/>
                  <a:gd name="T61" fmla="*/ 21 h 138"/>
                  <a:gd name="T62" fmla="*/ 52 w 93"/>
                  <a:gd name="T63" fmla="*/ 22 h 138"/>
                  <a:gd name="T64" fmla="*/ 61 w 93"/>
                  <a:gd name="T65" fmla="*/ 26 h 138"/>
                  <a:gd name="T66" fmla="*/ 68 w 93"/>
                  <a:gd name="T67" fmla="*/ 32 h 138"/>
                  <a:gd name="T68" fmla="*/ 71 w 93"/>
                  <a:gd name="T69" fmla="*/ 41 h 138"/>
                  <a:gd name="T70" fmla="*/ 72 w 93"/>
                  <a:gd name="T71" fmla="*/ 47 h 138"/>
                  <a:gd name="T72" fmla="*/ 70 w 93"/>
                  <a:gd name="T73" fmla="*/ 56 h 138"/>
                  <a:gd name="T74" fmla="*/ 64 w 93"/>
                  <a:gd name="T75" fmla="*/ 65 h 138"/>
                  <a:gd name="T76" fmla="*/ 56 w 93"/>
                  <a:gd name="T77" fmla="*/ 70 h 138"/>
                  <a:gd name="T78" fmla="*/ 46 w 93"/>
                  <a:gd name="T79" fmla="*/ 7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3" h="138">
                    <a:moveTo>
                      <a:pt x="80" y="41"/>
                    </a:moveTo>
                    <a:lnTo>
                      <a:pt x="90" y="34"/>
                    </a:lnTo>
                    <a:lnTo>
                      <a:pt x="78" y="32"/>
                    </a:lnTo>
                    <a:lnTo>
                      <a:pt x="86" y="23"/>
                    </a:lnTo>
                    <a:lnTo>
                      <a:pt x="73" y="24"/>
                    </a:lnTo>
                    <a:lnTo>
                      <a:pt x="79" y="13"/>
                    </a:lnTo>
                    <a:lnTo>
                      <a:pt x="68" y="19"/>
                    </a:lnTo>
                    <a:lnTo>
                      <a:pt x="69" y="6"/>
                    </a:lnTo>
                    <a:lnTo>
                      <a:pt x="60" y="14"/>
                    </a:lnTo>
                    <a:lnTo>
                      <a:pt x="58" y="2"/>
                    </a:lnTo>
                    <a:lnTo>
                      <a:pt x="51" y="12"/>
                    </a:lnTo>
                    <a:lnTo>
                      <a:pt x="46" y="0"/>
                    </a:lnTo>
                    <a:lnTo>
                      <a:pt x="42" y="12"/>
                    </a:lnTo>
                    <a:lnTo>
                      <a:pt x="35" y="2"/>
                    </a:lnTo>
                    <a:lnTo>
                      <a:pt x="33" y="14"/>
                    </a:lnTo>
                    <a:lnTo>
                      <a:pt x="24" y="6"/>
                    </a:lnTo>
                    <a:lnTo>
                      <a:pt x="25" y="19"/>
                    </a:lnTo>
                    <a:lnTo>
                      <a:pt x="14" y="13"/>
                    </a:lnTo>
                    <a:lnTo>
                      <a:pt x="19" y="24"/>
                    </a:lnTo>
                    <a:lnTo>
                      <a:pt x="7" y="23"/>
                    </a:lnTo>
                    <a:lnTo>
                      <a:pt x="15" y="32"/>
                    </a:lnTo>
                    <a:lnTo>
                      <a:pt x="2" y="34"/>
                    </a:lnTo>
                    <a:lnTo>
                      <a:pt x="12" y="41"/>
                    </a:lnTo>
                    <a:lnTo>
                      <a:pt x="0" y="46"/>
                    </a:lnTo>
                    <a:lnTo>
                      <a:pt x="12" y="50"/>
                    </a:lnTo>
                    <a:lnTo>
                      <a:pt x="2" y="57"/>
                    </a:lnTo>
                    <a:lnTo>
                      <a:pt x="15" y="59"/>
                    </a:lnTo>
                    <a:lnTo>
                      <a:pt x="7" y="68"/>
                    </a:lnTo>
                    <a:lnTo>
                      <a:pt x="19" y="67"/>
                    </a:lnTo>
                    <a:lnTo>
                      <a:pt x="14" y="79"/>
                    </a:lnTo>
                    <a:lnTo>
                      <a:pt x="21" y="75"/>
                    </a:lnTo>
                    <a:lnTo>
                      <a:pt x="21" y="138"/>
                    </a:lnTo>
                    <a:lnTo>
                      <a:pt x="46" y="113"/>
                    </a:lnTo>
                    <a:lnTo>
                      <a:pt x="71" y="138"/>
                    </a:lnTo>
                    <a:lnTo>
                      <a:pt x="71" y="75"/>
                    </a:lnTo>
                    <a:lnTo>
                      <a:pt x="79" y="79"/>
                    </a:lnTo>
                    <a:lnTo>
                      <a:pt x="73" y="67"/>
                    </a:lnTo>
                    <a:lnTo>
                      <a:pt x="86" y="68"/>
                    </a:lnTo>
                    <a:lnTo>
                      <a:pt x="78" y="59"/>
                    </a:lnTo>
                    <a:lnTo>
                      <a:pt x="90" y="57"/>
                    </a:lnTo>
                    <a:lnTo>
                      <a:pt x="80" y="50"/>
                    </a:lnTo>
                    <a:lnTo>
                      <a:pt x="93" y="46"/>
                    </a:lnTo>
                    <a:lnTo>
                      <a:pt x="80" y="41"/>
                    </a:lnTo>
                    <a:close/>
                    <a:moveTo>
                      <a:pt x="46" y="72"/>
                    </a:moveTo>
                    <a:lnTo>
                      <a:pt x="46" y="72"/>
                    </a:lnTo>
                    <a:lnTo>
                      <a:pt x="41" y="72"/>
                    </a:lnTo>
                    <a:lnTo>
                      <a:pt x="36" y="70"/>
                    </a:lnTo>
                    <a:lnTo>
                      <a:pt x="32" y="67"/>
                    </a:lnTo>
                    <a:lnTo>
                      <a:pt x="28" y="65"/>
                    </a:lnTo>
                    <a:lnTo>
                      <a:pt x="25" y="61"/>
                    </a:lnTo>
                    <a:lnTo>
                      <a:pt x="23" y="56"/>
                    </a:lnTo>
                    <a:lnTo>
                      <a:pt x="21" y="52"/>
                    </a:lnTo>
                    <a:lnTo>
                      <a:pt x="20" y="47"/>
                    </a:lnTo>
                    <a:lnTo>
                      <a:pt x="20" y="47"/>
                    </a:lnTo>
                    <a:lnTo>
                      <a:pt x="21" y="41"/>
                    </a:lnTo>
                    <a:lnTo>
                      <a:pt x="23" y="37"/>
                    </a:lnTo>
                    <a:lnTo>
                      <a:pt x="25" y="32"/>
                    </a:lnTo>
                    <a:lnTo>
                      <a:pt x="28" y="29"/>
                    </a:lnTo>
                    <a:lnTo>
                      <a:pt x="32" y="26"/>
                    </a:lnTo>
                    <a:lnTo>
                      <a:pt x="36" y="23"/>
                    </a:lnTo>
                    <a:lnTo>
                      <a:pt x="41" y="22"/>
                    </a:lnTo>
                    <a:lnTo>
                      <a:pt x="46" y="21"/>
                    </a:lnTo>
                    <a:lnTo>
                      <a:pt x="46" y="21"/>
                    </a:lnTo>
                    <a:lnTo>
                      <a:pt x="52" y="22"/>
                    </a:lnTo>
                    <a:lnTo>
                      <a:pt x="56" y="23"/>
                    </a:lnTo>
                    <a:lnTo>
                      <a:pt x="61" y="26"/>
                    </a:lnTo>
                    <a:lnTo>
                      <a:pt x="64" y="29"/>
                    </a:lnTo>
                    <a:lnTo>
                      <a:pt x="68" y="32"/>
                    </a:lnTo>
                    <a:lnTo>
                      <a:pt x="70" y="37"/>
                    </a:lnTo>
                    <a:lnTo>
                      <a:pt x="71" y="41"/>
                    </a:lnTo>
                    <a:lnTo>
                      <a:pt x="72" y="47"/>
                    </a:lnTo>
                    <a:lnTo>
                      <a:pt x="72" y="47"/>
                    </a:lnTo>
                    <a:lnTo>
                      <a:pt x="71" y="52"/>
                    </a:lnTo>
                    <a:lnTo>
                      <a:pt x="70" y="56"/>
                    </a:lnTo>
                    <a:lnTo>
                      <a:pt x="68" y="61"/>
                    </a:lnTo>
                    <a:lnTo>
                      <a:pt x="64" y="65"/>
                    </a:lnTo>
                    <a:lnTo>
                      <a:pt x="61" y="67"/>
                    </a:lnTo>
                    <a:lnTo>
                      <a:pt x="56" y="70"/>
                    </a:lnTo>
                    <a:lnTo>
                      <a:pt x="52" y="72"/>
                    </a:lnTo>
                    <a:lnTo>
                      <a:pt x="46" y="72"/>
                    </a:lnTo>
                    <a:lnTo>
                      <a:pt x="46" y="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4" name="Freeform 29"/>
              <p:cNvSpPr>
                <a:spLocks/>
              </p:cNvSpPr>
              <p:nvPr/>
            </p:nvSpPr>
            <p:spPr bwMode="auto">
              <a:xfrm>
                <a:off x="8926053" y="2517465"/>
                <a:ext cx="197141" cy="197141"/>
              </a:xfrm>
              <a:custGeom>
                <a:avLst/>
                <a:gdLst>
                  <a:gd name="T0" fmla="*/ 19 w 38"/>
                  <a:gd name="T1" fmla="*/ 0 h 38"/>
                  <a:gd name="T2" fmla="*/ 19 w 38"/>
                  <a:gd name="T3" fmla="*/ 0 h 38"/>
                  <a:gd name="T4" fmla="*/ 16 w 38"/>
                  <a:gd name="T5" fmla="*/ 0 h 38"/>
                  <a:gd name="T6" fmla="*/ 11 w 38"/>
                  <a:gd name="T7" fmla="*/ 1 h 38"/>
                  <a:gd name="T8" fmla="*/ 9 w 38"/>
                  <a:gd name="T9" fmla="*/ 3 h 38"/>
                  <a:gd name="T10" fmla="*/ 6 w 38"/>
                  <a:gd name="T11" fmla="*/ 6 h 38"/>
                  <a:gd name="T12" fmla="*/ 4 w 38"/>
                  <a:gd name="T13" fmla="*/ 8 h 38"/>
                  <a:gd name="T14" fmla="*/ 1 w 38"/>
                  <a:gd name="T15" fmla="*/ 11 h 38"/>
                  <a:gd name="T16" fmla="*/ 0 w 38"/>
                  <a:gd name="T17" fmla="*/ 15 h 38"/>
                  <a:gd name="T18" fmla="*/ 0 w 38"/>
                  <a:gd name="T19" fmla="*/ 19 h 38"/>
                  <a:gd name="T20" fmla="*/ 0 w 38"/>
                  <a:gd name="T21" fmla="*/ 19 h 38"/>
                  <a:gd name="T22" fmla="*/ 0 w 38"/>
                  <a:gd name="T23" fmla="*/ 22 h 38"/>
                  <a:gd name="T24" fmla="*/ 1 w 38"/>
                  <a:gd name="T25" fmla="*/ 26 h 38"/>
                  <a:gd name="T26" fmla="*/ 4 w 38"/>
                  <a:gd name="T27" fmla="*/ 29 h 38"/>
                  <a:gd name="T28" fmla="*/ 6 w 38"/>
                  <a:gd name="T29" fmla="*/ 33 h 38"/>
                  <a:gd name="T30" fmla="*/ 9 w 38"/>
                  <a:gd name="T31" fmla="*/ 35 h 38"/>
                  <a:gd name="T32" fmla="*/ 11 w 38"/>
                  <a:gd name="T33" fmla="*/ 36 h 38"/>
                  <a:gd name="T34" fmla="*/ 16 w 38"/>
                  <a:gd name="T35" fmla="*/ 37 h 38"/>
                  <a:gd name="T36" fmla="*/ 19 w 38"/>
                  <a:gd name="T37" fmla="*/ 38 h 38"/>
                  <a:gd name="T38" fmla="*/ 19 w 38"/>
                  <a:gd name="T39" fmla="*/ 38 h 38"/>
                  <a:gd name="T40" fmla="*/ 23 w 38"/>
                  <a:gd name="T41" fmla="*/ 37 h 38"/>
                  <a:gd name="T42" fmla="*/ 27 w 38"/>
                  <a:gd name="T43" fmla="*/ 36 h 38"/>
                  <a:gd name="T44" fmla="*/ 29 w 38"/>
                  <a:gd name="T45" fmla="*/ 35 h 38"/>
                  <a:gd name="T46" fmla="*/ 33 w 38"/>
                  <a:gd name="T47" fmla="*/ 33 h 38"/>
                  <a:gd name="T48" fmla="*/ 35 w 38"/>
                  <a:gd name="T49" fmla="*/ 29 h 38"/>
                  <a:gd name="T50" fmla="*/ 37 w 38"/>
                  <a:gd name="T51" fmla="*/ 26 h 38"/>
                  <a:gd name="T52" fmla="*/ 38 w 38"/>
                  <a:gd name="T53" fmla="*/ 22 h 38"/>
                  <a:gd name="T54" fmla="*/ 38 w 38"/>
                  <a:gd name="T55" fmla="*/ 19 h 38"/>
                  <a:gd name="T56" fmla="*/ 38 w 38"/>
                  <a:gd name="T57" fmla="*/ 19 h 38"/>
                  <a:gd name="T58" fmla="*/ 38 w 38"/>
                  <a:gd name="T59" fmla="*/ 15 h 38"/>
                  <a:gd name="T60" fmla="*/ 37 w 38"/>
                  <a:gd name="T61" fmla="*/ 11 h 38"/>
                  <a:gd name="T62" fmla="*/ 35 w 38"/>
                  <a:gd name="T63" fmla="*/ 8 h 38"/>
                  <a:gd name="T64" fmla="*/ 33 w 38"/>
                  <a:gd name="T65" fmla="*/ 6 h 38"/>
                  <a:gd name="T66" fmla="*/ 29 w 38"/>
                  <a:gd name="T67" fmla="*/ 3 h 38"/>
                  <a:gd name="T68" fmla="*/ 27 w 38"/>
                  <a:gd name="T69" fmla="*/ 1 h 38"/>
                  <a:gd name="T70" fmla="*/ 23 w 38"/>
                  <a:gd name="T71" fmla="*/ 0 h 38"/>
                  <a:gd name="T72" fmla="*/ 19 w 38"/>
                  <a:gd name="T73" fmla="*/ 0 h 38"/>
                  <a:gd name="T74" fmla="*/ 19 w 38"/>
                  <a:gd name="T75"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8" h="38">
                    <a:moveTo>
                      <a:pt x="19" y="0"/>
                    </a:moveTo>
                    <a:lnTo>
                      <a:pt x="19" y="0"/>
                    </a:lnTo>
                    <a:lnTo>
                      <a:pt x="16" y="0"/>
                    </a:lnTo>
                    <a:lnTo>
                      <a:pt x="11" y="1"/>
                    </a:lnTo>
                    <a:lnTo>
                      <a:pt x="9" y="3"/>
                    </a:lnTo>
                    <a:lnTo>
                      <a:pt x="6" y="6"/>
                    </a:lnTo>
                    <a:lnTo>
                      <a:pt x="4" y="8"/>
                    </a:lnTo>
                    <a:lnTo>
                      <a:pt x="1" y="11"/>
                    </a:lnTo>
                    <a:lnTo>
                      <a:pt x="0" y="15"/>
                    </a:lnTo>
                    <a:lnTo>
                      <a:pt x="0" y="19"/>
                    </a:lnTo>
                    <a:lnTo>
                      <a:pt x="0" y="19"/>
                    </a:lnTo>
                    <a:lnTo>
                      <a:pt x="0" y="22"/>
                    </a:lnTo>
                    <a:lnTo>
                      <a:pt x="1" y="26"/>
                    </a:lnTo>
                    <a:lnTo>
                      <a:pt x="4" y="29"/>
                    </a:lnTo>
                    <a:lnTo>
                      <a:pt x="6" y="33"/>
                    </a:lnTo>
                    <a:lnTo>
                      <a:pt x="9" y="35"/>
                    </a:lnTo>
                    <a:lnTo>
                      <a:pt x="11" y="36"/>
                    </a:lnTo>
                    <a:lnTo>
                      <a:pt x="16" y="37"/>
                    </a:lnTo>
                    <a:lnTo>
                      <a:pt x="19" y="38"/>
                    </a:lnTo>
                    <a:lnTo>
                      <a:pt x="19" y="38"/>
                    </a:lnTo>
                    <a:lnTo>
                      <a:pt x="23" y="37"/>
                    </a:lnTo>
                    <a:lnTo>
                      <a:pt x="27" y="36"/>
                    </a:lnTo>
                    <a:lnTo>
                      <a:pt x="29" y="35"/>
                    </a:lnTo>
                    <a:lnTo>
                      <a:pt x="33" y="33"/>
                    </a:lnTo>
                    <a:lnTo>
                      <a:pt x="35" y="29"/>
                    </a:lnTo>
                    <a:lnTo>
                      <a:pt x="37" y="26"/>
                    </a:lnTo>
                    <a:lnTo>
                      <a:pt x="38" y="22"/>
                    </a:lnTo>
                    <a:lnTo>
                      <a:pt x="38" y="19"/>
                    </a:lnTo>
                    <a:lnTo>
                      <a:pt x="38" y="19"/>
                    </a:lnTo>
                    <a:lnTo>
                      <a:pt x="38" y="15"/>
                    </a:lnTo>
                    <a:lnTo>
                      <a:pt x="37" y="11"/>
                    </a:lnTo>
                    <a:lnTo>
                      <a:pt x="35" y="8"/>
                    </a:lnTo>
                    <a:lnTo>
                      <a:pt x="33" y="6"/>
                    </a:lnTo>
                    <a:lnTo>
                      <a:pt x="29" y="3"/>
                    </a:lnTo>
                    <a:lnTo>
                      <a:pt x="27" y="1"/>
                    </a:lnTo>
                    <a:lnTo>
                      <a:pt x="23" y="0"/>
                    </a:lnTo>
                    <a:lnTo>
                      <a:pt x="19" y="0"/>
                    </a:lnTo>
                    <a:lnTo>
                      <a:pt x="1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5" name="Group 64"/>
            <p:cNvGrpSpPr>
              <a:grpSpLocks noChangeAspect="1"/>
            </p:cNvGrpSpPr>
            <p:nvPr/>
          </p:nvGrpSpPr>
          <p:grpSpPr>
            <a:xfrm>
              <a:off x="5989763" y="3481970"/>
              <a:ext cx="359056" cy="244464"/>
              <a:chOff x="7554913" y="3697288"/>
              <a:chExt cx="596900" cy="406400"/>
            </a:xfrm>
            <a:solidFill>
              <a:srgbClr val="0072C6"/>
            </a:solidFill>
          </p:grpSpPr>
          <p:sp>
            <p:nvSpPr>
              <p:cNvPr id="78" name="Freeform 16"/>
              <p:cNvSpPr>
                <a:spLocks noEditPoints="1"/>
              </p:cNvSpPr>
              <p:nvPr/>
            </p:nvSpPr>
            <p:spPr bwMode="auto">
              <a:xfrm>
                <a:off x="7554913" y="3697288"/>
                <a:ext cx="596900" cy="406400"/>
              </a:xfrm>
              <a:custGeom>
                <a:avLst/>
                <a:gdLst>
                  <a:gd name="T0" fmla="*/ 358 w 376"/>
                  <a:gd name="T1" fmla="*/ 0 h 256"/>
                  <a:gd name="T2" fmla="*/ 18 w 376"/>
                  <a:gd name="T3" fmla="*/ 0 h 256"/>
                  <a:gd name="T4" fmla="*/ 18 w 376"/>
                  <a:gd name="T5" fmla="*/ 0 h 256"/>
                  <a:gd name="T6" fmla="*/ 10 w 376"/>
                  <a:gd name="T7" fmla="*/ 2 h 256"/>
                  <a:gd name="T8" fmla="*/ 4 w 376"/>
                  <a:gd name="T9" fmla="*/ 6 h 256"/>
                  <a:gd name="T10" fmla="*/ 0 w 376"/>
                  <a:gd name="T11" fmla="*/ 12 h 256"/>
                  <a:gd name="T12" fmla="*/ 0 w 376"/>
                  <a:gd name="T13" fmla="*/ 18 h 256"/>
                  <a:gd name="T14" fmla="*/ 0 w 376"/>
                  <a:gd name="T15" fmla="*/ 236 h 256"/>
                  <a:gd name="T16" fmla="*/ 0 w 376"/>
                  <a:gd name="T17" fmla="*/ 236 h 256"/>
                  <a:gd name="T18" fmla="*/ 0 w 376"/>
                  <a:gd name="T19" fmla="*/ 244 h 256"/>
                  <a:gd name="T20" fmla="*/ 4 w 376"/>
                  <a:gd name="T21" fmla="*/ 250 h 256"/>
                  <a:gd name="T22" fmla="*/ 10 w 376"/>
                  <a:gd name="T23" fmla="*/ 254 h 256"/>
                  <a:gd name="T24" fmla="*/ 18 w 376"/>
                  <a:gd name="T25" fmla="*/ 256 h 256"/>
                  <a:gd name="T26" fmla="*/ 358 w 376"/>
                  <a:gd name="T27" fmla="*/ 256 h 256"/>
                  <a:gd name="T28" fmla="*/ 358 w 376"/>
                  <a:gd name="T29" fmla="*/ 256 h 256"/>
                  <a:gd name="T30" fmla="*/ 364 w 376"/>
                  <a:gd name="T31" fmla="*/ 254 h 256"/>
                  <a:gd name="T32" fmla="*/ 370 w 376"/>
                  <a:gd name="T33" fmla="*/ 250 h 256"/>
                  <a:gd name="T34" fmla="*/ 376 w 376"/>
                  <a:gd name="T35" fmla="*/ 244 h 256"/>
                  <a:gd name="T36" fmla="*/ 376 w 376"/>
                  <a:gd name="T37" fmla="*/ 236 h 256"/>
                  <a:gd name="T38" fmla="*/ 376 w 376"/>
                  <a:gd name="T39" fmla="*/ 18 h 256"/>
                  <a:gd name="T40" fmla="*/ 376 w 376"/>
                  <a:gd name="T41" fmla="*/ 18 h 256"/>
                  <a:gd name="T42" fmla="*/ 376 w 376"/>
                  <a:gd name="T43" fmla="*/ 12 h 256"/>
                  <a:gd name="T44" fmla="*/ 370 w 376"/>
                  <a:gd name="T45" fmla="*/ 6 h 256"/>
                  <a:gd name="T46" fmla="*/ 364 w 376"/>
                  <a:gd name="T47" fmla="*/ 2 h 256"/>
                  <a:gd name="T48" fmla="*/ 358 w 376"/>
                  <a:gd name="T49" fmla="*/ 0 h 256"/>
                  <a:gd name="T50" fmla="*/ 358 w 376"/>
                  <a:gd name="T51" fmla="*/ 0 h 256"/>
                  <a:gd name="T52" fmla="*/ 342 w 376"/>
                  <a:gd name="T53" fmla="*/ 224 h 256"/>
                  <a:gd name="T54" fmla="*/ 34 w 376"/>
                  <a:gd name="T55" fmla="*/ 224 h 256"/>
                  <a:gd name="T56" fmla="*/ 34 w 376"/>
                  <a:gd name="T57" fmla="*/ 30 h 256"/>
                  <a:gd name="T58" fmla="*/ 342 w 376"/>
                  <a:gd name="T59" fmla="*/ 30 h 256"/>
                  <a:gd name="T60" fmla="*/ 342 w 376"/>
                  <a:gd name="T61" fmla="*/ 22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76" h="256">
                    <a:moveTo>
                      <a:pt x="358" y="0"/>
                    </a:moveTo>
                    <a:lnTo>
                      <a:pt x="18" y="0"/>
                    </a:lnTo>
                    <a:lnTo>
                      <a:pt x="18" y="0"/>
                    </a:lnTo>
                    <a:lnTo>
                      <a:pt x="10" y="2"/>
                    </a:lnTo>
                    <a:lnTo>
                      <a:pt x="4" y="6"/>
                    </a:lnTo>
                    <a:lnTo>
                      <a:pt x="0" y="12"/>
                    </a:lnTo>
                    <a:lnTo>
                      <a:pt x="0" y="18"/>
                    </a:lnTo>
                    <a:lnTo>
                      <a:pt x="0" y="236"/>
                    </a:lnTo>
                    <a:lnTo>
                      <a:pt x="0" y="236"/>
                    </a:lnTo>
                    <a:lnTo>
                      <a:pt x="0" y="244"/>
                    </a:lnTo>
                    <a:lnTo>
                      <a:pt x="4" y="250"/>
                    </a:lnTo>
                    <a:lnTo>
                      <a:pt x="10" y="254"/>
                    </a:lnTo>
                    <a:lnTo>
                      <a:pt x="18" y="256"/>
                    </a:lnTo>
                    <a:lnTo>
                      <a:pt x="358" y="256"/>
                    </a:lnTo>
                    <a:lnTo>
                      <a:pt x="358" y="256"/>
                    </a:lnTo>
                    <a:lnTo>
                      <a:pt x="364" y="254"/>
                    </a:lnTo>
                    <a:lnTo>
                      <a:pt x="370" y="250"/>
                    </a:lnTo>
                    <a:lnTo>
                      <a:pt x="376" y="244"/>
                    </a:lnTo>
                    <a:lnTo>
                      <a:pt x="376" y="236"/>
                    </a:lnTo>
                    <a:lnTo>
                      <a:pt x="376" y="18"/>
                    </a:lnTo>
                    <a:lnTo>
                      <a:pt x="376" y="18"/>
                    </a:lnTo>
                    <a:lnTo>
                      <a:pt x="376" y="12"/>
                    </a:lnTo>
                    <a:lnTo>
                      <a:pt x="370" y="6"/>
                    </a:lnTo>
                    <a:lnTo>
                      <a:pt x="364" y="2"/>
                    </a:lnTo>
                    <a:lnTo>
                      <a:pt x="358" y="0"/>
                    </a:lnTo>
                    <a:lnTo>
                      <a:pt x="358" y="0"/>
                    </a:lnTo>
                    <a:close/>
                    <a:moveTo>
                      <a:pt x="342" y="224"/>
                    </a:moveTo>
                    <a:lnTo>
                      <a:pt x="34" y="224"/>
                    </a:lnTo>
                    <a:lnTo>
                      <a:pt x="34" y="30"/>
                    </a:lnTo>
                    <a:lnTo>
                      <a:pt x="342" y="30"/>
                    </a:lnTo>
                    <a:lnTo>
                      <a:pt x="342" y="2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9" name="Freeform 17"/>
              <p:cNvSpPr>
                <a:spLocks/>
              </p:cNvSpPr>
              <p:nvPr/>
            </p:nvSpPr>
            <p:spPr bwMode="auto">
              <a:xfrm>
                <a:off x="7910513" y="3805238"/>
                <a:ext cx="117475" cy="187325"/>
              </a:xfrm>
              <a:custGeom>
                <a:avLst/>
                <a:gdLst>
                  <a:gd name="T0" fmla="*/ 18 w 74"/>
                  <a:gd name="T1" fmla="*/ 70 h 118"/>
                  <a:gd name="T2" fmla="*/ 18 w 74"/>
                  <a:gd name="T3" fmla="*/ 118 h 118"/>
                  <a:gd name="T4" fmla="*/ 36 w 74"/>
                  <a:gd name="T5" fmla="*/ 100 h 118"/>
                  <a:gd name="T6" fmla="*/ 56 w 74"/>
                  <a:gd name="T7" fmla="*/ 118 h 118"/>
                  <a:gd name="T8" fmla="*/ 56 w 74"/>
                  <a:gd name="T9" fmla="*/ 70 h 118"/>
                  <a:gd name="T10" fmla="*/ 56 w 74"/>
                  <a:gd name="T11" fmla="*/ 70 h 118"/>
                  <a:gd name="T12" fmla="*/ 62 w 74"/>
                  <a:gd name="T13" fmla="*/ 64 h 118"/>
                  <a:gd name="T14" fmla="*/ 68 w 74"/>
                  <a:gd name="T15" fmla="*/ 56 h 118"/>
                  <a:gd name="T16" fmla="*/ 72 w 74"/>
                  <a:gd name="T17" fmla="*/ 48 h 118"/>
                  <a:gd name="T18" fmla="*/ 74 w 74"/>
                  <a:gd name="T19" fmla="*/ 38 h 118"/>
                  <a:gd name="T20" fmla="*/ 74 w 74"/>
                  <a:gd name="T21" fmla="*/ 38 h 118"/>
                  <a:gd name="T22" fmla="*/ 72 w 74"/>
                  <a:gd name="T23" fmla="*/ 30 h 118"/>
                  <a:gd name="T24" fmla="*/ 70 w 74"/>
                  <a:gd name="T25" fmla="*/ 22 h 118"/>
                  <a:gd name="T26" fmla="*/ 68 w 74"/>
                  <a:gd name="T27" fmla="*/ 16 h 118"/>
                  <a:gd name="T28" fmla="*/ 62 w 74"/>
                  <a:gd name="T29" fmla="*/ 10 h 118"/>
                  <a:gd name="T30" fmla="*/ 58 w 74"/>
                  <a:gd name="T31" fmla="*/ 6 h 118"/>
                  <a:gd name="T32" fmla="*/ 50 w 74"/>
                  <a:gd name="T33" fmla="*/ 2 h 118"/>
                  <a:gd name="T34" fmla="*/ 44 w 74"/>
                  <a:gd name="T35" fmla="*/ 0 h 118"/>
                  <a:gd name="T36" fmla="*/ 36 w 74"/>
                  <a:gd name="T37" fmla="*/ 0 h 118"/>
                  <a:gd name="T38" fmla="*/ 36 w 74"/>
                  <a:gd name="T39" fmla="*/ 0 h 118"/>
                  <a:gd name="T40" fmla="*/ 28 w 74"/>
                  <a:gd name="T41" fmla="*/ 0 h 118"/>
                  <a:gd name="T42" fmla="*/ 22 w 74"/>
                  <a:gd name="T43" fmla="*/ 2 h 118"/>
                  <a:gd name="T44" fmla="*/ 16 w 74"/>
                  <a:gd name="T45" fmla="*/ 6 h 118"/>
                  <a:gd name="T46" fmla="*/ 10 w 74"/>
                  <a:gd name="T47" fmla="*/ 10 h 118"/>
                  <a:gd name="T48" fmla="*/ 6 w 74"/>
                  <a:gd name="T49" fmla="*/ 16 h 118"/>
                  <a:gd name="T50" fmla="*/ 2 w 74"/>
                  <a:gd name="T51" fmla="*/ 22 h 118"/>
                  <a:gd name="T52" fmla="*/ 0 w 74"/>
                  <a:gd name="T53" fmla="*/ 30 h 118"/>
                  <a:gd name="T54" fmla="*/ 0 w 74"/>
                  <a:gd name="T55" fmla="*/ 38 h 118"/>
                  <a:gd name="T56" fmla="*/ 0 w 74"/>
                  <a:gd name="T57" fmla="*/ 38 h 118"/>
                  <a:gd name="T58" fmla="*/ 0 w 74"/>
                  <a:gd name="T59" fmla="*/ 48 h 118"/>
                  <a:gd name="T60" fmla="*/ 4 w 74"/>
                  <a:gd name="T61" fmla="*/ 56 h 118"/>
                  <a:gd name="T62" fmla="*/ 10 w 74"/>
                  <a:gd name="T63" fmla="*/ 64 h 118"/>
                  <a:gd name="T64" fmla="*/ 18 w 74"/>
                  <a:gd name="T65" fmla="*/ 70 h 118"/>
                  <a:gd name="T66" fmla="*/ 18 w 74"/>
                  <a:gd name="T67" fmla="*/ 70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4" h="118">
                    <a:moveTo>
                      <a:pt x="18" y="70"/>
                    </a:moveTo>
                    <a:lnTo>
                      <a:pt x="18" y="118"/>
                    </a:lnTo>
                    <a:lnTo>
                      <a:pt x="36" y="100"/>
                    </a:lnTo>
                    <a:lnTo>
                      <a:pt x="56" y="118"/>
                    </a:lnTo>
                    <a:lnTo>
                      <a:pt x="56" y="70"/>
                    </a:lnTo>
                    <a:lnTo>
                      <a:pt x="56" y="70"/>
                    </a:lnTo>
                    <a:lnTo>
                      <a:pt x="62" y="64"/>
                    </a:lnTo>
                    <a:lnTo>
                      <a:pt x="68" y="56"/>
                    </a:lnTo>
                    <a:lnTo>
                      <a:pt x="72" y="48"/>
                    </a:lnTo>
                    <a:lnTo>
                      <a:pt x="74" y="38"/>
                    </a:lnTo>
                    <a:lnTo>
                      <a:pt x="74" y="38"/>
                    </a:lnTo>
                    <a:lnTo>
                      <a:pt x="72" y="30"/>
                    </a:lnTo>
                    <a:lnTo>
                      <a:pt x="70" y="22"/>
                    </a:lnTo>
                    <a:lnTo>
                      <a:pt x="68" y="16"/>
                    </a:lnTo>
                    <a:lnTo>
                      <a:pt x="62" y="10"/>
                    </a:lnTo>
                    <a:lnTo>
                      <a:pt x="58" y="6"/>
                    </a:lnTo>
                    <a:lnTo>
                      <a:pt x="50" y="2"/>
                    </a:lnTo>
                    <a:lnTo>
                      <a:pt x="44" y="0"/>
                    </a:lnTo>
                    <a:lnTo>
                      <a:pt x="36" y="0"/>
                    </a:lnTo>
                    <a:lnTo>
                      <a:pt x="36" y="0"/>
                    </a:lnTo>
                    <a:lnTo>
                      <a:pt x="28" y="0"/>
                    </a:lnTo>
                    <a:lnTo>
                      <a:pt x="22" y="2"/>
                    </a:lnTo>
                    <a:lnTo>
                      <a:pt x="16" y="6"/>
                    </a:lnTo>
                    <a:lnTo>
                      <a:pt x="10" y="10"/>
                    </a:lnTo>
                    <a:lnTo>
                      <a:pt x="6" y="16"/>
                    </a:lnTo>
                    <a:lnTo>
                      <a:pt x="2" y="22"/>
                    </a:lnTo>
                    <a:lnTo>
                      <a:pt x="0" y="30"/>
                    </a:lnTo>
                    <a:lnTo>
                      <a:pt x="0" y="38"/>
                    </a:lnTo>
                    <a:lnTo>
                      <a:pt x="0" y="38"/>
                    </a:lnTo>
                    <a:lnTo>
                      <a:pt x="0" y="48"/>
                    </a:lnTo>
                    <a:lnTo>
                      <a:pt x="4" y="56"/>
                    </a:lnTo>
                    <a:lnTo>
                      <a:pt x="10" y="64"/>
                    </a:lnTo>
                    <a:lnTo>
                      <a:pt x="18" y="70"/>
                    </a:lnTo>
                    <a:lnTo>
                      <a:pt x="18"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0" name="Rectangle 18"/>
              <p:cNvSpPr>
                <a:spLocks noChangeArrowheads="1"/>
              </p:cNvSpPr>
              <p:nvPr/>
            </p:nvSpPr>
            <p:spPr bwMode="auto">
              <a:xfrm>
                <a:off x="7694613" y="380841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1" name="Rectangle 19"/>
              <p:cNvSpPr>
                <a:spLocks noChangeArrowheads="1"/>
              </p:cNvSpPr>
              <p:nvPr/>
            </p:nvSpPr>
            <p:spPr bwMode="auto">
              <a:xfrm>
                <a:off x="7694613" y="387826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2" name="Rectangle 20"/>
              <p:cNvSpPr>
                <a:spLocks noChangeArrowheads="1"/>
              </p:cNvSpPr>
              <p:nvPr/>
            </p:nvSpPr>
            <p:spPr bwMode="auto">
              <a:xfrm>
                <a:off x="7694613" y="3951288"/>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6" name="Group 65"/>
            <p:cNvGrpSpPr/>
            <p:nvPr/>
          </p:nvGrpSpPr>
          <p:grpSpPr>
            <a:xfrm>
              <a:off x="4576010" y="2578029"/>
              <a:ext cx="1719157" cy="1164284"/>
              <a:chOff x="8933043" y="3080582"/>
              <a:chExt cx="1940444" cy="1314148"/>
            </a:xfrm>
          </p:grpSpPr>
          <p:sp>
            <p:nvSpPr>
              <p:cNvPr id="67" name="Freeform 12"/>
              <p:cNvSpPr>
                <a:spLocks/>
              </p:cNvSpPr>
              <p:nvPr/>
            </p:nvSpPr>
            <p:spPr bwMode="auto">
              <a:xfrm>
                <a:off x="10739663" y="3286670"/>
                <a:ext cx="133824" cy="211441"/>
              </a:xfrm>
              <a:custGeom>
                <a:avLst/>
                <a:gdLst>
                  <a:gd name="T0" fmla="*/ 102 w 107"/>
                  <a:gd name="T1" fmla="*/ 60 h 169"/>
                  <a:gd name="T2" fmla="*/ 96 w 107"/>
                  <a:gd name="T3" fmla="*/ 60 h 169"/>
                  <a:gd name="T4" fmla="*/ 101 w 107"/>
                  <a:gd name="T5" fmla="*/ 47 h 169"/>
                  <a:gd name="T6" fmla="*/ 97 w 107"/>
                  <a:gd name="T7" fmla="*/ 37 h 169"/>
                  <a:gd name="T8" fmla="*/ 94 w 107"/>
                  <a:gd name="T9" fmla="*/ 37 h 169"/>
                  <a:gd name="T10" fmla="*/ 98 w 107"/>
                  <a:gd name="T11" fmla="*/ 26 h 169"/>
                  <a:gd name="T12" fmla="*/ 93 w 107"/>
                  <a:gd name="T13" fmla="*/ 14 h 169"/>
                  <a:gd name="T14" fmla="*/ 86 w 107"/>
                  <a:gd name="T15" fmla="*/ 15 h 169"/>
                  <a:gd name="T16" fmla="*/ 86 w 107"/>
                  <a:gd name="T17" fmla="*/ 13 h 169"/>
                  <a:gd name="T18" fmla="*/ 81 w 107"/>
                  <a:gd name="T19" fmla="*/ 1 h 169"/>
                  <a:gd name="T20" fmla="*/ 69 w 107"/>
                  <a:gd name="T21" fmla="*/ 7 h 169"/>
                  <a:gd name="T22" fmla="*/ 50 w 107"/>
                  <a:gd name="T23" fmla="*/ 56 h 169"/>
                  <a:gd name="T24" fmla="*/ 44 w 107"/>
                  <a:gd name="T25" fmla="*/ 49 h 169"/>
                  <a:gd name="T26" fmla="*/ 29 w 107"/>
                  <a:gd name="T27" fmla="*/ 55 h 169"/>
                  <a:gd name="T28" fmla="*/ 28 w 107"/>
                  <a:gd name="T29" fmla="*/ 58 h 169"/>
                  <a:gd name="T30" fmla="*/ 16 w 107"/>
                  <a:gd name="T31" fmla="*/ 89 h 169"/>
                  <a:gd name="T32" fmla="*/ 7 w 107"/>
                  <a:gd name="T33" fmla="*/ 112 h 169"/>
                  <a:gd name="T34" fmla="*/ 7 w 107"/>
                  <a:gd name="T35" fmla="*/ 112 h 169"/>
                  <a:gd name="T36" fmla="*/ 29 w 107"/>
                  <a:gd name="T37" fmla="*/ 161 h 169"/>
                  <a:gd name="T38" fmla="*/ 79 w 107"/>
                  <a:gd name="T39" fmla="*/ 139 h 169"/>
                  <a:gd name="T40" fmla="*/ 79 w 107"/>
                  <a:gd name="T41" fmla="*/ 139 h 169"/>
                  <a:gd name="T42" fmla="*/ 89 w 107"/>
                  <a:gd name="T43" fmla="*/ 114 h 169"/>
                  <a:gd name="T44" fmla="*/ 99 w 107"/>
                  <a:gd name="T45" fmla="*/ 86 h 169"/>
                  <a:gd name="T46" fmla="*/ 106 w 107"/>
                  <a:gd name="T47" fmla="*/ 69 h 169"/>
                  <a:gd name="T48" fmla="*/ 102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102" y="60"/>
                    </a:moveTo>
                    <a:cubicBezTo>
                      <a:pt x="100" y="59"/>
                      <a:pt x="98" y="59"/>
                      <a:pt x="96" y="60"/>
                    </a:cubicBezTo>
                    <a:cubicBezTo>
                      <a:pt x="99" y="53"/>
                      <a:pt x="101" y="47"/>
                      <a:pt x="101" y="47"/>
                    </a:cubicBezTo>
                    <a:cubicBezTo>
                      <a:pt x="102" y="43"/>
                      <a:pt x="101" y="39"/>
                      <a:pt x="97" y="37"/>
                    </a:cubicBezTo>
                    <a:cubicBezTo>
                      <a:pt x="96" y="37"/>
                      <a:pt x="95" y="37"/>
                      <a:pt x="94" y="37"/>
                    </a:cubicBezTo>
                    <a:cubicBezTo>
                      <a:pt x="96" y="31"/>
                      <a:pt x="98" y="27"/>
                      <a:pt x="98" y="26"/>
                    </a:cubicBezTo>
                    <a:cubicBezTo>
                      <a:pt x="100" y="21"/>
                      <a:pt x="98" y="16"/>
                      <a:pt x="93" y="14"/>
                    </a:cubicBezTo>
                    <a:cubicBezTo>
                      <a:pt x="90" y="13"/>
                      <a:pt x="88" y="13"/>
                      <a:pt x="86" y="15"/>
                    </a:cubicBezTo>
                    <a:cubicBezTo>
                      <a:pt x="86" y="14"/>
                      <a:pt x="86" y="13"/>
                      <a:pt x="86" y="13"/>
                    </a:cubicBezTo>
                    <a:cubicBezTo>
                      <a:pt x="88" y="8"/>
                      <a:pt x="86" y="3"/>
                      <a:pt x="81" y="1"/>
                    </a:cubicBezTo>
                    <a:cubicBezTo>
                      <a:pt x="76" y="0"/>
                      <a:pt x="71" y="2"/>
                      <a:pt x="69" y="7"/>
                    </a:cubicBezTo>
                    <a:cubicBezTo>
                      <a:pt x="68" y="9"/>
                      <a:pt x="56" y="41"/>
                      <a:pt x="50" y="56"/>
                    </a:cubicBezTo>
                    <a:cubicBezTo>
                      <a:pt x="49" y="53"/>
                      <a:pt x="47" y="50"/>
                      <a:pt x="44" y="49"/>
                    </a:cubicBezTo>
                    <a:cubicBezTo>
                      <a:pt x="38" y="46"/>
                      <a:pt x="31" y="49"/>
                      <a:pt x="29" y="55"/>
                    </a:cubicBezTo>
                    <a:cubicBezTo>
                      <a:pt x="29" y="56"/>
                      <a:pt x="28" y="57"/>
                      <a:pt x="28" y="58"/>
                    </a:cubicBezTo>
                    <a:cubicBezTo>
                      <a:pt x="25" y="67"/>
                      <a:pt x="17" y="86"/>
                      <a:pt x="16" y="89"/>
                    </a:cubicBezTo>
                    <a:cubicBezTo>
                      <a:pt x="7" y="112"/>
                      <a:pt x="7" y="112"/>
                      <a:pt x="7" y="112"/>
                    </a:cubicBezTo>
                    <a:cubicBezTo>
                      <a:pt x="7" y="112"/>
                      <a:pt x="7" y="112"/>
                      <a:pt x="7" y="112"/>
                    </a:cubicBezTo>
                    <a:cubicBezTo>
                      <a:pt x="0" y="132"/>
                      <a:pt x="10" y="154"/>
                      <a:pt x="29" y="161"/>
                    </a:cubicBezTo>
                    <a:cubicBezTo>
                      <a:pt x="49" y="169"/>
                      <a:pt x="71" y="159"/>
                      <a:pt x="79" y="139"/>
                    </a:cubicBezTo>
                    <a:cubicBezTo>
                      <a:pt x="79" y="139"/>
                      <a:pt x="79" y="139"/>
                      <a:pt x="79" y="139"/>
                    </a:cubicBezTo>
                    <a:cubicBezTo>
                      <a:pt x="89" y="114"/>
                      <a:pt x="89" y="114"/>
                      <a:pt x="89" y="114"/>
                    </a:cubicBezTo>
                    <a:cubicBezTo>
                      <a:pt x="89" y="113"/>
                      <a:pt x="95" y="98"/>
                      <a:pt x="99" y="86"/>
                    </a:cubicBezTo>
                    <a:cubicBezTo>
                      <a:pt x="103" y="77"/>
                      <a:pt x="106" y="70"/>
                      <a:pt x="106" y="69"/>
                    </a:cubicBezTo>
                    <a:cubicBezTo>
                      <a:pt x="107" y="65"/>
                      <a:pt x="105" y="61"/>
                      <a:pt x="102"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8" name="Freeform 13"/>
              <p:cNvSpPr>
                <a:spLocks/>
              </p:cNvSpPr>
              <p:nvPr/>
            </p:nvSpPr>
            <p:spPr bwMode="auto">
              <a:xfrm>
                <a:off x="8933043" y="3286670"/>
                <a:ext cx="136500" cy="211441"/>
              </a:xfrm>
              <a:custGeom>
                <a:avLst/>
                <a:gdLst>
                  <a:gd name="T0" fmla="*/ 5 w 107"/>
                  <a:gd name="T1" fmla="*/ 60 h 169"/>
                  <a:gd name="T2" fmla="*/ 11 w 107"/>
                  <a:gd name="T3" fmla="*/ 60 h 169"/>
                  <a:gd name="T4" fmla="*/ 6 w 107"/>
                  <a:gd name="T5" fmla="*/ 47 h 169"/>
                  <a:gd name="T6" fmla="*/ 10 w 107"/>
                  <a:gd name="T7" fmla="*/ 37 h 169"/>
                  <a:gd name="T8" fmla="*/ 13 w 107"/>
                  <a:gd name="T9" fmla="*/ 37 h 169"/>
                  <a:gd name="T10" fmla="*/ 9 w 107"/>
                  <a:gd name="T11" fmla="*/ 26 h 169"/>
                  <a:gd name="T12" fmla="*/ 14 w 107"/>
                  <a:gd name="T13" fmla="*/ 14 h 169"/>
                  <a:gd name="T14" fmla="*/ 21 w 107"/>
                  <a:gd name="T15" fmla="*/ 15 h 169"/>
                  <a:gd name="T16" fmla="*/ 21 w 107"/>
                  <a:gd name="T17" fmla="*/ 13 h 169"/>
                  <a:gd name="T18" fmla="*/ 26 w 107"/>
                  <a:gd name="T19" fmla="*/ 1 h 169"/>
                  <a:gd name="T20" fmla="*/ 38 w 107"/>
                  <a:gd name="T21" fmla="*/ 7 h 169"/>
                  <a:gd name="T22" fmla="*/ 57 w 107"/>
                  <a:gd name="T23" fmla="*/ 56 h 169"/>
                  <a:gd name="T24" fmla="*/ 63 w 107"/>
                  <a:gd name="T25" fmla="*/ 49 h 169"/>
                  <a:gd name="T26" fmla="*/ 78 w 107"/>
                  <a:gd name="T27" fmla="*/ 55 h 169"/>
                  <a:gd name="T28" fmla="*/ 79 w 107"/>
                  <a:gd name="T29" fmla="*/ 58 h 169"/>
                  <a:gd name="T30" fmla="*/ 91 w 107"/>
                  <a:gd name="T31" fmla="*/ 89 h 169"/>
                  <a:gd name="T32" fmla="*/ 100 w 107"/>
                  <a:gd name="T33" fmla="*/ 112 h 169"/>
                  <a:gd name="T34" fmla="*/ 100 w 107"/>
                  <a:gd name="T35" fmla="*/ 112 h 169"/>
                  <a:gd name="T36" fmla="*/ 78 w 107"/>
                  <a:gd name="T37" fmla="*/ 161 h 169"/>
                  <a:gd name="T38" fmla="*/ 28 w 107"/>
                  <a:gd name="T39" fmla="*/ 139 h 169"/>
                  <a:gd name="T40" fmla="*/ 28 w 107"/>
                  <a:gd name="T41" fmla="*/ 139 h 169"/>
                  <a:gd name="T42" fmla="*/ 18 w 107"/>
                  <a:gd name="T43" fmla="*/ 114 h 169"/>
                  <a:gd name="T44" fmla="*/ 8 w 107"/>
                  <a:gd name="T45" fmla="*/ 86 h 169"/>
                  <a:gd name="T46" fmla="*/ 1 w 107"/>
                  <a:gd name="T47" fmla="*/ 69 h 169"/>
                  <a:gd name="T48" fmla="*/ 5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5" y="60"/>
                    </a:moveTo>
                    <a:cubicBezTo>
                      <a:pt x="7" y="59"/>
                      <a:pt x="9" y="59"/>
                      <a:pt x="11" y="60"/>
                    </a:cubicBezTo>
                    <a:cubicBezTo>
                      <a:pt x="8" y="53"/>
                      <a:pt x="6" y="47"/>
                      <a:pt x="6" y="47"/>
                    </a:cubicBezTo>
                    <a:cubicBezTo>
                      <a:pt x="5" y="43"/>
                      <a:pt x="6" y="39"/>
                      <a:pt x="10" y="37"/>
                    </a:cubicBezTo>
                    <a:cubicBezTo>
                      <a:pt x="11" y="37"/>
                      <a:pt x="12" y="37"/>
                      <a:pt x="13" y="37"/>
                    </a:cubicBezTo>
                    <a:cubicBezTo>
                      <a:pt x="11" y="31"/>
                      <a:pt x="9" y="27"/>
                      <a:pt x="9" y="26"/>
                    </a:cubicBezTo>
                    <a:cubicBezTo>
                      <a:pt x="7" y="21"/>
                      <a:pt x="9" y="16"/>
                      <a:pt x="14" y="14"/>
                    </a:cubicBezTo>
                    <a:cubicBezTo>
                      <a:pt x="17" y="13"/>
                      <a:pt x="19" y="13"/>
                      <a:pt x="21" y="15"/>
                    </a:cubicBezTo>
                    <a:cubicBezTo>
                      <a:pt x="21" y="14"/>
                      <a:pt x="21" y="13"/>
                      <a:pt x="21" y="13"/>
                    </a:cubicBezTo>
                    <a:cubicBezTo>
                      <a:pt x="19" y="8"/>
                      <a:pt x="21" y="3"/>
                      <a:pt x="26" y="1"/>
                    </a:cubicBezTo>
                    <a:cubicBezTo>
                      <a:pt x="31" y="0"/>
                      <a:pt x="36" y="2"/>
                      <a:pt x="38" y="7"/>
                    </a:cubicBezTo>
                    <a:cubicBezTo>
                      <a:pt x="39" y="9"/>
                      <a:pt x="51" y="41"/>
                      <a:pt x="57" y="56"/>
                    </a:cubicBezTo>
                    <a:cubicBezTo>
                      <a:pt x="58" y="53"/>
                      <a:pt x="60" y="50"/>
                      <a:pt x="63" y="49"/>
                    </a:cubicBezTo>
                    <a:cubicBezTo>
                      <a:pt x="69" y="46"/>
                      <a:pt x="76" y="49"/>
                      <a:pt x="78" y="55"/>
                    </a:cubicBezTo>
                    <a:cubicBezTo>
                      <a:pt x="78" y="56"/>
                      <a:pt x="79" y="57"/>
                      <a:pt x="79" y="58"/>
                    </a:cubicBezTo>
                    <a:cubicBezTo>
                      <a:pt x="82" y="67"/>
                      <a:pt x="90" y="86"/>
                      <a:pt x="91" y="89"/>
                    </a:cubicBezTo>
                    <a:cubicBezTo>
                      <a:pt x="100" y="112"/>
                      <a:pt x="100" y="112"/>
                      <a:pt x="100" y="112"/>
                    </a:cubicBezTo>
                    <a:cubicBezTo>
                      <a:pt x="100" y="112"/>
                      <a:pt x="100" y="112"/>
                      <a:pt x="100" y="112"/>
                    </a:cubicBezTo>
                    <a:cubicBezTo>
                      <a:pt x="107" y="132"/>
                      <a:pt x="97" y="154"/>
                      <a:pt x="78" y="161"/>
                    </a:cubicBezTo>
                    <a:cubicBezTo>
                      <a:pt x="58" y="169"/>
                      <a:pt x="36" y="159"/>
                      <a:pt x="28" y="139"/>
                    </a:cubicBezTo>
                    <a:cubicBezTo>
                      <a:pt x="28" y="139"/>
                      <a:pt x="28" y="139"/>
                      <a:pt x="28" y="139"/>
                    </a:cubicBezTo>
                    <a:cubicBezTo>
                      <a:pt x="18" y="114"/>
                      <a:pt x="18" y="114"/>
                      <a:pt x="18" y="114"/>
                    </a:cubicBezTo>
                    <a:cubicBezTo>
                      <a:pt x="18" y="113"/>
                      <a:pt x="12" y="98"/>
                      <a:pt x="8" y="86"/>
                    </a:cubicBezTo>
                    <a:cubicBezTo>
                      <a:pt x="4" y="77"/>
                      <a:pt x="1" y="70"/>
                      <a:pt x="1" y="69"/>
                    </a:cubicBezTo>
                    <a:cubicBezTo>
                      <a:pt x="0" y="65"/>
                      <a:pt x="1" y="61"/>
                      <a:pt x="5"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9" name="Freeform 14"/>
              <p:cNvSpPr>
                <a:spLocks/>
              </p:cNvSpPr>
              <p:nvPr/>
            </p:nvSpPr>
            <p:spPr bwMode="auto">
              <a:xfrm>
                <a:off x="8973190" y="3436553"/>
                <a:ext cx="1862826" cy="958177"/>
              </a:xfrm>
              <a:custGeom>
                <a:avLst/>
                <a:gdLst>
                  <a:gd name="T0" fmla="*/ 1400 w 1478"/>
                  <a:gd name="T1" fmla="*/ 0 h 762"/>
                  <a:gd name="T2" fmla="*/ 1292 w 1478"/>
                  <a:gd name="T3" fmla="*/ 133 h 762"/>
                  <a:gd name="T4" fmla="*/ 1072 w 1478"/>
                  <a:gd name="T5" fmla="*/ 178 h 762"/>
                  <a:gd name="T6" fmla="*/ 898 w 1478"/>
                  <a:gd name="T7" fmla="*/ 72 h 762"/>
                  <a:gd name="T8" fmla="*/ 579 w 1478"/>
                  <a:gd name="T9" fmla="*/ 74 h 762"/>
                  <a:gd name="T10" fmla="*/ 406 w 1478"/>
                  <a:gd name="T11" fmla="*/ 178 h 762"/>
                  <a:gd name="T12" fmla="*/ 185 w 1478"/>
                  <a:gd name="T13" fmla="*/ 133 h 762"/>
                  <a:gd name="T14" fmla="*/ 78 w 1478"/>
                  <a:gd name="T15" fmla="*/ 0 h 762"/>
                  <a:gd name="T16" fmla="*/ 0 w 1478"/>
                  <a:gd name="T17" fmla="*/ 31 h 762"/>
                  <a:gd name="T18" fmla="*/ 139 w 1478"/>
                  <a:gd name="T19" fmla="*/ 203 h 762"/>
                  <a:gd name="T20" fmla="*/ 349 w 1478"/>
                  <a:gd name="T21" fmla="*/ 268 h 762"/>
                  <a:gd name="T22" fmla="*/ 422 w 1478"/>
                  <a:gd name="T23" fmla="*/ 261 h 762"/>
                  <a:gd name="T24" fmla="*/ 579 w 1478"/>
                  <a:gd name="T25" fmla="*/ 190 h 762"/>
                  <a:gd name="T26" fmla="*/ 579 w 1478"/>
                  <a:gd name="T27" fmla="*/ 762 h 762"/>
                  <a:gd name="T28" fmla="*/ 898 w 1478"/>
                  <a:gd name="T29" fmla="*/ 762 h 762"/>
                  <a:gd name="T30" fmla="*/ 898 w 1478"/>
                  <a:gd name="T31" fmla="*/ 189 h 762"/>
                  <a:gd name="T32" fmla="*/ 1128 w 1478"/>
                  <a:gd name="T33" fmla="*/ 267 h 762"/>
                  <a:gd name="T34" fmla="*/ 1339 w 1478"/>
                  <a:gd name="T35" fmla="*/ 203 h 762"/>
                  <a:gd name="T36" fmla="*/ 1478 w 1478"/>
                  <a:gd name="T37" fmla="*/ 31 h 762"/>
                  <a:gd name="T38" fmla="*/ 1400 w 1478"/>
                  <a:gd name="T39" fmla="*/ 0 h 7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78" h="762">
                    <a:moveTo>
                      <a:pt x="1400" y="0"/>
                    </a:move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762"/>
                      <a:pt x="579" y="762"/>
                      <a:pt x="579" y="762"/>
                    </a:cubicBezTo>
                    <a:cubicBezTo>
                      <a:pt x="898" y="762"/>
                      <a:pt x="898" y="762"/>
                      <a:pt x="898" y="762"/>
                    </a:cubicBezTo>
                    <a:cubicBezTo>
                      <a:pt x="898" y="189"/>
                      <a:pt x="898" y="189"/>
                      <a:pt x="898" y="189"/>
                    </a:cubicBezTo>
                    <a:cubicBezTo>
                      <a:pt x="964" y="241"/>
                      <a:pt x="1046" y="267"/>
                      <a:pt x="1128" y="267"/>
                    </a:cubicBezTo>
                    <a:cubicBezTo>
                      <a:pt x="1201" y="267"/>
                      <a:pt x="1274" y="247"/>
                      <a:pt x="1339" y="203"/>
                    </a:cubicBezTo>
                    <a:cubicBezTo>
                      <a:pt x="1402" y="161"/>
                      <a:pt x="1450" y="101"/>
                      <a:pt x="1478" y="31"/>
                    </a:cubicBezTo>
                    <a:lnTo>
                      <a:pt x="1400" y="0"/>
                    </a:lnTo>
                    <a:close/>
                  </a:path>
                </a:pathLst>
              </a:custGeom>
              <a:solidFill>
                <a:sysClr val="window" lastClr="FFFFFF">
                  <a:lumMod val="75000"/>
                </a:sysClr>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0" name="Freeform 15"/>
              <p:cNvSpPr>
                <a:spLocks/>
              </p:cNvSpPr>
              <p:nvPr/>
            </p:nvSpPr>
            <p:spPr bwMode="auto">
              <a:xfrm>
                <a:off x="8973190" y="3436552"/>
                <a:ext cx="1862827" cy="337236"/>
              </a:xfrm>
              <a:custGeom>
                <a:avLst/>
                <a:gdLst>
                  <a:gd name="T0" fmla="*/ 1128 w 1478"/>
                  <a:gd name="T1" fmla="*/ 267 h 268"/>
                  <a:gd name="T2" fmla="*/ 1339 w 1478"/>
                  <a:gd name="T3" fmla="*/ 203 h 268"/>
                  <a:gd name="T4" fmla="*/ 1478 w 1478"/>
                  <a:gd name="T5" fmla="*/ 31 h 268"/>
                  <a:gd name="T6" fmla="*/ 1400 w 1478"/>
                  <a:gd name="T7" fmla="*/ 0 h 268"/>
                  <a:gd name="T8" fmla="*/ 1292 w 1478"/>
                  <a:gd name="T9" fmla="*/ 133 h 268"/>
                  <a:gd name="T10" fmla="*/ 1072 w 1478"/>
                  <a:gd name="T11" fmla="*/ 178 h 268"/>
                  <a:gd name="T12" fmla="*/ 898 w 1478"/>
                  <a:gd name="T13" fmla="*/ 72 h 268"/>
                  <a:gd name="T14" fmla="*/ 579 w 1478"/>
                  <a:gd name="T15" fmla="*/ 74 h 268"/>
                  <a:gd name="T16" fmla="*/ 406 w 1478"/>
                  <a:gd name="T17" fmla="*/ 178 h 268"/>
                  <a:gd name="T18" fmla="*/ 185 w 1478"/>
                  <a:gd name="T19" fmla="*/ 133 h 268"/>
                  <a:gd name="T20" fmla="*/ 78 w 1478"/>
                  <a:gd name="T21" fmla="*/ 0 h 268"/>
                  <a:gd name="T22" fmla="*/ 0 w 1478"/>
                  <a:gd name="T23" fmla="*/ 31 h 268"/>
                  <a:gd name="T24" fmla="*/ 139 w 1478"/>
                  <a:gd name="T25" fmla="*/ 203 h 268"/>
                  <a:gd name="T26" fmla="*/ 349 w 1478"/>
                  <a:gd name="T27" fmla="*/ 268 h 268"/>
                  <a:gd name="T28" fmla="*/ 422 w 1478"/>
                  <a:gd name="T29" fmla="*/ 261 h 268"/>
                  <a:gd name="T30" fmla="*/ 579 w 1478"/>
                  <a:gd name="T31" fmla="*/ 190 h 268"/>
                  <a:gd name="T32" fmla="*/ 579 w 1478"/>
                  <a:gd name="T33" fmla="*/ 199 h 268"/>
                  <a:gd name="T34" fmla="*/ 613 w 1478"/>
                  <a:gd name="T35" fmla="*/ 85 h 268"/>
                  <a:gd name="T36" fmla="*/ 643 w 1478"/>
                  <a:gd name="T37" fmla="*/ 85 h 268"/>
                  <a:gd name="T38" fmla="*/ 713 w 1478"/>
                  <a:gd name="T39" fmla="*/ 135 h 268"/>
                  <a:gd name="T40" fmla="*/ 778 w 1478"/>
                  <a:gd name="T41" fmla="*/ 85 h 268"/>
                  <a:gd name="T42" fmla="*/ 835 w 1478"/>
                  <a:gd name="T43" fmla="*/ 85 h 268"/>
                  <a:gd name="T44" fmla="*/ 913 w 1478"/>
                  <a:gd name="T45" fmla="*/ 200 h 268"/>
                  <a:gd name="T46" fmla="*/ 1128 w 1478"/>
                  <a:gd name="T47" fmla="*/ 267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478" h="268">
                    <a:moveTo>
                      <a:pt x="1128" y="267"/>
                    </a:moveTo>
                    <a:cubicBezTo>
                      <a:pt x="1201" y="267"/>
                      <a:pt x="1274" y="247"/>
                      <a:pt x="1339" y="203"/>
                    </a:cubicBezTo>
                    <a:cubicBezTo>
                      <a:pt x="1402" y="161"/>
                      <a:pt x="1450" y="101"/>
                      <a:pt x="1478" y="31"/>
                    </a:cubicBezTo>
                    <a:cubicBezTo>
                      <a:pt x="1400" y="0"/>
                      <a:pt x="1400" y="0"/>
                      <a:pt x="1400" y="0"/>
                    </a:cubicBez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199"/>
                      <a:pt x="579" y="199"/>
                      <a:pt x="579" y="199"/>
                    </a:cubicBezTo>
                    <a:cubicBezTo>
                      <a:pt x="613" y="85"/>
                      <a:pt x="613" y="85"/>
                      <a:pt x="613" y="85"/>
                    </a:cubicBezTo>
                    <a:cubicBezTo>
                      <a:pt x="643" y="85"/>
                      <a:pt x="643" y="85"/>
                      <a:pt x="643" y="85"/>
                    </a:cubicBezTo>
                    <a:cubicBezTo>
                      <a:pt x="713" y="135"/>
                      <a:pt x="713" y="135"/>
                      <a:pt x="713" y="135"/>
                    </a:cubicBezTo>
                    <a:cubicBezTo>
                      <a:pt x="778" y="85"/>
                      <a:pt x="778" y="85"/>
                      <a:pt x="778" y="85"/>
                    </a:cubicBezTo>
                    <a:cubicBezTo>
                      <a:pt x="835" y="85"/>
                      <a:pt x="835" y="85"/>
                      <a:pt x="835" y="85"/>
                    </a:cubicBezTo>
                    <a:cubicBezTo>
                      <a:pt x="913" y="200"/>
                      <a:pt x="913" y="200"/>
                      <a:pt x="913" y="200"/>
                    </a:cubicBezTo>
                    <a:cubicBezTo>
                      <a:pt x="976" y="244"/>
                      <a:pt x="1052" y="267"/>
                      <a:pt x="1128" y="267"/>
                    </a:cubicBez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1" name="Freeform 35"/>
              <p:cNvSpPr>
                <a:spLocks/>
              </p:cNvSpPr>
              <p:nvPr/>
            </p:nvSpPr>
            <p:spPr bwMode="auto">
              <a:xfrm>
                <a:off x="9481720" y="3080582"/>
                <a:ext cx="291736" cy="291736"/>
              </a:xfrm>
              <a:custGeom>
                <a:avLst/>
                <a:gdLst>
                  <a:gd name="T0" fmla="*/ 92 w 232"/>
                  <a:gd name="T1" fmla="*/ 232 h 232"/>
                  <a:gd name="T2" fmla="*/ 139 w 232"/>
                  <a:gd name="T3" fmla="*/ 0 h 232"/>
                  <a:gd name="T4" fmla="*/ 92 w 232"/>
                  <a:gd name="T5" fmla="*/ 232 h 232"/>
                </a:gdLst>
                <a:ahLst/>
                <a:cxnLst>
                  <a:cxn ang="0">
                    <a:pos x="T0" y="T1"/>
                  </a:cxn>
                  <a:cxn ang="0">
                    <a:pos x="T2" y="T3"/>
                  </a:cxn>
                  <a:cxn ang="0">
                    <a:pos x="T4" y="T5"/>
                  </a:cxn>
                </a:cxnLst>
                <a:rect l="0" t="0" r="r" b="b"/>
                <a:pathLst>
                  <a:path w="232" h="232">
                    <a:moveTo>
                      <a:pt x="92" y="232"/>
                    </a:moveTo>
                    <a:cubicBezTo>
                      <a:pt x="92" y="232"/>
                      <a:pt x="0" y="92"/>
                      <a:pt x="139" y="0"/>
                    </a:cubicBezTo>
                    <a:cubicBezTo>
                      <a:pt x="139" y="0"/>
                      <a:pt x="232" y="139"/>
                      <a:pt x="92" y="232"/>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2" name="Freeform 36"/>
              <p:cNvSpPr>
                <a:spLocks/>
              </p:cNvSpPr>
              <p:nvPr/>
            </p:nvSpPr>
            <p:spPr bwMode="auto">
              <a:xfrm>
                <a:off x="9444250" y="3152847"/>
                <a:ext cx="278353" cy="278353"/>
              </a:xfrm>
              <a:custGeom>
                <a:avLst/>
                <a:gdLst>
                  <a:gd name="T0" fmla="*/ 153 w 220"/>
                  <a:gd name="T1" fmla="*/ 221 h 221"/>
                  <a:gd name="T2" fmla="*/ 67 w 220"/>
                  <a:gd name="T3" fmla="*/ 0 h 221"/>
                  <a:gd name="T4" fmla="*/ 153 w 220"/>
                  <a:gd name="T5" fmla="*/ 221 h 221"/>
                </a:gdLst>
                <a:ahLst/>
                <a:cxnLst>
                  <a:cxn ang="0">
                    <a:pos x="T0" y="T1"/>
                  </a:cxn>
                  <a:cxn ang="0">
                    <a:pos x="T2" y="T3"/>
                  </a:cxn>
                  <a:cxn ang="0">
                    <a:pos x="T4" y="T5"/>
                  </a:cxn>
                </a:cxnLst>
                <a:rect l="0" t="0" r="r" b="b"/>
                <a:pathLst>
                  <a:path w="220" h="221">
                    <a:moveTo>
                      <a:pt x="153" y="221"/>
                    </a:moveTo>
                    <a:cubicBezTo>
                      <a:pt x="153" y="221"/>
                      <a:pt x="0" y="153"/>
                      <a:pt x="67" y="0"/>
                    </a:cubicBezTo>
                    <a:cubicBezTo>
                      <a:pt x="67" y="0"/>
                      <a:pt x="220" y="68"/>
                      <a:pt x="153" y="221"/>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3" name="Freeform 37"/>
              <p:cNvSpPr>
                <a:spLocks/>
              </p:cNvSpPr>
              <p:nvPr/>
            </p:nvSpPr>
            <p:spPr bwMode="auto">
              <a:xfrm>
                <a:off x="9529897" y="3292023"/>
                <a:ext cx="270324" cy="283706"/>
              </a:xfrm>
              <a:custGeom>
                <a:avLst/>
                <a:gdLst>
                  <a:gd name="T0" fmla="*/ 216 w 216"/>
                  <a:gd name="T1" fmla="*/ 156 h 224"/>
                  <a:gd name="T2" fmla="*/ 0 w 216"/>
                  <a:gd name="T3" fmla="*/ 61 h 224"/>
                  <a:gd name="T4" fmla="*/ 216 w 216"/>
                  <a:gd name="T5" fmla="*/ 156 h 224"/>
                </a:gdLst>
                <a:ahLst/>
                <a:cxnLst>
                  <a:cxn ang="0">
                    <a:pos x="T0" y="T1"/>
                  </a:cxn>
                  <a:cxn ang="0">
                    <a:pos x="T2" y="T3"/>
                  </a:cxn>
                  <a:cxn ang="0">
                    <a:pos x="T4" y="T5"/>
                  </a:cxn>
                </a:cxnLst>
                <a:rect l="0" t="0" r="r" b="b"/>
                <a:pathLst>
                  <a:path w="216" h="224">
                    <a:moveTo>
                      <a:pt x="216" y="156"/>
                    </a:moveTo>
                    <a:cubicBezTo>
                      <a:pt x="206" y="160"/>
                      <a:pt x="63" y="224"/>
                      <a:pt x="0" y="61"/>
                    </a:cubicBezTo>
                    <a:cubicBezTo>
                      <a:pt x="0" y="61"/>
                      <a:pt x="156" y="0"/>
                      <a:pt x="216" y="156"/>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4" name="Freeform 38"/>
              <p:cNvSpPr>
                <a:spLocks/>
              </p:cNvSpPr>
              <p:nvPr/>
            </p:nvSpPr>
            <p:spPr bwMode="auto">
              <a:xfrm>
                <a:off x="9596809" y="3281317"/>
                <a:ext cx="222147" cy="187353"/>
              </a:xfrm>
              <a:custGeom>
                <a:avLst/>
                <a:gdLst>
                  <a:gd name="T0" fmla="*/ 83 w 83"/>
                  <a:gd name="T1" fmla="*/ 31 h 70"/>
                  <a:gd name="T2" fmla="*/ 65 w 83"/>
                  <a:gd name="T3" fmla="*/ 70 h 70"/>
                  <a:gd name="T4" fmla="*/ 0 w 83"/>
                  <a:gd name="T5" fmla="*/ 39 h 70"/>
                  <a:gd name="T6" fmla="*/ 18 w 83"/>
                  <a:gd name="T7" fmla="*/ 0 h 70"/>
                  <a:gd name="T8" fmla="*/ 83 w 83"/>
                  <a:gd name="T9" fmla="*/ 31 h 70"/>
                </a:gdLst>
                <a:ahLst/>
                <a:cxnLst>
                  <a:cxn ang="0">
                    <a:pos x="T0" y="T1"/>
                  </a:cxn>
                  <a:cxn ang="0">
                    <a:pos x="T2" y="T3"/>
                  </a:cxn>
                  <a:cxn ang="0">
                    <a:pos x="T4" y="T5"/>
                  </a:cxn>
                  <a:cxn ang="0">
                    <a:pos x="T6" y="T7"/>
                  </a:cxn>
                  <a:cxn ang="0">
                    <a:pos x="T8" y="T9"/>
                  </a:cxn>
                </a:cxnLst>
                <a:rect l="0" t="0" r="r" b="b"/>
                <a:pathLst>
                  <a:path w="83" h="70">
                    <a:moveTo>
                      <a:pt x="83" y="31"/>
                    </a:moveTo>
                    <a:lnTo>
                      <a:pt x="65" y="70"/>
                    </a:lnTo>
                    <a:lnTo>
                      <a:pt x="0" y="39"/>
                    </a:lnTo>
                    <a:lnTo>
                      <a:pt x="18" y="0"/>
                    </a:lnTo>
                    <a:lnTo>
                      <a:pt x="83" y="31"/>
                    </a:ln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5" name="Freeform 39"/>
              <p:cNvSpPr>
                <a:spLocks/>
              </p:cNvSpPr>
              <p:nvPr/>
            </p:nvSpPr>
            <p:spPr bwMode="auto">
              <a:xfrm>
                <a:off x="9626250" y="3171582"/>
                <a:ext cx="372030" cy="414853"/>
              </a:xfrm>
              <a:custGeom>
                <a:avLst/>
                <a:gdLst>
                  <a:gd name="T0" fmla="*/ 17 w 296"/>
                  <a:gd name="T1" fmla="*/ 0 h 330"/>
                  <a:gd name="T2" fmla="*/ 15 w 296"/>
                  <a:gd name="T3" fmla="*/ 73 h 330"/>
                  <a:gd name="T4" fmla="*/ 0 w 296"/>
                  <a:gd name="T5" fmla="*/ 90 h 330"/>
                  <a:gd name="T6" fmla="*/ 84 w 296"/>
                  <a:gd name="T7" fmla="*/ 125 h 330"/>
                  <a:gd name="T8" fmla="*/ 90 w 296"/>
                  <a:gd name="T9" fmla="*/ 129 h 330"/>
                  <a:gd name="T10" fmla="*/ 109 w 296"/>
                  <a:gd name="T11" fmla="*/ 146 h 330"/>
                  <a:gd name="T12" fmla="*/ 101 w 296"/>
                  <a:gd name="T13" fmla="*/ 163 h 330"/>
                  <a:gd name="T14" fmla="*/ 88 w 296"/>
                  <a:gd name="T15" fmla="*/ 155 h 330"/>
                  <a:gd name="T16" fmla="*/ 61 w 296"/>
                  <a:gd name="T17" fmla="*/ 161 h 330"/>
                  <a:gd name="T18" fmla="*/ 67 w 296"/>
                  <a:gd name="T19" fmla="*/ 189 h 330"/>
                  <a:gd name="T20" fmla="*/ 89 w 296"/>
                  <a:gd name="T21" fmla="*/ 203 h 330"/>
                  <a:gd name="T22" fmla="*/ 122 w 296"/>
                  <a:gd name="T23" fmla="*/ 223 h 330"/>
                  <a:gd name="T24" fmla="*/ 132 w 296"/>
                  <a:gd name="T25" fmla="*/ 291 h 330"/>
                  <a:gd name="T26" fmla="*/ 201 w 296"/>
                  <a:gd name="T27" fmla="*/ 330 h 330"/>
                  <a:gd name="T28" fmla="*/ 248 w 296"/>
                  <a:gd name="T29" fmla="*/ 205 h 330"/>
                  <a:gd name="T30" fmla="*/ 282 w 296"/>
                  <a:gd name="T31" fmla="*/ 176 h 330"/>
                  <a:gd name="T32" fmla="*/ 296 w 296"/>
                  <a:gd name="T33" fmla="*/ 153 h 330"/>
                  <a:gd name="T34" fmla="*/ 208 w 296"/>
                  <a:gd name="T35" fmla="*/ 89 h 330"/>
                  <a:gd name="T36" fmla="*/ 223 w 296"/>
                  <a:gd name="T37" fmla="*/ 64 h 330"/>
                  <a:gd name="T38" fmla="*/ 17 w 296"/>
                  <a:gd name="T39" fmla="*/ 0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96" h="330">
                    <a:moveTo>
                      <a:pt x="17" y="0"/>
                    </a:moveTo>
                    <a:cubicBezTo>
                      <a:pt x="30" y="20"/>
                      <a:pt x="30" y="48"/>
                      <a:pt x="15" y="73"/>
                    </a:cubicBezTo>
                    <a:cubicBezTo>
                      <a:pt x="10" y="79"/>
                      <a:pt x="6" y="85"/>
                      <a:pt x="0" y="90"/>
                    </a:cubicBezTo>
                    <a:cubicBezTo>
                      <a:pt x="27" y="95"/>
                      <a:pt x="56" y="107"/>
                      <a:pt x="84" y="125"/>
                    </a:cubicBezTo>
                    <a:cubicBezTo>
                      <a:pt x="86" y="126"/>
                      <a:pt x="88" y="127"/>
                      <a:pt x="90" y="129"/>
                    </a:cubicBezTo>
                    <a:cubicBezTo>
                      <a:pt x="101" y="139"/>
                      <a:pt x="109" y="146"/>
                      <a:pt x="109" y="146"/>
                    </a:cubicBezTo>
                    <a:cubicBezTo>
                      <a:pt x="106" y="152"/>
                      <a:pt x="104" y="158"/>
                      <a:pt x="101" y="163"/>
                    </a:cubicBezTo>
                    <a:cubicBezTo>
                      <a:pt x="96" y="160"/>
                      <a:pt x="91" y="156"/>
                      <a:pt x="88" y="155"/>
                    </a:cubicBezTo>
                    <a:cubicBezTo>
                      <a:pt x="79" y="149"/>
                      <a:pt x="67" y="152"/>
                      <a:pt x="61" y="161"/>
                    </a:cubicBezTo>
                    <a:cubicBezTo>
                      <a:pt x="55" y="171"/>
                      <a:pt x="58" y="183"/>
                      <a:pt x="67" y="189"/>
                    </a:cubicBezTo>
                    <a:cubicBezTo>
                      <a:pt x="71" y="191"/>
                      <a:pt x="85" y="200"/>
                      <a:pt x="89" y="203"/>
                    </a:cubicBezTo>
                    <a:cubicBezTo>
                      <a:pt x="90" y="203"/>
                      <a:pt x="122" y="223"/>
                      <a:pt x="122" y="223"/>
                    </a:cubicBezTo>
                    <a:cubicBezTo>
                      <a:pt x="122" y="239"/>
                      <a:pt x="132" y="291"/>
                      <a:pt x="132" y="291"/>
                    </a:cubicBezTo>
                    <a:cubicBezTo>
                      <a:pt x="201" y="330"/>
                      <a:pt x="201" y="330"/>
                      <a:pt x="201" y="330"/>
                    </a:cubicBezTo>
                    <a:cubicBezTo>
                      <a:pt x="248" y="205"/>
                      <a:pt x="248" y="205"/>
                      <a:pt x="248" y="205"/>
                    </a:cubicBezTo>
                    <a:cubicBezTo>
                      <a:pt x="260" y="195"/>
                      <a:pt x="273" y="191"/>
                      <a:pt x="282" y="176"/>
                    </a:cubicBezTo>
                    <a:cubicBezTo>
                      <a:pt x="287" y="168"/>
                      <a:pt x="293" y="162"/>
                      <a:pt x="296" y="153"/>
                    </a:cubicBezTo>
                    <a:cubicBezTo>
                      <a:pt x="208" y="89"/>
                      <a:pt x="208" y="89"/>
                      <a:pt x="208" y="89"/>
                    </a:cubicBezTo>
                    <a:cubicBezTo>
                      <a:pt x="223" y="64"/>
                      <a:pt x="223" y="64"/>
                      <a:pt x="223" y="64"/>
                    </a:cubicBezTo>
                    <a:lnTo>
                      <a:pt x="17" y="0"/>
                    </a:ln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6" name="Freeform 40"/>
              <p:cNvSpPr>
                <a:spLocks/>
              </p:cNvSpPr>
              <p:nvPr/>
            </p:nvSpPr>
            <p:spPr bwMode="auto">
              <a:xfrm>
                <a:off x="9778809" y="3259906"/>
                <a:ext cx="18735" cy="18735"/>
              </a:xfrm>
              <a:custGeom>
                <a:avLst/>
                <a:gdLst>
                  <a:gd name="T0" fmla="*/ 11 w 15"/>
                  <a:gd name="T1" fmla="*/ 2 h 16"/>
                  <a:gd name="T2" fmla="*/ 13 w 15"/>
                  <a:gd name="T3" fmla="*/ 12 h 16"/>
                  <a:gd name="T4" fmla="*/ 4 w 15"/>
                  <a:gd name="T5" fmla="*/ 14 h 16"/>
                  <a:gd name="T6" fmla="*/ 2 w 15"/>
                  <a:gd name="T7" fmla="*/ 5 h 16"/>
                  <a:gd name="T8" fmla="*/ 11 w 15"/>
                  <a:gd name="T9" fmla="*/ 2 h 16"/>
                </a:gdLst>
                <a:ahLst/>
                <a:cxnLst>
                  <a:cxn ang="0">
                    <a:pos x="T0" y="T1"/>
                  </a:cxn>
                  <a:cxn ang="0">
                    <a:pos x="T2" y="T3"/>
                  </a:cxn>
                  <a:cxn ang="0">
                    <a:pos x="T4" y="T5"/>
                  </a:cxn>
                  <a:cxn ang="0">
                    <a:pos x="T6" y="T7"/>
                  </a:cxn>
                  <a:cxn ang="0">
                    <a:pos x="T8" y="T9"/>
                  </a:cxn>
                </a:cxnLst>
                <a:rect l="0" t="0" r="r" b="b"/>
                <a:pathLst>
                  <a:path w="15" h="16">
                    <a:moveTo>
                      <a:pt x="11" y="2"/>
                    </a:moveTo>
                    <a:cubicBezTo>
                      <a:pt x="14" y="4"/>
                      <a:pt x="15" y="9"/>
                      <a:pt x="13" y="12"/>
                    </a:cubicBezTo>
                    <a:cubicBezTo>
                      <a:pt x="11" y="15"/>
                      <a:pt x="7" y="16"/>
                      <a:pt x="4" y="14"/>
                    </a:cubicBezTo>
                    <a:cubicBezTo>
                      <a:pt x="1" y="12"/>
                      <a:pt x="0" y="8"/>
                      <a:pt x="2" y="5"/>
                    </a:cubicBezTo>
                    <a:cubicBezTo>
                      <a:pt x="4" y="1"/>
                      <a:pt x="8" y="0"/>
                      <a:pt x="11" y="2"/>
                    </a:cubicBezTo>
                    <a:close/>
                  </a:path>
                </a:pathLst>
              </a:custGeom>
              <a:solidFill>
                <a:srgbClr val="002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7" name="Freeform 41"/>
              <p:cNvSpPr>
                <a:spLocks/>
              </p:cNvSpPr>
              <p:nvPr/>
            </p:nvSpPr>
            <p:spPr bwMode="auto">
              <a:xfrm>
                <a:off x="9816280" y="3356259"/>
                <a:ext cx="179324" cy="230177"/>
              </a:xfrm>
              <a:custGeom>
                <a:avLst/>
                <a:gdLst>
                  <a:gd name="T0" fmla="*/ 130 w 142"/>
                  <a:gd name="T1" fmla="*/ 0 h 184"/>
                  <a:gd name="T2" fmla="*/ 46 w 142"/>
                  <a:gd name="T3" fmla="*/ 69 h 184"/>
                  <a:gd name="T4" fmla="*/ 0 w 142"/>
                  <a:gd name="T5" fmla="*/ 59 h 184"/>
                  <a:gd name="T6" fmla="*/ 26 w 142"/>
                  <a:gd name="T7" fmla="*/ 171 h 184"/>
                  <a:gd name="T8" fmla="*/ 50 w 142"/>
                  <a:gd name="T9" fmla="*/ 184 h 184"/>
                  <a:gd name="T10" fmla="*/ 103 w 142"/>
                  <a:gd name="T11" fmla="*/ 137 h 184"/>
                  <a:gd name="T12" fmla="*/ 99 w 142"/>
                  <a:gd name="T13" fmla="*/ 75 h 184"/>
                  <a:gd name="T14" fmla="*/ 128 w 142"/>
                  <a:gd name="T15" fmla="*/ 38 h 184"/>
                  <a:gd name="T16" fmla="*/ 129 w 142"/>
                  <a:gd name="T17" fmla="*/ 33 h 184"/>
                  <a:gd name="T18" fmla="*/ 132 w 142"/>
                  <a:gd name="T19" fmla="*/ 31 h 184"/>
                  <a:gd name="T20" fmla="*/ 142 w 142"/>
                  <a:gd name="T21" fmla="*/ 7 h 184"/>
                  <a:gd name="T22" fmla="*/ 130 w 142"/>
                  <a:gd name="T23" fmla="*/ 0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2" h="184">
                    <a:moveTo>
                      <a:pt x="130" y="0"/>
                    </a:moveTo>
                    <a:cubicBezTo>
                      <a:pt x="46" y="69"/>
                      <a:pt x="46" y="69"/>
                      <a:pt x="46" y="69"/>
                    </a:cubicBezTo>
                    <a:cubicBezTo>
                      <a:pt x="0" y="59"/>
                      <a:pt x="0" y="59"/>
                      <a:pt x="0" y="59"/>
                    </a:cubicBezTo>
                    <a:cubicBezTo>
                      <a:pt x="26" y="171"/>
                      <a:pt x="26" y="171"/>
                      <a:pt x="26" y="171"/>
                    </a:cubicBezTo>
                    <a:cubicBezTo>
                      <a:pt x="50" y="184"/>
                      <a:pt x="50" y="184"/>
                      <a:pt x="50" y="184"/>
                    </a:cubicBezTo>
                    <a:cubicBezTo>
                      <a:pt x="103" y="137"/>
                      <a:pt x="103" y="137"/>
                      <a:pt x="103" y="137"/>
                    </a:cubicBezTo>
                    <a:cubicBezTo>
                      <a:pt x="99" y="75"/>
                      <a:pt x="99" y="75"/>
                      <a:pt x="99" y="75"/>
                    </a:cubicBezTo>
                    <a:cubicBezTo>
                      <a:pt x="110" y="64"/>
                      <a:pt x="120" y="52"/>
                      <a:pt x="128" y="38"/>
                    </a:cubicBezTo>
                    <a:cubicBezTo>
                      <a:pt x="128" y="36"/>
                      <a:pt x="128" y="35"/>
                      <a:pt x="129" y="33"/>
                    </a:cubicBezTo>
                    <a:cubicBezTo>
                      <a:pt x="130" y="32"/>
                      <a:pt x="131" y="32"/>
                      <a:pt x="132" y="31"/>
                    </a:cubicBezTo>
                    <a:cubicBezTo>
                      <a:pt x="136" y="23"/>
                      <a:pt x="139" y="15"/>
                      <a:pt x="142" y="7"/>
                    </a:cubicBezTo>
                    <a:lnTo>
                      <a:pt x="130" y="0"/>
                    </a:lnTo>
                    <a:close/>
                  </a:path>
                </a:pathLst>
              </a:custGeom>
              <a:solidFill>
                <a:srgbClr val="FFB9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spTree>
    <p:extLst>
      <p:ext uri="{BB962C8B-B14F-4D97-AF65-F5344CB8AC3E}">
        <p14:creationId xmlns:p14="http://schemas.microsoft.com/office/powerpoint/2010/main" val="76912946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 name="Rectangle 1"/>
          <p:cNvSpPr/>
          <p:nvPr userDrawn="1"/>
        </p:nvSpPr>
        <p:spPr bwMode="auto">
          <a:xfrm>
            <a:off x="8809037" y="0"/>
            <a:ext cx="3627437" cy="6994525"/>
          </a:xfrm>
          <a:prstGeom prst="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2" hasCustomPrompt="1"/>
          </p:nvPr>
        </p:nvSpPr>
        <p:spPr>
          <a:xfrm>
            <a:off x="274638" y="2774679"/>
            <a:ext cx="8436348" cy="914400"/>
          </a:xfrm>
          <a:noFill/>
        </p:spPr>
        <p:txBody>
          <a:bodyPr lIns="91440" tIns="91440" rIns="91440" bIns="91440">
            <a:noAutofit/>
          </a:bodyPr>
          <a:lstStyle>
            <a:lvl1pPr marL="0" indent="0">
              <a:spcBef>
                <a:spcPts val="0"/>
              </a:spcBef>
              <a:buNone/>
              <a:defRPr sz="2800" spc="0" baseline="0">
                <a:gradFill>
                  <a:gsLst>
                    <a:gs pos="0">
                      <a:schemeClr val="tx1"/>
                    </a:gs>
                    <a:gs pos="100000">
                      <a:schemeClr val="tx1"/>
                    </a:gs>
                  </a:gsLst>
                  <a:lin ang="5400000" scaled="0"/>
                </a:gradFill>
                <a:latin typeface="+mj-lt"/>
              </a:defRPr>
            </a:lvl1pPr>
          </a:lstStyle>
          <a:p>
            <a:pPr lvl="0"/>
            <a:r>
              <a:rPr lang="en-US" dirty="0"/>
              <a:t>Speaker Name</a:t>
            </a:r>
          </a:p>
        </p:txBody>
      </p:sp>
      <p:sp>
        <p:nvSpPr>
          <p:cNvPr id="9" name="Title 1"/>
          <p:cNvSpPr>
            <a:spLocks noGrp="1"/>
          </p:cNvSpPr>
          <p:nvPr>
            <p:ph type="title" hasCustomPrompt="1"/>
          </p:nvPr>
        </p:nvSpPr>
        <p:spPr>
          <a:xfrm>
            <a:off x="274637" y="1677399"/>
            <a:ext cx="8436348" cy="1097280"/>
          </a:xfrm>
          <a:noFill/>
        </p:spPr>
        <p:txBody>
          <a:bodyPr lIns="91440" tIns="91440" rIns="91440" bIns="91440" anchor="t" anchorCtr="0"/>
          <a:lstStyle>
            <a:lvl1pPr>
              <a:defRPr sz="6000" spc="-80" baseline="0">
                <a:solidFill>
                  <a:srgbClr val="0072C6"/>
                </a:solidFill>
              </a:defRPr>
            </a:lvl1pPr>
          </a:lstStyle>
          <a:p>
            <a:r>
              <a:rPr lang="en-US" dirty="0"/>
              <a:t>Presentation title</a:t>
            </a:r>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invGray">
          <a:xfrm>
            <a:off x="350837" y="6164262"/>
            <a:ext cx="1645920" cy="352578"/>
          </a:xfrm>
          <a:prstGeom prst="rect">
            <a:avLst/>
          </a:prstGeom>
        </p:spPr>
      </p:pic>
      <p:grpSp>
        <p:nvGrpSpPr>
          <p:cNvPr id="49" name="Group 48"/>
          <p:cNvGrpSpPr/>
          <p:nvPr userDrawn="1"/>
        </p:nvGrpSpPr>
        <p:grpSpPr>
          <a:xfrm>
            <a:off x="9258067" y="1695132"/>
            <a:ext cx="2805578" cy="3604260"/>
            <a:chOff x="4173933" y="1990739"/>
            <a:chExt cx="2457160" cy="3156656"/>
          </a:xfrm>
        </p:grpSpPr>
        <p:sp>
          <p:nvSpPr>
            <p:cNvPr id="50" name="Freeform 8"/>
            <p:cNvSpPr>
              <a:spLocks noEditPoints="1"/>
            </p:cNvSpPr>
            <p:nvPr/>
          </p:nvSpPr>
          <p:spPr bwMode="auto">
            <a:xfrm>
              <a:off x="4825097" y="2367213"/>
              <a:ext cx="1197063" cy="1195470"/>
            </a:xfrm>
            <a:custGeom>
              <a:avLst/>
              <a:gdLst>
                <a:gd name="T0" fmla="*/ 670 w 1598"/>
                <a:gd name="T1" fmla="*/ 1577 h 1597"/>
                <a:gd name="T2" fmla="*/ 760 w 1598"/>
                <a:gd name="T3" fmla="*/ 1597 h 1597"/>
                <a:gd name="T4" fmla="*/ 917 w 1598"/>
                <a:gd name="T5" fmla="*/ 1569 h 1597"/>
                <a:gd name="T6" fmla="*/ 839 w 1598"/>
                <a:gd name="T7" fmla="*/ 1597 h 1597"/>
                <a:gd name="T8" fmla="*/ 516 w 1598"/>
                <a:gd name="T9" fmla="*/ 1535 h 1597"/>
                <a:gd name="T10" fmla="*/ 602 w 1598"/>
                <a:gd name="T11" fmla="*/ 1573 h 1597"/>
                <a:gd name="T12" fmla="*/ 1070 w 1598"/>
                <a:gd name="T13" fmla="*/ 1529 h 1597"/>
                <a:gd name="T14" fmla="*/ 997 w 1598"/>
                <a:gd name="T15" fmla="*/ 1573 h 1597"/>
                <a:gd name="T16" fmla="*/ 374 w 1598"/>
                <a:gd name="T17" fmla="*/ 1463 h 1597"/>
                <a:gd name="T18" fmla="*/ 452 w 1598"/>
                <a:gd name="T19" fmla="*/ 1517 h 1597"/>
                <a:gd name="T20" fmla="*/ 1211 w 1598"/>
                <a:gd name="T21" fmla="*/ 1460 h 1597"/>
                <a:gd name="T22" fmla="*/ 1147 w 1598"/>
                <a:gd name="T23" fmla="*/ 1517 h 1597"/>
                <a:gd name="T24" fmla="*/ 249 w 1598"/>
                <a:gd name="T25" fmla="*/ 1364 h 1597"/>
                <a:gd name="T26" fmla="*/ 317 w 1598"/>
                <a:gd name="T27" fmla="*/ 1433 h 1597"/>
                <a:gd name="T28" fmla="*/ 1336 w 1598"/>
                <a:gd name="T29" fmla="*/ 1363 h 1597"/>
                <a:gd name="T30" fmla="*/ 1282 w 1598"/>
                <a:gd name="T31" fmla="*/ 1432 h 1597"/>
                <a:gd name="T32" fmla="*/ 146 w 1598"/>
                <a:gd name="T33" fmla="*/ 1242 h 1597"/>
                <a:gd name="T34" fmla="*/ 201 w 1598"/>
                <a:gd name="T35" fmla="*/ 1323 h 1597"/>
                <a:gd name="T36" fmla="*/ 1438 w 1598"/>
                <a:gd name="T37" fmla="*/ 1244 h 1597"/>
                <a:gd name="T38" fmla="*/ 1398 w 1598"/>
                <a:gd name="T39" fmla="*/ 1323 h 1597"/>
                <a:gd name="T40" fmla="*/ 71 w 1598"/>
                <a:gd name="T41" fmla="*/ 1102 h 1597"/>
                <a:gd name="T42" fmla="*/ 110 w 1598"/>
                <a:gd name="T43" fmla="*/ 1192 h 1597"/>
                <a:gd name="T44" fmla="*/ 1515 w 1598"/>
                <a:gd name="T45" fmla="*/ 1106 h 1597"/>
                <a:gd name="T46" fmla="*/ 1489 w 1598"/>
                <a:gd name="T47" fmla="*/ 1192 h 1597"/>
                <a:gd name="T48" fmla="*/ 25 w 1598"/>
                <a:gd name="T49" fmla="*/ 949 h 1597"/>
                <a:gd name="T50" fmla="*/ 47 w 1598"/>
                <a:gd name="T51" fmla="*/ 1046 h 1597"/>
                <a:gd name="T52" fmla="*/ 1562 w 1598"/>
                <a:gd name="T53" fmla="*/ 956 h 1597"/>
                <a:gd name="T54" fmla="*/ 1552 w 1598"/>
                <a:gd name="T55" fmla="*/ 1045 h 1597"/>
                <a:gd name="T56" fmla="*/ 10 w 1598"/>
                <a:gd name="T57" fmla="*/ 790 h 1597"/>
                <a:gd name="T58" fmla="*/ 16 w 1598"/>
                <a:gd name="T59" fmla="*/ 890 h 1597"/>
                <a:gd name="T60" fmla="*/ 1574 w 1598"/>
                <a:gd name="T61" fmla="*/ 878 h 1597"/>
                <a:gd name="T62" fmla="*/ 1598 w 1598"/>
                <a:gd name="T63" fmla="*/ 797 h 1597"/>
                <a:gd name="T64" fmla="*/ 14 w 1598"/>
                <a:gd name="T65" fmla="*/ 730 h 1597"/>
                <a:gd name="T66" fmla="*/ 28 w 1598"/>
                <a:gd name="T67" fmla="*/ 631 h 1597"/>
                <a:gd name="T68" fmla="*/ 1584 w 1598"/>
                <a:gd name="T69" fmla="*/ 727 h 1597"/>
                <a:gd name="T70" fmla="*/ 1581 w 1598"/>
                <a:gd name="T71" fmla="*/ 637 h 1597"/>
                <a:gd name="T72" fmla="*/ 46 w 1598"/>
                <a:gd name="T73" fmla="*/ 574 h 1597"/>
                <a:gd name="T74" fmla="*/ 78 w 1598"/>
                <a:gd name="T75" fmla="*/ 480 h 1597"/>
                <a:gd name="T76" fmla="*/ 1551 w 1598"/>
                <a:gd name="T77" fmla="*/ 571 h 1597"/>
                <a:gd name="T78" fmla="*/ 1533 w 1598"/>
                <a:gd name="T79" fmla="*/ 482 h 1597"/>
                <a:gd name="T80" fmla="*/ 109 w 1598"/>
                <a:gd name="T81" fmla="*/ 427 h 1597"/>
                <a:gd name="T82" fmla="*/ 157 w 1598"/>
                <a:gd name="T83" fmla="*/ 341 h 1597"/>
                <a:gd name="T84" fmla="*/ 1488 w 1598"/>
                <a:gd name="T85" fmla="*/ 425 h 1597"/>
                <a:gd name="T86" fmla="*/ 1454 w 1598"/>
                <a:gd name="T87" fmla="*/ 341 h 1597"/>
                <a:gd name="T88" fmla="*/ 200 w 1598"/>
                <a:gd name="T89" fmla="*/ 296 h 1597"/>
                <a:gd name="T90" fmla="*/ 262 w 1598"/>
                <a:gd name="T91" fmla="*/ 221 h 1597"/>
                <a:gd name="T92" fmla="*/ 1396 w 1598"/>
                <a:gd name="T93" fmla="*/ 294 h 1597"/>
                <a:gd name="T94" fmla="*/ 1348 w 1598"/>
                <a:gd name="T95" fmla="*/ 219 h 1597"/>
                <a:gd name="T96" fmla="*/ 315 w 1598"/>
                <a:gd name="T97" fmla="*/ 186 h 1597"/>
                <a:gd name="T98" fmla="*/ 389 w 1598"/>
                <a:gd name="T99" fmla="*/ 125 h 1597"/>
                <a:gd name="T100" fmla="*/ 1281 w 1598"/>
                <a:gd name="T101" fmla="*/ 184 h 1597"/>
                <a:gd name="T102" fmla="*/ 1220 w 1598"/>
                <a:gd name="T103" fmla="*/ 120 h 1597"/>
                <a:gd name="T104" fmla="*/ 451 w 1598"/>
                <a:gd name="T105" fmla="*/ 101 h 1597"/>
                <a:gd name="T106" fmla="*/ 533 w 1598"/>
                <a:gd name="T107" fmla="*/ 56 h 1597"/>
                <a:gd name="T108" fmla="*/ 1145 w 1598"/>
                <a:gd name="T109" fmla="*/ 100 h 1597"/>
                <a:gd name="T110" fmla="*/ 1075 w 1598"/>
                <a:gd name="T111" fmla="*/ 49 h 1597"/>
                <a:gd name="T112" fmla="*/ 600 w 1598"/>
                <a:gd name="T113" fmla="*/ 46 h 1597"/>
                <a:gd name="T114" fmla="*/ 688 w 1598"/>
                <a:gd name="T115" fmla="*/ 18 h 1597"/>
                <a:gd name="T116" fmla="*/ 995 w 1598"/>
                <a:gd name="T117" fmla="*/ 45 h 1597"/>
                <a:gd name="T118" fmla="*/ 919 w 1598"/>
                <a:gd name="T119" fmla="*/ 9 h 1597"/>
                <a:gd name="T120" fmla="*/ 758 w 1598"/>
                <a:gd name="T121" fmla="*/ 21 h 1597"/>
                <a:gd name="T122" fmla="*/ 848 w 1598"/>
                <a:gd name="T123" fmla="*/ 12 h 1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98" h="1597">
                  <a:moveTo>
                    <a:pt x="760" y="1597"/>
                  </a:moveTo>
                  <a:cubicBezTo>
                    <a:pt x="759" y="1597"/>
                    <a:pt x="759" y="1597"/>
                    <a:pt x="759" y="1597"/>
                  </a:cubicBezTo>
                  <a:cubicBezTo>
                    <a:pt x="732" y="1595"/>
                    <a:pt x="705" y="1593"/>
                    <a:pt x="679" y="1589"/>
                  </a:cubicBezTo>
                  <a:cubicBezTo>
                    <a:pt x="673" y="1588"/>
                    <a:pt x="669" y="1583"/>
                    <a:pt x="670" y="1577"/>
                  </a:cubicBezTo>
                  <a:cubicBezTo>
                    <a:pt x="671" y="1572"/>
                    <a:pt x="676" y="1568"/>
                    <a:pt x="682" y="1569"/>
                  </a:cubicBezTo>
                  <a:cubicBezTo>
                    <a:pt x="707" y="1573"/>
                    <a:pt x="734" y="1575"/>
                    <a:pt x="760" y="1577"/>
                  </a:cubicBezTo>
                  <a:cubicBezTo>
                    <a:pt x="766" y="1577"/>
                    <a:pt x="770" y="1582"/>
                    <a:pt x="770" y="1587"/>
                  </a:cubicBezTo>
                  <a:cubicBezTo>
                    <a:pt x="769" y="1592"/>
                    <a:pt x="765" y="1597"/>
                    <a:pt x="760" y="1597"/>
                  </a:cubicBezTo>
                  <a:close/>
                  <a:moveTo>
                    <a:pt x="839" y="1597"/>
                  </a:moveTo>
                  <a:cubicBezTo>
                    <a:pt x="834" y="1597"/>
                    <a:pt x="830" y="1592"/>
                    <a:pt x="829" y="1587"/>
                  </a:cubicBezTo>
                  <a:cubicBezTo>
                    <a:pt x="829" y="1582"/>
                    <a:pt x="833" y="1577"/>
                    <a:pt x="839" y="1577"/>
                  </a:cubicBezTo>
                  <a:cubicBezTo>
                    <a:pt x="865" y="1575"/>
                    <a:pt x="892" y="1573"/>
                    <a:pt x="917" y="1569"/>
                  </a:cubicBezTo>
                  <a:cubicBezTo>
                    <a:pt x="923" y="1568"/>
                    <a:pt x="928" y="1572"/>
                    <a:pt x="929" y="1577"/>
                  </a:cubicBezTo>
                  <a:cubicBezTo>
                    <a:pt x="930" y="1583"/>
                    <a:pt x="926" y="1588"/>
                    <a:pt x="920" y="1588"/>
                  </a:cubicBezTo>
                  <a:cubicBezTo>
                    <a:pt x="894" y="1592"/>
                    <a:pt x="867" y="1595"/>
                    <a:pt x="840" y="1597"/>
                  </a:cubicBezTo>
                  <a:lnTo>
                    <a:pt x="839" y="1597"/>
                  </a:lnTo>
                  <a:close/>
                  <a:moveTo>
                    <a:pt x="602" y="1573"/>
                  </a:moveTo>
                  <a:cubicBezTo>
                    <a:pt x="601" y="1573"/>
                    <a:pt x="600" y="1573"/>
                    <a:pt x="599" y="1572"/>
                  </a:cubicBezTo>
                  <a:cubicBezTo>
                    <a:pt x="573" y="1566"/>
                    <a:pt x="547" y="1558"/>
                    <a:pt x="522" y="1548"/>
                  </a:cubicBezTo>
                  <a:cubicBezTo>
                    <a:pt x="517" y="1546"/>
                    <a:pt x="514" y="1541"/>
                    <a:pt x="516" y="1535"/>
                  </a:cubicBezTo>
                  <a:cubicBezTo>
                    <a:pt x="518" y="1530"/>
                    <a:pt x="524" y="1528"/>
                    <a:pt x="529" y="1530"/>
                  </a:cubicBezTo>
                  <a:cubicBezTo>
                    <a:pt x="554" y="1539"/>
                    <a:pt x="579" y="1547"/>
                    <a:pt x="604" y="1553"/>
                  </a:cubicBezTo>
                  <a:cubicBezTo>
                    <a:pt x="610" y="1554"/>
                    <a:pt x="613" y="1560"/>
                    <a:pt x="612" y="1565"/>
                  </a:cubicBezTo>
                  <a:cubicBezTo>
                    <a:pt x="610" y="1570"/>
                    <a:pt x="606" y="1573"/>
                    <a:pt x="602" y="1573"/>
                  </a:cubicBezTo>
                  <a:close/>
                  <a:moveTo>
                    <a:pt x="997" y="1573"/>
                  </a:moveTo>
                  <a:cubicBezTo>
                    <a:pt x="993" y="1573"/>
                    <a:pt x="989" y="1570"/>
                    <a:pt x="987" y="1565"/>
                  </a:cubicBezTo>
                  <a:cubicBezTo>
                    <a:pt x="986" y="1560"/>
                    <a:pt x="989" y="1554"/>
                    <a:pt x="995" y="1553"/>
                  </a:cubicBezTo>
                  <a:cubicBezTo>
                    <a:pt x="1020" y="1546"/>
                    <a:pt x="1045" y="1538"/>
                    <a:pt x="1070" y="1529"/>
                  </a:cubicBezTo>
                  <a:cubicBezTo>
                    <a:pt x="1075" y="1527"/>
                    <a:pt x="1081" y="1530"/>
                    <a:pt x="1083" y="1535"/>
                  </a:cubicBezTo>
                  <a:cubicBezTo>
                    <a:pt x="1085" y="1540"/>
                    <a:pt x="1082" y="1546"/>
                    <a:pt x="1077" y="1548"/>
                  </a:cubicBezTo>
                  <a:cubicBezTo>
                    <a:pt x="1052" y="1557"/>
                    <a:pt x="1026" y="1565"/>
                    <a:pt x="1000" y="1572"/>
                  </a:cubicBezTo>
                  <a:cubicBezTo>
                    <a:pt x="999" y="1572"/>
                    <a:pt x="998" y="1573"/>
                    <a:pt x="997" y="1573"/>
                  </a:cubicBezTo>
                  <a:close/>
                  <a:moveTo>
                    <a:pt x="452" y="1517"/>
                  </a:moveTo>
                  <a:cubicBezTo>
                    <a:pt x="451" y="1517"/>
                    <a:pt x="449" y="1517"/>
                    <a:pt x="448" y="1516"/>
                  </a:cubicBezTo>
                  <a:cubicBezTo>
                    <a:pt x="424" y="1505"/>
                    <a:pt x="400" y="1491"/>
                    <a:pt x="377" y="1477"/>
                  </a:cubicBezTo>
                  <a:cubicBezTo>
                    <a:pt x="372" y="1474"/>
                    <a:pt x="371" y="1468"/>
                    <a:pt x="374" y="1463"/>
                  </a:cubicBezTo>
                  <a:cubicBezTo>
                    <a:pt x="377" y="1459"/>
                    <a:pt x="383" y="1457"/>
                    <a:pt x="388" y="1460"/>
                  </a:cubicBezTo>
                  <a:cubicBezTo>
                    <a:pt x="410" y="1474"/>
                    <a:pt x="433" y="1487"/>
                    <a:pt x="457" y="1498"/>
                  </a:cubicBezTo>
                  <a:cubicBezTo>
                    <a:pt x="462" y="1501"/>
                    <a:pt x="464" y="1507"/>
                    <a:pt x="461" y="1512"/>
                  </a:cubicBezTo>
                  <a:cubicBezTo>
                    <a:pt x="459" y="1515"/>
                    <a:pt x="456" y="1517"/>
                    <a:pt x="452" y="1517"/>
                  </a:cubicBezTo>
                  <a:close/>
                  <a:moveTo>
                    <a:pt x="1147" y="1517"/>
                  </a:moveTo>
                  <a:cubicBezTo>
                    <a:pt x="1143" y="1517"/>
                    <a:pt x="1139" y="1515"/>
                    <a:pt x="1138" y="1511"/>
                  </a:cubicBezTo>
                  <a:cubicBezTo>
                    <a:pt x="1135" y="1506"/>
                    <a:pt x="1137" y="1501"/>
                    <a:pt x="1142" y="1498"/>
                  </a:cubicBezTo>
                  <a:cubicBezTo>
                    <a:pt x="1166" y="1487"/>
                    <a:pt x="1189" y="1474"/>
                    <a:pt x="1211" y="1460"/>
                  </a:cubicBezTo>
                  <a:cubicBezTo>
                    <a:pt x="1216" y="1457"/>
                    <a:pt x="1222" y="1458"/>
                    <a:pt x="1225" y="1463"/>
                  </a:cubicBezTo>
                  <a:cubicBezTo>
                    <a:pt x="1228" y="1468"/>
                    <a:pt x="1226" y="1474"/>
                    <a:pt x="1222" y="1477"/>
                  </a:cubicBezTo>
                  <a:cubicBezTo>
                    <a:pt x="1199" y="1491"/>
                    <a:pt x="1175" y="1504"/>
                    <a:pt x="1151" y="1516"/>
                  </a:cubicBezTo>
                  <a:cubicBezTo>
                    <a:pt x="1150" y="1517"/>
                    <a:pt x="1148" y="1517"/>
                    <a:pt x="1147" y="1517"/>
                  </a:cubicBezTo>
                  <a:close/>
                  <a:moveTo>
                    <a:pt x="317" y="1433"/>
                  </a:moveTo>
                  <a:cubicBezTo>
                    <a:pt x="315" y="1433"/>
                    <a:pt x="313" y="1432"/>
                    <a:pt x="311" y="1431"/>
                  </a:cubicBezTo>
                  <a:cubicBezTo>
                    <a:pt x="289" y="1414"/>
                    <a:pt x="269" y="1397"/>
                    <a:pt x="249" y="1378"/>
                  </a:cubicBezTo>
                  <a:cubicBezTo>
                    <a:pt x="245" y="1374"/>
                    <a:pt x="245" y="1368"/>
                    <a:pt x="249" y="1364"/>
                  </a:cubicBezTo>
                  <a:cubicBezTo>
                    <a:pt x="253" y="1360"/>
                    <a:pt x="259" y="1360"/>
                    <a:pt x="263" y="1364"/>
                  </a:cubicBezTo>
                  <a:cubicBezTo>
                    <a:pt x="282" y="1382"/>
                    <a:pt x="302" y="1399"/>
                    <a:pt x="323" y="1415"/>
                  </a:cubicBezTo>
                  <a:cubicBezTo>
                    <a:pt x="327" y="1418"/>
                    <a:pt x="328" y="1425"/>
                    <a:pt x="325" y="1429"/>
                  </a:cubicBezTo>
                  <a:cubicBezTo>
                    <a:pt x="323" y="1432"/>
                    <a:pt x="320" y="1433"/>
                    <a:pt x="317" y="1433"/>
                  </a:cubicBezTo>
                  <a:close/>
                  <a:moveTo>
                    <a:pt x="1282" y="1432"/>
                  </a:moveTo>
                  <a:cubicBezTo>
                    <a:pt x="1279" y="1432"/>
                    <a:pt x="1276" y="1431"/>
                    <a:pt x="1274" y="1429"/>
                  </a:cubicBezTo>
                  <a:cubicBezTo>
                    <a:pt x="1271" y="1424"/>
                    <a:pt x="1271" y="1418"/>
                    <a:pt x="1276" y="1415"/>
                  </a:cubicBezTo>
                  <a:cubicBezTo>
                    <a:pt x="1297" y="1399"/>
                    <a:pt x="1317" y="1381"/>
                    <a:pt x="1336" y="1363"/>
                  </a:cubicBezTo>
                  <a:cubicBezTo>
                    <a:pt x="1340" y="1359"/>
                    <a:pt x="1346" y="1360"/>
                    <a:pt x="1350" y="1364"/>
                  </a:cubicBezTo>
                  <a:cubicBezTo>
                    <a:pt x="1354" y="1368"/>
                    <a:pt x="1353" y="1374"/>
                    <a:pt x="1349" y="1378"/>
                  </a:cubicBezTo>
                  <a:cubicBezTo>
                    <a:pt x="1330" y="1396"/>
                    <a:pt x="1309" y="1414"/>
                    <a:pt x="1288" y="1430"/>
                  </a:cubicBezTo>
                  <a:cubicBezTo>
                    <a:pt x="1286" y="1432"/>
                    <a:pt x="1284" y="1432"/>
                    <a:pt x="1282" y="1432"/>
                  </a:cubicBezTo>
                  <a:close/>
                  <a:moveTo>
                    <a:pt x="201" y="1323"/>
                  </a:moveTo>
                  <a:cubicBezTo>
                    <a:pt x="198" y="1323"/>
                    <a:pt x="196" y="1322"/>
                    <a:pt x="194" y="1320"/>
                  </a:cubicBezTo>
                  <a:cubicBezTo>
                    <a:pt x="176" y="1299"/>
                    <a:pt x="159" y="1278"/>
                    <a:pt x="144" y="1256"/>
                  </a:cubicBezTo>
                  <a:cubicBezTo>
                    <a:pt x="141" y="1251"/>
                    <a:pt x="142" y="1245"/>
                    <a:pt x="146" y="1242"/>
                  </a:cubicBezTo>
                  <a:cubicBezTo>
                    <a:pt x="151" y="1239"/>
                    <a:pt x="157" y="1240"/>
                    <a:pt x="160" y="1244"/>
                  </a:cubicBezTo>
                  <a:cubicBezTo>
                    <a:pt x="175" y="1266"/>
                    <a:pt x="192" y="1287"/>
                    <a:pt x="209" y="1307"/>
                  </a:cubicBezTo>
                  <a:cubicBezTo>
                    <a:pt x="212" y="1311"/>
                    <a:pt x="212" y="1317"/>
                    <a:pt x="208" y="1321"/>
                  </a:cubicBezTo>
                  <a:cubicBezTo>
                    <a:pt x="206" y="1322"/>
                    <a:pt x="203" y="1323"/>
                    <a:pt x="201" y="1323"/>
                  </a:cubicBezTo>
                  <a:close/>
                  <a:moveTo>
                    <a:pt x="1398" y="1323"/>
                  </a:moveTo>
                  <a:cubicBezTo>
                    <a:pt x="1395" y="1323"/>
                    <a:pt x="1393" y="1322"/>
                    <a:pt x="1391" y="1320"/>
                  </a:cubicBezTo>
                  <a:cubicBezTo>
                    <a:pt x="1387" y="1317"/>
                    <a:pt x="1386" y="1310"/>
                    <a:pt x="1390" y="1306"/>
                  </a:cubicBezTo>
                  <a:cubicBezTo>
                    <a:pt x="1407" y="1286"/>
                    <a:pt x="1423" y="1265"/>
                    <a:pt x="1438" y="1244"/>
                  </a:cubicBezTo>
                  <a:cubicBezTo>
                    <a:pt x="1441" y="1239"/>
                    <a:pt x="1448" y="1238"/>
                    <a:pt x="1452" y="1241"/>
                  </a:cubicBezTo>
                  <a:cubicBezTo>
                    <a:pt x="1457" y="1244"/>
                    <a:pt x="1458" y="1251"/>
                    <a:pt x="1455" y="1255"/>
                  </a:cubicBezTo>
                  <a:cubicBezTo>
                    <a:pt x="1439" y="1277"/>
                    <a:pt x="1423" y="1299"/>
                    <a:pt x="1405" y="1319"/>
                  </a:cubicBezTo>
                  <a:cubicBezTo>
                    <a:pt x="1403" y="1321"/>
                    <a:pt x="1400" y="1323"/>
                    <a:pt x="1398" y="1323"/>
                  </a:cubicBezTo>
                  <a:close/>
                  <a:moveTo>
                    <a:pt x="110" y="1192"/>
                  </a:moveTo>
                  <a:cubicBezTo>
                    <a:pt x="106" y="1192"/>
                    <a:pt x="103" y="1191"/>
                    <a:pt x="101" y="1187"/>
                  </a:cubicBezTo>
                  <a:cubicBezTo>
                    <a:pt x="88" y="1164"/>
                    <a:pt x="76" y="1139"/>
                    <a:pt x="65" y="1115"/>
                  </a:cubicBezTo>
                  <a:cubicBezTo>
                    <a:pt x="63" y="1110"/>
                    <a:pt x="65" y="1104"/>
                    <a:pt x="71" y="1102"/>
                  </a:cubicBezTo>
                  <a:cubicBezTo>
                    <a:pt x="76" y="1099"/>
                    <a:pt x="81" y="1102"/>
                    <a:pt x="84" y="1107"/>
                  </a:cubicBezTo>
                  <a:cubicBezTo>
                    <a:pt x="94" y="1131"/>
                    <a:pt x="106" y="1155"/>
                    <a:pt x="119" y="1177"/>
                  </a:cubicBezTo>
                  <a:cubicBezTo>
                    <a:pt x="121" y="1182"/>
                    <a:pt x="119" y="1188"/>
                    <a:pt x="115" y="1191"/>
                  </a:cubicBezTo>
                  <a:cubicBezTo>
                    <a:pt x="113" y="1192"/>
                    <a:pt x="111" y="1192"/>
                    <a:pt x="110" y="1192"/>
                  </a:cubicBezTo>
                  <a:close/>
                  <a:moveTo>
                    <a:pt x="1489" y="1192"/>
                  </a:moveTo>
                  <a:cubicBezTo>
                    <a:pt x="1487" y="1192"/>
                    <a:pt x="1485" y="1191"/>
                    <a:pt x="1484" y="1190"/>
                  </a:cubicBezTo>
                  <a:cubicBezTo>
                    <a:pt x="1479" y="1188"/>
                    <a:pt x="1477" y="1182"/>
                    <a:pt x="1480" y="1177"/>
                  </a:cubicBezTo>
                  <a:cubicBezTo>
                    <a:pt x="1493" y="1154"/>
                    <a:pt x="1505" y="1130"/>
                    <a:pt x="1515" y="1106"/>
                  </a:cubicBezTo>
                  <a:cubicBezTo>
                    <a:pt x="1517" y="1101"/>
                    <a:pt x="1523" y="1099"/>
                    <a:pt x="1528" y="1101"/>
                  </a:cubicBezTo>
                  <a:cubicBezTo>
                    <a:pt x="1533" y="1103"/>
                    <a:pt x="1535" y="1109"/>
                    <a:pt x="1533" y="1114"/>
                  </a:cubicBezTo>
                  <a:cubicBezTo>
                    <a:pt x="1523" y="1139"/>
                    <a:pt x="1511" y="1163"/>
                    <a:pt x="1498" y="1186"/>
                  </a:cubicBezTo>
                  <a:cubicBezTo>
                    <a:pt x="1496" y="1190"/>
                    <a:pt x="1492" y="1192"/>
                    <a:pt x="1489" y="1192"/>
                  </a:cubicBezTo>
                  <a:close/>
                  <a:moveTo>
                    <a:pt x="47" y="1046"/>
                  </a:moveTo>
                  <a:cubicBezTo>
                    <a:pt x="42" y="1046"/>
                    <a:pt x="38" y="1043"/>
                    <a:pt x="37" y="1039"/>
                  </a:cubicBezTo>
                  <a:cubicBezTo>
                    <a:pt x="29" y="1013"/>
                    <a:pt x="22" y="987"/>
                    <a:pt x="17" y="961"/>
                  </a:cubicBezTo>
                  <a:cubicBezTo>
                    <a:pt x="16" y="955"/>
                    <a:pt x="19" y="950"/>
                    <a:pt x="25" y="949"/>
                  </a:cubicBezTo>
                  <a:cubicBezTo>
                    <a:pt x="30" y="948"/>
                    <a:pt x="35" y="951"/>
                    <a:pt x="36" y="957"/>
                  </a:cubicBezTo>
                  <a:cubicBezTo>
                    <a:pt x="42" y="982"/>
                    <a:pt x="48" y="1008"/>
                    <a:pt x="56" y="1033"/>
                  </a:cubicBezTo>
                  <a:cubicBezTo>
                    <a:pt x="58" y="1038"/>
                    <a:pt x="55" y="1044"/>
                    <a:pt x="50" y="1045"/>
                  </a:cubicBezTo>
                  <a:cubicBezTo>
                    <a:pt x="49" y="1046"/>
                    <a:pt x="48" y="1046"/>
                    <a:pt x="47" y="1046"/>
                  </a:cubicBezTo>
                  <a:close/>
                  <a:moveTo>
                    <a:pt x="1552" y="1045"/>
                  </a:moveTo>
                  <a:cubicBezTo>
                    <a:pt x="1551" y="1045"/>
                    <a:pt x="1550" y="1045"/>
                    <a:pt x="1549" y="1045"/>
                  </a:cubicBezTo>
                  <a:cubicBezTo>
                    <a:pt x="1543" y="1043"/>
                    <a:pt x="1541" y="1037"/>
                    <a:pt x="1542" y="1032"/>
                  </a:cubicBezTo>
                  <a:cubicBezTo>
                    <a:pt x="1550" y="1007"/>
                    <a:pt x="1557" y="981"/>
                    <a:pt x="1562" y="956"/>
                  </a:cubicBezTo>
                  <a:cubicBezTo>
                    <a:pt x="1563" y="950"/>
                    <a:pt x="1568" y="947"/>
                    <a:pt x="1574" y="948"/>
                  </a:cubicBezTo>
                  <a:cubicBezTo>
                    <a:pt x="1579" y="949"/>
                    <a:pt x="1583" y="954"/>
                    <a:pt x="1582" y="960"/>
                  </a:cubicBezTo>
                  <a:cubicBezTo>
                    <a:pt x="1576" y="986"/>
                    <a:pt x="1569" y="1012"/>
                    <a:pt x="1561" y="1038"/>
                  </a:cubicBezTo>
                  <a:cubicBezTo>
                    <a:pt x="1560" y="1042"/>
                    <a:pt x="1556" y="1045"/>
                    <a:pt x="1552" y="1045"/>
                  </a:cubicBezTo>
                  <a:close/>
                  <a:moveTo>
                    <a:pt x="15" y="890"/>
                  </a:moveTo>
                  <a:cubicBezTo>
                    <a:pt x="9" y="890"/>
                    <a:pt x="5" y="886"/>
                    <a:pt x="5" y="881"/>
                  </a:cubicBezTo>
                  <a:cubicBezTo>
                    <a:pt x="2" y="854"/>
                    <a:pt x="1" y="827"/>
                    <a:pt x="0" y="800"/>
                  </a:cubicBezTo>
                  <a:cubicBezTo>
                    <a:pt x="0" y="794"/>
                    <a:pt x="5" y="790"/>
                    <a:pt x="10" y="790"/>
                  </a:cubicBezTo>
                  <a:cubicBezTo>
                    <a:pt x="10" y="790"/>
                    <a:pt x="10" y="790"/>
                    <a:pt x="10" y="790"/>
                  </a:cubicBezTo>
                  <a:cubicBezTo>
                    <a:pt x="16" y="790"/>
                    <a:pt x="20" y="794"/>
                    <a:pt x="20" y="800"/>
                  </a:cubicBezTo>
                  <a:cubicBezTo>
                    <a:pt x="21" y="826"/>
                    <a:pt x="22" y="853"/>
                    <a:pt x="24" y="879"/>
                  </a:cubicBezTo>
                  <a:cubicBezTo>
                    <a:pt x="25" y="884"/>
                    <a:pt x="21" y="889"/>
                    <a:pt x="16" y="890"/>
                  </a:cubicBezTo>
                  <a:lnTo>
                    <a:pt x="15" y="890"/>
                  </a:lnTo>
                  <a:close/>
                  <a:moveTo>
                    <a:pt x="1584" y="889"/>
                  </a:moveTo>
                  <a:cubicBezTo>
                    <a:pt x="1583" y="889"/>
                    <a:pt x="1583" y="889"/>
                    <a:pt x="1583" y="889"/>
                  </a:cubicBezTo>
                  <a:cubicBezTo>
                    <a:pt x="1577" y="888"/>
                    <a:pt x="1573" y="883"/>
                    <a:pt x="1574" y="878"/>
                  </a:cubicBezTo>
                  <a:cubicBezTo>
                    <a:pt x="1576" y="852"/>
                    <a:pt x="1578" y="825"/>
                    <a:pt x="1578" y="799"/>
                  </a:cubicBezTo>
                  <a:cubicBezTo>
                    <a:pt x="1578" y="797"/>
                    <a:pt x="1578" y="797"/>
                    <a:pt x="1578" y="797"/>
                  </a:cubicBezTo>
                  <a:cubicBezTo>
                    <a:pt x="1578" y="792"/>
                    <a:pt x="1582" y="787"/>
                    <a:pt x="1588" y="787"/>
                  </a:cubicBezTo>
                  <a:cubicBezTo>
                    <a:pt x="1593" y="787"/>
                    <a:pt x="1598" y="792"/>
                    <a:pt x="1598" y="797"/>
                  </a:cubicBezTo>
                  <a:cubicBezTo>
                    <a:pt x="1598" y="799"/>
                    <a:pt x="1598" y="799"/>
                    <a:pt x="1598" y="799"/>
                  </a:cubicBezTo>
                  <a:cubicBezTo>
                    <a:pt x="1598" y="826"/>
                    <a:pt x="1596" y="853"/>
                    <a:pt x="1594" y="880"/>
                  </a:cubicBezTo>
                  <a:cubicBezTo>
                    <a:pt x="1593" y="885"/>
                    <a:pt x="1589" y="889"/>
                    <a:pt x="1584" y="889"/>
                  </a:cubicBezTo>
                  <a:close/>
                  <a:moveTo>
                    <a:pt x="14" y="730"/>
                  </a:moveTo>
                  <a:cubicBezTo>
                    <a:pt x="13" y="730"/>
                    <a:pt x="13" y="730"/>
                    <a:pt x="13" y="730"/>
                  </a:cubicBezTo>
                  <a:cubicBezTo>
                    <a:pt x="8" y="730"/>
                    <a:pt x="4" y="725"/>
                    <a:pt x="4" y="719"/>
                  </a:cubicBezTo>
                  <a:cubicBezTo>
                    <a:pt x="7" y="692"/>
                    <a:pt x="11" y="665"/>
                    <a:pt x="16" y="639"/>
                  </a:cubicBezTo>
                  <a:cubicBezTo>
                    <a:pt x="18" y="634"/>
                    <a:pt x="23" y="630"/>
                    <a:pt x="28" y="631"/>
                  </a:cubicBezTo>
                  <a:cubicBezTo>
                    <a:pt x="34" y="632"/>
                    <a:pt x="37" y="638"/>
                    <a:pt x="36" y="643"/>
                  </a:cubicBezTo>
                  <a:cubicBezTo>
                    <a:pt x="31" y="669"/>
                    <a:pt x="27" y="695"/>
                    <a:pt x="24" y="721"/>
                  </a:cubicBezTo>
                  <a:cubicBezTo>
                    <a:pt x="24" y="726"/>
                    <a:pt x="19" y="730"/>
                    <a:pt x="14" y="730"/>
                  </a:cubicBezTo>
                  <a:close/>
                  <a:moveTo>
                    <a:pt x="1584" y="727"/>
                  </a:moveTo>
                  <a:cubicBezTo>
                    <a:pt x="1578" y="727"/>
                    <a:pt x="1574" y="724"/>
                    <a:pt x="1574" y="718"/>
                  </a:cubicBezTo>
                  <a:cubicBezTo>
                    <a:pt x="1571" y="692"/>
                    <a:pt x="1567" y="666"/>
                    <a:pt x="1562" y="641"/>
                  </a:cubicBezTo>
                  <a:cubicBezTo>
                    <a:pt x="1560" y="635"/>
                    <a:pt x="1564" y="630"/>
                    <a:pt x="1569" y="629"/>
                  </a:cubicBezTo>
                  <a:cubicBezTo>
                    <a:pt x="1575" y="628"/>
                    <a:pt x="1580" y="631"/>
                    <a:pt x="1581" y="637"/>
                  </a:cubicBezTo>
                  <a:cubicBezTo>
                    <a:pt x="1587" y="663"/>
                    <a:pt x="1591" y="690"/>
                    <a:pt x="1593" y="716"/>
                  </a:cubicBezTo>
                  <a:cubicBezTo>
                    <a:pt x="1594" y="722"/>
                    <a:pt x="1590" y="727"/>
                    <a:pt x="1585" y="727"/>
                  </a:cubicBezTo>
                  <a:lnTo>
                    <a:pt x="1584" y="727"/>
                  </a:lnTo>
                  <a:close/>
                  <a:moveTo>
                    <a:pt x="46" y="574"/>
                  </a:moveTo>
                  <a:cubicBezTo>
                    <a:pt x="45" y="574"/>
                    <a:pt x="44" y="574"/>
                    <a:pt x="43" y="573"/>
                  </a:cubicBezTo>
                  <a:cubicBezTo>
                    <a:pt x="38" y="572"/>
                    <a:pt x="35" y="566"/>
                    <a:pt x="37" y="561"/>
                  </a:cubicBezTo>
                  <a:cubicBezTo>
                    <a:pt x="45" y="535"/>
                    <a:pt x="54" y="510"/>
                    <a:pt x="65" y="485"/>
                  </a:cubicBezTo>
                  <a:cubicBezTo>
                    <a:pt x="67" y="480"/>
                    <a:pt x="73" y="477"/>
                    <a:pt x="78" y="480"/>
                  </a:cubicBezTo>
                  <a:cubicBezTo>
                    <a:pt x="83" y="482"/>
                    <a:pt x="85" y="488"/>
                    <a:pt x="83" y="493"/>
                  </a:cubicBezTo>
                  <a:cubicBezTo>
                    <a:pt x="73" y="517"/>
                    <a:pt x="63" y="542"/>
                    <a:pt x="56" y="567"/>
                  </a:cubicBezTo>
                  <a:cubicBezTo>
                    <a:pt x="54" y="571"/>
                    <a:pt x="50" y="574"/>
                    <a:pt x="46" y="574"/>
                  </a:cubicBezTo>
                  <a:close/>
                  <a:moveTo>
                    <a:pt x="1551" y="571"/>
                  </a:moveTo>
                  <a:cubicBezTo>
                    <a:pt x="1547" y="571"/>
                    <a:pt x="1543" y="569"/>
                    <a:pt x="1542" y="564"/>
                  </a:cubicBezTo>
                  <a:cubicBezTo>
                    <a:pt x="1534" y="539"/>
                    <a:pt x="1525" y="514"/>
                    <a:pt x="1514" y="490"/>
                  </a:cubicBezTo>
                  <a:cubicBezTo>
                    <a:pt x="1512" y="485"/>
                    <a:pt x="1514" y="479"/>
                    <a:pt x="1519" y="477"/>
                  </a:cubicBezTo>
                  <a:cubicBezTo>
                    <a:pt x="1524" y="475"/>
                    <a:pt x="1530" y="477"/>
                    <a:pt x="1533" y="482"/>
                  </a:cubicBezTo>
                  <a:cubicBezTo>
                    <a:pt x="1543" y="507"/>
                    <a:pt x="1553" y="533"/>
                    <a:pt x="1561" y="558"/>
                  </a:cubicBezTo>
                  <a:cubicBezTo>
                    <a:pt x="1562" y="564"/>
                    <a:pt x="1560" y="569"/>
                    <a:pt x="1554" y="571"/>
                  </a:cubicBezTo>
                  <a:cubicBezTo>
                    <a:pt x="1553" y="571"/>
                    <a:pt x="1552" y="571"/>
                    <a:pt x="1551" y="571"/>
                  </a:cubicBezTo>
                  <a:close/>
                  <a:moveTo>
                    <a:pt x="109" y="427"/>
                  </a:moveTo>
                  <a:cubicBezTo>
                    <a:pt x="107" y="427"/>
                    <a:pt x="106" y="427"/>
                    <a:pt x="104" y="426"/>
                  </a:cubicBezTo>
                  <a:cubicBezTo>
                    <a:pt x="99" y="423"/>
                    <a:pt x="98" y="417"/>
                    <a:pt x="100" y="412"/>
                  </a:cubicBezTo>
                  <a:cubicBezTo>
                    <a:pt x="113" y="389"/>
                    <a:pt x="128" y="366"/>
                    <a:pt x="143" y="344"/>
                  </a:cubicBezTo>
                  <a:cubicBezTo>
                    <a:pt x="146" y="339"/>
                    <a:pt x="152" y="338"/>
                    <a:pt x="157" y="341"/>
                  </a:cubicBezTo>
                  <a:cubicBezTo>
                    <a:pt x="161" y="344"/>
                    <a:pt x="163" y="350"/>
                    <a:pt x="159" y="355"/>
                  </a:cubicBezTo>
                  <a:cubicBezTo>
                    <a:pt x="144" y="377"/>
                    <a:pt x="130" y="399"/>
                    <a:pt x="118" y="422"/>
                  </a:cubicBezTo>
                  <a:cubicBezTo>
                    <a:pt x="116" y="425"/>
                    <a:pt x="112" y="427"/>
                    <a:pt x="109" y="427"/>
                  </a:cubicBezTo>
                  <a:close/>
                  <a:moveTo>
                    <a:pt x="1488" y="425"/>
                  </a:moveTo>
                  <a:cubicBezTo>
                    <a:pt x="1484" y="425"/>
                    <a:pt x="1481" y="423"/>
                    <a:pt x="1479" y="420"/>
                  </a:cubicBezTo>
                  <a:cubicBezTo>
                    <a:pt x="1466" y="397"/>
                    <a:pt x="1452" y="374"/>
                    <a:pt x="1437" y="353"/>
                  </a:cubicBezTo>
                  <a:cubicBezTo>
                    <a:pt x="1434" y="348"/>
                    <a:pt x="1435" y="342"/>
                    <a:pt x="1440" y="339"/>
                  </a:cubicBezTo>
                  <a:cubicBezTo>
                    <a:pt x="1444" y="336"/>
                    <a:pt x="1451" y="337"/>
                    <a:pt x="1454" y="341"/>
                  </a:cubicBezTo>
                  <a:cubicBezTo>
                    <a:pt x="1469" y="363"/>
                    <a:pt x="1484" y="387"/>
                    <a:pt x="1497" y="410"/>
                  </a:cubicBezTo>
                  <a:cubicBezTo>
                    <a:pt x="1499" y="415"/>
                    <a:pt x="1498" y="421"/>
                    <a:pt x="1493" y="424"/>
                  </a:cubicBezTo>
                  <a:cubicBezTo>
                    <a:pt x="1491" y="424"/>
                    <a:pt x="1490" y="425"/>
                    <a:pt x="1488" y="425"/>
                  </a:cubicBezTo>
                  <a:close/>
                  <a:moveTo>
                    <a:pt x="200" y="296"/>
                  </a:moveTo>
                  <a:cubicBezTo>
                    <a:pt x="198" y="296"/>
                    <a:pt x="195" y="295"/>
                    <a:pt x="194" y="294"/>
                  </a:cubicBezTo>
                  <a:cubicBezTo>
                    <a:pt x="189" y="290"/>
                    <a:pt x="189" y="284"/>
                    <a:pt x="192" y="280"/>
                  </a:cubicBezTo>
                  <a:cubicBezTo>
                    <a:pt x="210" y="259"/>
                    <a:pt x="229" y="239"/>
                    <a:pt x="248" y="221"/>
                  </a:cubicBezTo>
                  <a:cubicBezTo>
                    <a:pt x="252" y="217"/>
                    <a:pt x="258" y="217"/>
                    <a:pt x="262" y="221"/>
                  </a:cubicBezTo>
                  <a:cubicBezTo>
                    <a:pt x="266" y="225"/>
                    <a:pt x="266" y="232"/>
                    <a:pt x="262" y="235"/>
                  </a:cubicBezTo>
                  <a:cubicBezTo>
                    <a:pt x="243" y="253"/>
                    <a:pt x="225" y="273"/>
                    <a:pt x="208" y="293"/>
                  </a:cubicBezTo>
                  <a:cubicBezTo>
                    <a:pt x="206" y="295"/>
                    <a:pt x="203" y="296"/>
                    <a:pt x="200" y="296"/>
                  </a:cubicBezTo>
                  <a:close/>
                  <a:moveTo>
                    <a:pt x="1396" y="294"/>
                  </a:moveTo>
                  <a:cubicBezTo>
                    <a:pt x="1394" y="294"/>
                    <a:pt x="1391" y="293"/>
                    <a:pt x="1389" y="291"/>
                  </a:cubicBezTo>
                  <a:cubicBezTo>
                    <a:pt x="1372" y="271"/>
                    <a:pt x="1353" y="252"/>
                    <a:pt x="1334" y="234"/>
                  </a:cubicBezTo>
                  <a:cubicBezTo>
                    <a:pt x="1330" y="230"/>
                    <a:pt x="1330" y="223"/>
                    <a:pt x="1334" y="219"/>
                  </a:cubicBezTo>
                  <a:cubicBezTo>
                    <a:pt x="1338" y="215"/>
                    <a:pt x="1344" y="215"/>
                    <a:pt x="1348" y="219"/>
                  </a:cubicBezTo>
                  <a:cubicBezTo>
                    <a:pt x="1368" y="238"/>
                    <a:pt x="1387" y="257"/>
                    <a:pt x="1404" y="278"/>
                  </a:cubicBezTo>
                  <a:cubicBezTo>
                    <a:pt x="1408" y="282"/>
                    <a:pt x="1407" y="288"/>
                    <a:pt x="1403" y="292"/>
                  </a:cubicBezTo>
                  <a:cubicBezTo>
                    <a:pt x="1401" y="293"/>
                    <a:pt x="1399" y="294"/>
                    <a:pt x="1396" y="294"/>
                  </a:cubicBezTo>
                  <a:close/>
                  <a:moveTo>
                    <a:pt x="315" y="186"/>
                  </a:moveTo>
                  <a:cubicBezTo>
                    <a:pt x="313" y="186"/>
                    <a:pt x="310" y="185"/>
                    <a:pt x="308" y="182"/>
                  </a:cubicBezTo>
                  <a:cubicBezTo>
                    <a:pt x="304" y="178"/>
                    <a:pt x="305" y="172"/>
                    <a:pt x="309" y="168"/>
                  </a:cubicBezTo>
                  <a:cubicBezTo>
                    <a:pt x="331" y="152"/>
                    <a:pt x="353" y="136"/>
                    <a:pt x="376" y="122"/>
                  </a:cubicBezTo>
                  <a:cubicBezTo>
                    <a:pt x="380" y="119"/>
                    <a:pt x="386" y="120"/>
                    <a:pt x="389" y="125"/>
                  </a:cubicBezTo>
                  <a:cubicBezTo>
                    <a:pt x="392" y="130"/>
                    <a:pt x="391" y="136"/>
                    <a:pt x="386" y="139"/>
                  </a:cubicBezTo>
                  <a:cubicBezTo>
                    <a:pt x="364" y="153"/>
                    <a:pt x="342" y="168"/>
                    <a:pt x="322" y="184"/>
                  </a:cubicBezTo>
                  <a:cubicBezTo>
                    <a:pt x="320" y="185"/>
                    <a:pt x="318" y="186"/>
                    <a:pt x="315" y="186"/>
                  </a:cubicBezTo>
                  <a:close/>
                  <a:moveTo>
                    <a:pt x="1281" y="184"/>
                  </a:moveTo>
                  <a:cubicBezTo>
                    <a:pt x="1279" y="184"/>
                    <a:pt x="1276" y="184"/>
                    <a:pt x="1275" y="182"/>
                  </a:cubicBezTo>
                  <a:cubicBezTo>
                    <a:pt x="1254" y="166"/>
                    <a:pt x="1232" y="151"/>
                    <a:pt x="1210" y="137"/>
                  </a:cubicBezTo>
                  <a:cubicBezTo>
                    <a:pt x="1205" y="134"/>
                    <a:pt x="1204" y="128"/>
                    <a:pt x="1207" y="124"/>
                  </a:cubicBezTo>
                  <a:cubicBezTo>
                    <a:pt x="1209" y="119"/>
                    <a:pt x="1216" y="117"/>
                    <a:pt x="1220" y="120"/>
                  </a:cubicBezTo>
                  <a:cubicBezTo>
                    <a:pt x="1243" y="135"/>
                    <a:pt x="1265" y="150"/>
                    <a:pt x="1287" y="167"/>
                  </a:cubicBezTo>
                  <a:cubicBezTo>
                    <a:pt x="1291" y="170"/>
                    <a:pt x="1292" y="176"/>
                    <a:pt x="1289" y="181"/>
                  </a:cubicBezTo>
                  <a:cubicBezTo>
                    <a:pt x="1287" y="183"/>
                    <a:pt x="1284" y="184"/>
                    <a:pt x="1281" y="184"/>
                  </a:cubicBezTo>
                  <a:close/>
                  <a:moveTo>
                    <a:pt x="451" y="101"/>
                  </a:moveTo>
                  <a:cubicBezTo>
                    <a:pt x="447" y="101"/>
                    <a:pt x="443" y="99"/>
                    <a:pt x="442" y="96"/>
                  </a:cubicBezTo>
                  <a:cubicBezTo>
                    <a:pt x="439" y="91"/>
                    <a:pt x="441" y="85"/>
                    <a:pt x="446" y="82"/>
                  </a:cubicBezTo>
                  <a:cubicBezTo>
                    <a:pt x="470" y="70"/>
                    <a:pt x="495" y="60"/>
                    <a:pt x="521" y="50"/>
                  </a:cubicBezTo>
                  <a:cubicBezTo>
                    <a:pt x="526" y="48"/>
                    <a:pt x="531" y="51"/>
                    <a:pt x="533" y="56"/>
                  </a:cubicBezTo>
                  <a:cubicBezTo>
                    <a:pt x="535" y="61"/>
                    <a:pt x="533" y="67"/>
                    <a:pt x="527" y="69"/>
                  </a:cubicBezTo>
                  <a:cubicBezTo>
                    <a:pt x="503" y="78"/>
                    <a:pt x="479" y="89"/>
                    <a:pt x="455" y="100"/>
                  </a:cubicBezTo>
                  <a:cubicBezTo>
                    <a:pt x="454" y="101"/>
                    <a:pt x="452" y="101"/>
                    <a:pt x="451" y="101"/>
                  </a:cubicBezTo>
                  <a:close/>
                  <a:moveTo>
                    <a:pt x="1145" y="100"/>
                  </a:moveTo>
                  <a:cubicBezTo>
                    <a:pt x="1144" y="100"/>
                    <a:pt x="1142" y="100"/>
                    <a:pt x="1141" y="99"/>
                  </a:cubicBezTo>
                  <a:cubicBezTo>
                    <a:pt x="1117" y="88"/>
                    <a:pt x="1093" y="77"/>
                    <a:pt x="1068" y="68"/>
                  </a:cubicBezTo>
                  <a:cubicBezTo>
                    <a:pt x="1063" y="66"/>
                    <a:pt x="1060" y="60"/>
                    <a:pt x="1062" y="55"/>
                  </a:cubicBezTo>
                  <a:cubicBezTo>
                    <a:pt x="1064" y="50"/>
                    <a:pt x="1070" y="47"/>
                    <a:pt x="1075" y="49"/>
                  </a:cubicBezTo>
                  <a:cubicBezTo>
                    <a:pt x="1100" y="59"/>
                    <a:pt x="1125" y="69"/>
                    <a:pt x="1150" y="81"/>
                  </a:cubicBezTo>
                  <a:cubicBezTo>
                    <a:pt x="1155" y="84"/>
                    <a:pt x="1157" y="90"/>
                    <a:pt x="1154" y="95"/>
                  </a:cubicBezTo>
                  <a:cubicBezTo>
                    <a:pt x="1152" y="98"/>
                    <a:pt x="1149" y="100"/>
                    <a:pt x="1145" y="100"/>
                  </a:cubicBezTo>
                  <a:close/>
                  <a:moveTo>
                    <a:pt x="600" y="46"/>
                  </a:moveTo>
                  <a:cubicBezTo>
                    <a:pt x="596" y="46"/>
                    <a:pt x="592" y="43"/>
                    <a:pt x="591" y="38"/>
                  </a:cubicBezTo>
                  <a:cubicBezTo>
                    <a:pt x="589" y="33"/>
                    <a:pt x="592" y="27"/>
                    <a:pt x="598" y="26"/>
                  </a:cubicBezTo>
                  <a:cubicBezTo>
                    <a:pt x="624" y="19"/>
                    <a:pt x="650" y="14"/>
                    <a:pt x="677" y="10"/>
                  </a:cubicBezTo>
                  <a:cubicBezTo>
                    <a:pt x="682" y="9"/>
                    <a:pt x="687" y="13"/>
                    <a:pt x="688" y="18"/>
                  </a:cubicBezTo>
                  <a:cubicBezTo>
                    <a:pt x="689" y="23"/>
                    <a:pt x="685" y="29"/>
                    <a:pt x="680" y="29"/>
                  </a:cubicBezTo>
                  <a:cubicBezTo>
                    <a:pt x="654" y="33"/>
                    <a:pt x="628" y="39"/>
                    <a:pt x="603" y="45"/>
                  </a:cubicBezTo>
                  <a:cubicBezTo>
                    <a:pt x="602" y="46"/>
                    <a:pt x="601" y="46"/>
                    <a:pt x="600" y="46"/>
                  </a:cubicBezTo>
                  <a:close/>
                  <a:moveTo>
                    <a:pt x="995" y="45"/>
                  </a:moveTo>
                  <a:cubicBezTo>
                    <a:pt x="995" y="45"/>
                    <a:pt x="994" y="45"/>
                    <a:pt x="993" y="45"/>
                  </a:cubicBezTo>
                  <a:cubicBezTo>
                    <a:pt x="968" y="38"/>
                    <a:pt x="942" y="33"/>
                    <a:pt x="916" y="29"/>
                  </a:cubicBezTo>
                  <a:cubicBezTo>
                    <a:pt x="910" y="28"/>
                    <a:pt x="906" y="23"/>
                    <a:pt x="907" y="18"/>
                  </a:cubicBezTo>
                  <a:cubicBezTo>
                    <a:pt x="908" y="12"/>
                    <a:pt x="913" y="8"/>
                    <a:pt x="919" y="9"/>
                  </a:cubicBezTo>
                  <a:cubicBezTo>
                    <a:pt x="945" y="13"/>
                    <a:pt x="972" y="19"/>
                    <a:pt x="998" y="25"/>
                  </a:cubicBezTo>
                  <a:cubicBezTo>
                    <a:pt x="1003" y="27"/>
                    <a:pt x="1007" y="32"/>
                    <a:pt x="1005" y="37"/>
                  </a:cubicBezTo>
                  <a:cubicBezTo>
                    <a:pt x="1004" y="42"/>
                    <a:pt x="1000" y="45"/>
                    <a:pt x="995" y="45"/>
                  </a:cubicBezTo>
                  <a:close/>
                  <a:moveTo>
                    <a:pt x="758" y="21"/>
                  </a:moveTo>
                  <a:cubicBezTo>
                    <a:pt x="753" y="21"/>
                    <a:pt x="748" y="17"/>
                    <a:pt x="748" y="12"/>
                  </a:cubicBezTo>
                  <a:cubicBezTo>
                    <a:pt x="748" y="6"/>
                    <a:pt x="752" y="2"/>
                    <a:pt x="757" y="1"/>
                  </a:cubicBezTo>
                  <a:cubicBezTo>
                    <a:pt x="784" y="0"/>
                    <a:pt x="811" y="0"/>
                    <a:pt x="838" y="1"/>
                  </a:cubicBezTo>
                  <a:cubicBezTo>
                    <a:pt x="844" y="2"/>
                    <a:pt x="848" y="6"/>
                    <a:pt x="848" y="12"/>
                  </a:cubicBezTo>
                  <a:cubicBezTo>
                    <a:pt x="847" y="17"/>
                    <a:pt x="843" y="22"/>
                    <a:pt x="837" y="21"/>
                  </a:cubicBezTo>
                  <a:cubicBezTo>
                    <a:pt x="811" y="20"/>
                    <a:pt x="784" y="20"/>
                    <a:pt x="758" y="21"/>
                  </a:cubicBezTo>
                  <a:close/>
                </a:path>
              </a:pathLst>
            </a:custGeom>
            <a:solidFill>
              <a:srgbClr val="FFC000"/>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1" name="Oval 50"/>
            <p:cNvSpPr>
              <a:spLocks noChangeArrowheads="1"/>
            </p:cNvSpPr>
            <p:nvPr/>
          </p:nvSpPr>
          <p:spPr bwMode="auto">
            <a:xfrm>
              <a:off x="4378042" y="5054831"/>
              <a:ext cx="2073439" cy="92564"/>
            </a:xfrm>
            <a:prstGeom prst="ellipse">
              <a:avLst/>
            </a:pr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2" name="Freeform 51"/>
            <p:cNvSpPr>
              <a:spLocks/>
            </p:cNvSpPr>
            <p:nvPr/>
          </p:nvSpPr>
          <p:spPr bwMode="auto">
            <a:xfrm>
              <a:off x="6002951" y="4381427"/>
              <a:ext cx="150418" cy="115705"/>
            </a:xfrm>
            <a:custGeom>
              <a:avLst/>
              <a:gdLst>
                <a:gd name="T0" fmla="*/ 0 w 65"/>
                <a:gd name="T1" fmla="*/ 16 h 50"/>
                <a:gd name="T2" fmla="*/ 31 w 65"/>
                <a:gd name="T3" fmla="*/ 0 h 50"/>
                <a:gd name="T4" fmla="*/ 65 w 65"/>
                <a:gd name="T5" fmla="*/ 33 h 50"/>
                <a:gd name="T6" fmla="*/ 65 w 65"/>
                <a:gd name="T7" fmla="*/ 47 h 50"/>
                <a:gd name="T8" fmla="*/ 58 w 65"/>
                <a:gd name="T9" fmla="*/ 50 h 50"/>
                <a:gd name="T10" fmla="*/ 11 w 65"/>
                <a:gd name="T11" fmla="*/ 34 h 50"/>
                <a:gd name="T12" fmla="*/ 0 w 65"/>
                <a:gd name="T13" fmla="*/ 16 h 50"/>
              </a:gdLst>
              <a:ahLst/>
              <a:cxnLst>
                <a:cxn ang="0">
                  <a:pos x="T0" y="T1"/>
                </a:cxn>
                <a:cxn ang="0">
                  <a:pos x="T2" y="T3"/>
                </a:cxn>
                <a:cxn ang="0">
                  <a:pos x="T4" y="T5"/>
                </a:cxn>
                <a:cxn ang="0">
                  <a:pos x="T6" y="T7"/>
                </a:cxn>
                <a:cxn ang="0">
                  <a:pos x="T8" y="T9"/>
                </a:cxn>
                <a:cxn ang="0">
                  <a:pos x="T10" y="T11"/>
                </a:cxn>
                <a:cxn ang="0">
                  <a:pos x="T12" y="T13"/>
                </a:cxn>
              </a:cxnLst>
              <a:rect l="0" t="0" r="r" b="b"/>
              <a:pathLst>
                <a:path w="65" h="50">
                  <a:moveTo>
                    <a:pt x="0" y="16"/>
                  </a:moveTo>
                  <a:lnTo>
                    <a:pt x="31" y="0"/>
                  </a:lnTo>
                  <a:lnTo>
                    <a:pt x="65" y="33"/>
                  </a:lnTo>
                  <a:lnTo>
                    <a:pt x="65" y="47"/>
                  </a:lnTo>
                  <a:lnTo>
                    <a:pt x="58" y="50"/>
                  </a:lnTo>
                  <a:lnTo>
                    <a:pt x="11" y="34"/>
                  </a:lnTo>
                  <a:lnTo>
                    <a:pt x="0" y="16"/>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3" name="Freeform 52"/>
            <p:cNvSpPr>
              <a:spLocks/>
            </p:cNvSpPr>
            <p:nvPr/>
          </p:nvSpPr>
          <p:spPr bwMode="auto">
            <a:xfrm>
              <a:off x="5417483" y="3666368"/>
              <a:ext cx="657206" cy="768283"/>
            </a:xfrm>
            <a:custGeom>
              <a:avLst/>
              <a:gdLst>
                <a:gd name="T0" fmla="*/ 0 w 284"/>
                <a:gd name="T1" fmla="*/ 25 h 332"/>
                <a:gd name="T2" fmla="*/ 257 w 284"/>
                <a:gd name="T3" fmla="*/ 332 h 332"/>
                <a:gd name="T4" fmla="*/ 284 w 284"/>
                <a:gd name="T5" fmla="*/ 310 h 332"/>
                <a:gd name="T6" fmla="*/ 62 w 284"/>
                <a:gd name="T7" fmla="*/ 0 h 332"/>
                <a:gd name="T8" fmla="*/ 0 w 284"/>
                <a:gd name="T9" fmla="*/ 25 h 332"/>
              </a:gdLst>
              <a:ahLst/>
              <a:cxnLst>
                <a:cxn ang="0">
                  <a:pos x="T0" y="T1"/>
                </a:cxn>
                <a:cxn ang="0">
                  <a:pos x="T2" y="T3"/>
                </a:cxn>
                <a:cxn ang="0">
                  <a:pos x="T4" y="T5"/>
                </a:cxn>
                <a:cxn ang="0">
                  <a:pos x="T6" y="T7"/>
                </a:cxn>
                <a:cxn ang="0">
                  <a:pos x="T8" y="T9"/>
                </a:cxn>
              </a:cxnLst>
              <a:rect l="0" t="0" r="r" b="b"/>
              <a:pathLst>
                <a:path w="284" h="332">
                  <a:moveTo>
                    <a:pt x="0" y="25"/>
                  </a:moveTo>
                  <a:lnTo>
                    <a:pt x="257" y="332"/>
                  </a:lnTo>
                  <a:lnTo>
                    <a:pt x="284" y="310"/>
                  </a:lnTo>
                  <a:lnTo>
                    <a:pt x="62" y="0"/>
                  </a:lnTo>
                  <a:lnTo>
                    <a:pt x="0" y="25"/>
                  </a:lnTo>
                  <a:close/>
                </a:path>
              </a:pathLst>
            </a:custGeom>
            <a:solidFill>
              <a:srgbClr val="5B9BD5"/>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4" name="Freeform 53"/>
            <p:cNvSpPr>
              <a:spLocks/>
            </p:cNvSpPr>
            <p:nvPr/>
          </p:nvSpPr>
          <p:spPr bwMode="auto">
            <a:xfrm>
              <a:off x="5259717" y="3670996"/>
              <a:ext cx="155046" cy="978868"/>
            </a:xfrm>
            <a:custGeom>
              <a:avLst/>
              <a:gdLst>
                <a:gd name="T0" fmla="*/ 67 w 67"/>
                <a:gd name="T1" fmla="*/ 423 h 423"/>
                <a:gd name="T2" fmla="*/ 67 w 67"/>
                <a:gd name="T3" fmla="*/ 28 h 423"/>
                <a:gd name="T4" fmla="*/ 0 w 67"/>
                <a:gd name="T5" fmla="*/ 0 h 423"/>
                <a:gd name="T6" fmla="*/ 32 w 67"/>
                <a:gd name="T7" fmla="*/ 423 h 423"/>
                <a:gd name="T8" fmla="*/ 67 w 67"/>
                <a:gd name="T9" fmla="*/ 423 h 423"/>
              </a:gdLst>
              <a:ahLst/>
              <a:cxnLst>
                <a:cxn ang="0">
                  <a:pos x="T0" y="T1"/>
                </a:cxn>
                <a:cxn ang="0">
                  <a:pos x="T2" y="T3"/>
                </a:cxn>
                <a:cxn ang="0">
                  <a:pos x="T4" y="T5"/>
                </a:cxn>
                <a:cxn ang="0">
                  <a:pos x="T6" y="T7"/>
                </a:cxn>
                <a:cxn ang="0">
                  <a:pos x="T8" y="T9"/>
                </a:cxn>
              </a:cxnLst>
              <a:rect l="0" t="0" r="r" b="b"/>
              <a:pathLst>
                <a:path w="67" h="423">
                  <a:moveTo>
                    <a:pt x="67" y="423"/>
                  </a:moveTo>
                  <a:lnTo>
                    <a:pt x="67" y="28"/>
                  </a:lnTo>
                  <a:lnTo>
                    <a:pt x="0" y="0"/>
                  </a:lnTo>
                  <a:lnTo>
                    <a:pt x="32" y="423"/>
                  </a:lnTo>
                  <a:lnTo>
                    <a:pt x="67" y="423"/>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5" name="Freeform 54"/>
            <p:cNvSpPr>
              <a:spLocks/>
            </p:cNvSpPr>
            <p:nvPr/>
          </p:nvSpPr>
          <p:spPr bwMode="auto">
            <a:xfrm>
              <a:off x="4739042" y="3080899"/>
              <a:ext cx="32397" cy="94879"/>
            </a:xfrm>
            <a:custGeom>
              <a:avLst/>
              <a:gdLst>
                <a:gd name="T0" fmla="*/ 9 w 14"/>
                <a:gd name="T1" fmla="*/ 0 h 41"/>
                <a:gd name="T2" fmla="*/ 0 w 14"/>
                <a:gd name="T3" fmla="*/ 40 h 41"/>
                <a:gd name="T4" fmla="*/ 5 w 14"/>
                <a:gd name="T5" fmla="*/ 41 h 41"/>
                <a:gd name="T6" fmla="*/ 14 w 14"/>
                <a:gd name="T7" fmla="*/ 1 h 41"/>
                <a:gd name="T8" fmla="*/ 9 w 14"/>
                <a:gd name="T9" fmla="*/ 0 h 41"/>
              </a:gdLst>
              <a:ahLst/>
              <a:cxnLst>
                <a:cxn ang="0">
                  <a:pos x="T0" y="T1"/>
                </a:cxn>
                <a:cxn ang="0">
                  <a:pos x="T2" y="T3"/>
                </a:cxn>
                <a:cxn ang="0">
                  <a:pos x="T4" y="T5"/>
                </a:cxn>
                <a:cxn ang="0">
                  <a:pos x="T6" y="T7"/>
                </a:cxn>
                <a:cxn ang="0">
                  <a:pos x="T8" y="T9"/>
                </a:cxn>
              </a:cxnLst>
              <a:rect l="0" t="0" r="r" b="b"/>
              <a:pathLst>
                <a:path w="14" h="41">
                  <a:moveTo>
                    <a:pt x="9" y="0"/>
                  </a:moveTo>
                  <a:lnTo>
                    <a:pt x="0" y="40"/>
                  </a:lnTo>
                  <a:lnTo>
                    <a:pt x="5" y="41"/>
                  </a:lnTo>
                  <a:lnTo>
                    <a:pt x="14" y="1"/>
                  </a:lnTo>
                  <a:lnTo>
                    <a:pt x="9"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6" name="Freeform 55"/>
            <p:cNvSpPr>
              <a:spLocks/>
            </p:cNvSpPr>
            <p:nvPr/>
          </p:nvSpPr>
          <p:spPr bwMode="auto">
            <a:xfrm>
              <a:off x="6060397" y="3080899"/>
              <a:ext cx="30084" cy="94879"/>
            </a:xfrm>
            <a:custGeom>
              <a:avLst/>
              <a:gdLst>
                <a:gd name="T0" fmla="*/ 5 w 13"/>
                <a:gd name="T1" fmla="*/ 0 h 41"/>
                <a:gd name="T2" fmla="*/ 13 w 13"/>
                <a:gd name="T3" fmla="*/ 40 h 41"/>
                <a:gd name="T4" fmla="*/ 8 w 13"/>
                <a:gd name="T5" fmla="*/ 41 h 41"/>
                <a:gd name="T6" fmla="*/ 0 w 13"/>
                <a:gd name="T7" fmla="*/ 1 h 41"/>
                <a:gd name="T8" fmla="*/ 5 w 13"/>
                <a:gd name="T9" fmla="*/ 0 h 41"/>
              </a:gdLst>
              <a:ahLst/>
              <a:cxnLst>
                <a:cxn ang="0">
                  <a:pos x="T0" y="T1"/>
                </a:cxn>
                <a:cxn ang="0">
                  <a:pos x="T2" y="T3"/>
                </a:cxn>
                <a:cxn ang="0">
                  <a:pos x="T4" y="T5"/>
                </a:cxn>
                <a:cxn ang="0">
                  <a:pos x="T6" y="T7"/>
                </a:cxn>
                <a:cxn ang="0">
                  <a:pos x="T8" y="T9"/>
                </a:cxn>
              </a:cxnLst>
              <a:rect l="0" t="0" r="r" b="b"/>
              <a:pathLst>
                <a:path w="13" h="41">
                  <a:moveTo>
                    <a:pt x="5" y="0"/>
                  </a:moveTo>
                  <a:lnTo>
                    <a:pt x="13" y="40"/>
                  </a:lnTo>
                  <a:lnTo>
                    <a:pt x="8" y="41"/>
                  </a:lnTo>
                  <a:lnTo>
                    <a:pt x="0" y="1"/>
                  </a:lnTo>
                  <a:lnTo>
                    <a:pt x="5"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7" name="Oval 28"/>
            <p:cNvSpPr>
              <a:spLocks noChangeArrowheads="1"/>
            </p:cNvSpPr>
            <p:nvPr/>
          </p:nvSpPr>
          <p:spPr bwMode="auto">
            <a:xfrm>
              <a:off x="5206492" y="4696145"/>
              <a:ext cx="416539" cy="416539"/>
            </a:xfrm>
            <a:prstGeom prst="ellipse">
              <a:avLst/>
            </a:prstGeom>
            <a:solidFill>
              <a:srgbClr val="FFC000"/>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8" name="Freeform 29"/>
            <p:cNvSpPr>
              <a:spLocks/>
            </p:cNvSpPr>
            <p:nvPr/>
          </p:nvSpPr>
          <p:spPr bwMode="auto">
            <a:xfrm>
              <a:off x="5206492" y="4883588"/>
              <a:ext cx="416539" cy="229097"/>
            </a:xfrm>
            <a:custGeom>
              <a:avLst/>
              <a:gdLst>
                <a:gd name="T0" fmla="*/ 192 w 383"/>
                <a:gd name="T1" fmla="*/ 210 h 210"/>
                <a:gd name="T2" fmla="*/ 383 w 383"/>
                <a:gd name="T3" fmla="*/ 18 h 210"/>
                <a:gd name="T4" fmla="*/ 382 w 383"/>
                <a:gd name="T5" fmla="*/ 0 h 210"/>
                <a:gd name="T6" fmla="*/ 192 w 383"/>
                <a:gd name="T7" fmla="*/ 173 h 210"/>
                <a:gd name="T8" fmla="*/ 1 w 383"/>
                <a:gd name="T9" fmla="*/ 0 h 210"/>
                <a:gd name="T10" fmla="*/ 0 w 383"/>
                <a:gd name="T11" fmla="*/ 18 h 210"/>
                <a:gd name="T12" fmla="*/ 192 w 383"/>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383" h="210">
                  <a:moveTo>
                    <a:pt x="192" y="210"/>
                  </a:moveTo>
                  <a:cubicBezTo>
                    <a:pt x="298" y="210"/>
                    <a:pt x="383" y="124"/>
                    <a:pt x="383" y="18"/>
                  </a:cubicBezTo>
                  <a:cubicBezTo>
                    <a:pt x="383" y="12"/>
                    <a:pt x="383" y="6"/>
                    <a:pt x="382" y="0"/>
                  </a:cubicBezTo>
                  <a:cubicBezTo>
                    <a:pt x="373" y="97"/>
                    <a:pt x="291" y="173"/>
                    <a:pt x="192" y="173"/>
                  </a:cubicBezTo>
                  <a:cubicBezTo>
                    <a:pt x="92" y="173"/>
                    <a:pt x="10" y="97"/>
                    <a:pt x="1" y="0"/>
                  </a:cubicBezTo>
                  <a:cubicBezTo>
                    <a:pt x="0" y="6"/>
                    <a:pt x="0" y="12"/>
                    <a:pt x="0" y="18"/>
                  </a:cubicBezTo>
                  <a:cubicBezTo>
                    <a:pt x="0" y="124"/>
                    <a:pt x="86" y="210"/>
                    <a:pt x="192" y="210"/>
                  </a:cubicBezTo>
                </a:path>
              </a:pathLst>
            </a:custGeom>
            <a:solidFill>
              <a:srgbClr val="ED7D31"/>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9" name="Freeform 30"/>
            <p:cNvSpPr>
              <a:spLocks/>
            </p:cNvSpPr>
            <p:nvPr/>
          </p:nvSpPr>
          <p:spPr bwMode="auto">
            <a:xfrm>
              <a:off x="5299056" y="4649863"/>
              <a:ext cx="113392" cy="131905"/>
            </a:xfrm>
            <a:custGeom>
              <a:avLst/>
              <a:gdLst>
                <a:gd name="T0" fmla="*/ 49 w 49"/>
                <a:gd name="T1" fmla="*/ 0 h 57"/>
                <a:gd name="T2" fmla="*/ 15 w 49"/>
                <a:gd name="T3" fmla="*/ 0 h 57"/>
                <a:gd name="T4" fmla="*/ 0 w 49"/>
                <a:gd name="T5" fmla="*/ 44 h 57"/>
                <a:gd name="T6" fmla="*/ 6 w 49"/>
                <a:gd name="T7" fmla="*/ 57 h 57"/>
                <a:gd name="T8" fmla="*/ 14 w 49"/>
                <a:gd name="T9" fmla="*/ 57 h 57"/>
                <a:gd name="T10" fmla="*/ 49 w 49"/>
                <a:gd name="T11" fmla="*/ 19 h 57"/>
                <a:gd name="T12" fmla="*/ 49 w 49"/>
                <a:gd name="T13" fmla="*/ 0 h 57"/>
              </a:gdLst>
              <a:ahLst/>
              <a:cxnLst>
                <a:cxn ang="0">
                  <a:pos x="T0" y="T1"/>
                </a:cxn>
                <a:cxn ang="0">
                  <a:pos x="T2" y="T3"/>
                </a:cxn>
                <a:cxn ang="0">
                  <a:pos x="T4" y="T5"/>
                </a:cxn>
                <a:cxn ang="0">
                  <a:pos x="T6" y="T7"/>
                </a:cxn>
                <a:cxn ang="0">
                  <a:pos x="T8" y="T9"/>
                </a:cxn>
                <a:cxn ang="0">
                  <a:pos x="T10" y="T11"/>
                </a:cxn>
                <a:cxn ang="0">
                  <a:pos x="T12" y="T13"/>
                </a:cxn>
              </a:cxnLst>
              <a:rect l="0" t="0" r="r" b="b"/>
              <a:pathLst>
                <a:path w="49" h="57">
                  <a:moveTo>
                    <a:pt x="49" y="0"/>
                  </a:moveTo>
                  <a:lnTo>
                    <a:pt x="15" y="0"/>
                  </a:lnTo>
                  <a:lnTo>
                    <a:pt x="0" y="44"/>
                  </a:lnTo>
                  <a:lnTo>
                    <a:pt x="6" y="57"/>
                  </a:lnTo>
                  <a:lnTo>
                    <a:pt x="14" y="57"/>
                  </a:lnTo>
                  <a:lnTo>
                    <a:pt x="49" y="19"/>
                  </a:lnTo>
                  <a:lnTo>
                    <a:pt x="49" y="0"/>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0" name="Group 59"/>
            <p:cNvGrpSpPr>
              <a:grpSpLocks noChangeAspect="1"/>
            </p:cNvGrpSpPr>
            <p:nvPr/>
          </p:nvGrpSpPr>
          <p:grpSpPr>
            <a:xfrm>
              <a:off x="4696944" y="2059194"/>
              <a:ext cx="415996" cy="234364"/>
              <a:chOff x="3370263" y="896938"/>
              <a:chExt cx="450850" cy="254000"/>
            </a:xfrm>
            <a:solidFill>
              <a:srgbClr val="0072C6"/>
            </a:solidFill>
          </p:grpSpPr>
          <p:sp>
            <p:nvSpPr>
              <p:cNvPr id="88" name="Freeform 107"/>
              <p:cNvSpPr>
                <a:spLocks noEditPoints="1"/>
              </p:cNvSpPr>
              <p:nvPr/>
            </p:nvSpPr>
            <p:spPr bwMode="auto">
              <a:xfrm>
                <a:off x="3370263" y="896938"/>
                <a:ext cx="450850" cy="254000"/>
              </a:xfrm>
              <a:custGeom>
                <a:avLst/>
                <a:gdLst>
                  <a:gd name="T0" fmla="*/ 268 w 284"/>
                  <a:gd name="T1" fmla="*/ 0 h 160"/>
                  <a:gd name="T2" fmla="*/ 16 w 284"/>
                  <a:gd name="T3" fmla="*/ 0 h 160"/>
                  <a:gd name="T4" fmla="*/ 16 w 284"/>
                  <a:gd name="T5" fmla="*/ 0 h 160"/>
                  <a:gd name="T6" fmla="*/ 10 w 284"/>
                  <a:gd name="T7" fmla="*/ 2 h 160"/>
                  <a:gd name="T8" fmla="*/ 6 w 284"/>
                  <a:gd name="T9" fmla="*/ 6 h 160"/>
                  <a:gd name="T10" fmla="*/ 2 w 284"/>
                  <a:gd name="T11" fmla="*/ 10 h 160"/>
                  <a:gd name="T12" fmla="*/ 0 w 284"/>
                  <a:gd name="T13" fmla="*/ 16 h 160"/>
                  <a:gd name="T14" fmla="*/ 0 w 284"/>
                  <a:gd name="T15" fmla="*/ 144 h 160"/>
                  <a:gd name="T16" fmla="*/ 0 w 284"/>
                  <a:gd name="T17" fmla="*/ 144 h 160"/>
                  <a:gd name="T18" fmla="*/ 2 w 284"/>
                  <a:gd name="T19" fmla="*/ 150 h 160"/>
                  <a:gd name="T20" fmla="*/ 6 w 284"/>
                  <a:gd name="T21" fmla="*/ 156 h 160"/>
                  <a:gd name="T22" fmla="*/ 10 w 284"/>
                  <a:gd name="T23" fmla="*/ 160 h 160"/>
                  <a:gd name="T24" fmla="*/ 16 w 284"/>
                  <a:gd name="T25" fmla="*/ 160 h 160"/>
                  <a:gd name="T26" fmla="*/ 268 w 284"/>
                  <a:gd name="T27" fmla="*/ 160 h 160"/>
                  <a:gd name="T28" fmla="*/ 268 w 284"/>
                  <a:gd name="T29" fmla="*/ 160 h 160"/>
                  <a:gd name="T30" fmla="*/ 274 w 284"/>
                  <a:gd name="T31" fmla="*/ 160 h 160"/>
                  <a:gd name="T32" fmla="*/ 280 w 284"/>
                  <a:gd name="T33" fmla="*/ 156 h 160"/>
                  <a:gd name="T34" fmla="*/ 282 w 284"/>
                  <a:gd name="T35" fmla="*/ 150 h 160"/>
                  <a:gd name="T36" fmla="*/ 284 w 284"/>
                  <a:gd name="T37" fmla="*/ 144 h 160"/>
                  <a:gd name="T38" fmla="*/ 284 w 284"/>
                  <a:gd name="T39" fmla="*/ 16 h 160"/>
                  <a:gd name="T40" fmla="*/ 284 w 284"/>
                  <a:gd name="T41" fmla="*/ 16 h 160"/>
                  <a:gd name="T42" fmla="*/ 282 w 284"/>
                  <a:gd name="T43" fmla="*/ 10 h 160"/>
                  <a:gd name="T44" fmla="*/ 280 w 284"/>
                  <a:gd name="T45" fmla="*/ 6 h 160"/>
                  <a:gd name="T46" fmla="*/ 274 w 284"/>
                  <a:gd name="T47" fmla="*/ 2 h 160"/>
                  <a:gd name="T48" fmla="*/ 268 w 284"/>
                  <a:gd name="T49" fmla="*/ 0 h 160"/>
                  <a:gd name="T50" fmla="*/ 268 w 284"/>
                  <a:gd name="T51" fmla="*/ 0 h 160"/>
                  <a:gd name="T52" fmla="*/ 256 w 284"/>
                  <a:gd name="T53" fmla="*/ 136 h 160"/>
                  <a:gd name="T54" fmla="*/ 28 w 284"/>
                  <a:gd name="T55" fmla="*/ 136 h 160"/>
                  <a:gd name="T56" fmla="*/ 28 w 284"/>
                  <a:gd name="T57" fmla="*/ 26 h 160"/>
                  <a:gd name="T58" fmla="*/ 256 w 284"/>
                  <a:gd name="T59" fmla="*/ 26 h 160"/>
                  <a:gd name="T60" fmla="*/ 256 w 284"/>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4" h="160">
                    <a:moveTo>
                      <a:pt x="268" y="0"/>
                    </a:moveTo>
                    <a:lnTo>
                      <a:pt x="16" y="0"/>
                    </a:lnTo>
                    <a:lnTo>
                      <a:pt x="16" y="0"/>
                    </a:lnTo>
                    <a:lnTo>
                      <a:pt x="10" y="2"/>
                    </a:lnTo>
                    <a:lnTo>
                      <a:pt x="6" y="6"/>
                    </a:lnTo>
                    <a:lnTo>
                      <a:pt x="2" y="10"/>
                    </a:lnTo>
                    <a:lnTo>
                      <a:pt x="0" y="16"/>
                    </a:lnTo>
                    <a:lnTo>
                      <a:pt x="0" y="144"/>
                    </a:lnTo>
                    <a:lnTo>
                      <a:pt x="0" y="144"/>
                    </a:lnTo>
                    <a:lnTo>
                      <a:pt x="2" y="150"/>
                    </a:lnTo>
                    <a:lnTo>
                      <a:pt x="6" y="156"/>
                    </a:lnTo>
                    <a:lnTo>
                      <a:pt x="10" y="160"/>
                    </a:lnTo>
                    <a:lnTo>
                      <a:pt x="16" y="160"/>
                    </a:lnTo>
                    <a:lnTo>
                      <a:pt x="268" y="160"/>
                    </a:lnTo>
                    <a:lnTo>
                      <a:pt x="268" y="160"/>
                    </a:lnTo>
                    <a:lnTo>
                      <a:pt x="274" y="160"/>
                    </a:lnTo>
                    <a:lnTo>
                      <a:pt x="280" y="156"/>
                    </a:lnTo>
                    <a:lnTo>
                      <a:pt x="282" y="150"/>
                    </a:lnTo>
                    <a:lnTo>
                      <a:pt x="284" y="144"/>
                    </a:lnTo>
                    <a:lnTo>
                      <a:pt x="284" y="16"/>
                    </a:lnTo>
                    <a:lnTo>
                      <a:pt x="284" y="16"/>
                    </a:lnTo>
                    <a:lnTo>
                      <a:pt x="282" y="10"/>
                    </a:lnTo>
                    <a:lnTo>
                      <a:pt x="280" y="6"/>
                    </a:lnTo>
                    <a:lnTo>
                      <a:pt x="274" y="2"/>
                    </a:lnTo>
                    <a:lnTo>
                      <a:pt x="268" y="0"/>
                    </a:lnTo>
                    <a:lnTo>
                      <a:pt x="268" y="0"/>
                    </a:lnTo>
                    <a:close/>
                    <a:moveTo>
                      <a:pt x="256" y="136"/>
                    </a:moveTo>
                    <a:lnTo>
                      <a:pt x="28" y="136"/>
                    </a:lnTo>
                    <a:lnTo>
                      <a:pt x="28" y="26"/>
                    </a:lnTo>
                    <a:lnTo>
                      <a:pt x="256" y="26"/>
                    </a:lnTo>
                    <a:lnTo>
                      <a:pt x="256"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9" name="Freeform 108"/>
              <p:cNvSpPr>
                <a:spLocks/>
              </p:cNvSpPr>
              <p:nvPr/>
            </p:nvSpPr>
            <p:spPr bwMode="auto">
              <a:xfrm>
                <a:off x="3570288"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1" name="Group 60"/>
            <p:cNvGrpSpPr>
              <a:grpSpLocks noChangeAspect="1"/>
            </p:cNvGrpSpPr>
            <p:nvPr/>
          </p:nvGrpSpPr>
          <p:grpSpPr>
            <a:xfrm>
              <a:off x="4173933" y="2731263"/>
              <a:ext cx="337455" cy="204957"/>
              <a:chOff x="4722813" y="836613"/>
              <a:chExt cx="517525" cy="314325"/>
            </a:xfrm>
            <a:solidFill>
              <a:srgbClr val="0072C6"/>
            </a:solidFill>
          </p:grpSpPr>
          <p:sp>
            <p:nvSpPr>
              <p:cNvPr id="85" name="Freeform 104"/>
              <p:cNvSpPr>
                <a:spLocks/>
              </p:cNvSpPr>
              <p:nvPr/>
            </p:nvSpPr>
            <p:spPr bwMode="auto">
              <a:xfrm>
                <a:off x="4792663" y="836613"/>
                <a:ext cx="447675" cy="254000"/>
              </a:xfrm>
              <a:custGeom>
                <a:avLst/>
                <a:gdLst>
                  <a:gd name="T0" fmla="*/ 266 w 282"/>
                  <a:gd name="T1" fmla="*/ 0 h 160"/>
                  <a:gd name="T2" fmla="*/ 14 w 282"/>
                  <a:gd name="T3" fmla="*/ 0 h 160"/>
                  <a:gd name="T4" fmla="*/ 14 w 282"/>
                  <a:gd name="T5" fmla="*/ 0 h 160"/>
                  <a:gd name="T6" fmla="*/ 8 w 282"/>
                  <a:gd name="T7" fmla="*/ 0 h 160"/>
                  <a:gd name="T8" fmla="*/ 4 w 282"/>
                  <a:gd name="T9" fmla="*/ 4 h 160"/>
                  <a:gd name="T10" fmla="*/ 0 w 282"/>
                  <a:gd name="T11" fmla="*/ 8 h 160"/>
                  <a:gd name="T12" fmla="*/ 0 w 282"/>
                  <a:gd name="T13" fmla="*/ 16 h 160"/>
                  <a:gd name="T14" fmla="*/ 0 w 282"/>
                  <a:gd name="T15" fmla="*/ 20 h 160"/>
                  <a:gd name="T16" fmla="*/ 242 w 282"/>
                  <a:gd name="T17" fmla="*/ 20 h 160"/>
                  <a:gd name="T18" fmla="*/ 242 w 282"/>
                  <a:gd name="T19" fmla="*/ 20 h 160"/>
                  <a:gd name="T20" fmla="*/ 248 w 282"/>
                  <a:gd name="T21" fmla="*/ 22 h 160"/>
                  <a:gd name="T22" fmla="*/ 254 w 282"/>
                  <a:gd name="T23" fmla="*/ 24 h 160"/>
                  <a:gd name="T24" fmla="*/ 258 w 282"/>
                  <a:gd name="T25" fmla="*/ 30 h 160"/>
                  <a:gd name="T26" fmla="*/ 258 w 282"/>
                  <a:gd name="T27" fmla="*/ 36 h 160"/>
                  <a:gd name="T28" fmla="*/ 258 w 282"/>
                  <a:gd name="T29" fmla="*/ 160 h 160"/>
                  <a:gd name="T30" fmla="*/ 266 w 282"/>
                  <a:gd name="T31" fmla="*/ 160 h 160"/>
                  <a:gd name="T32" fmla="*/ 266 w 282"/>
                  <a:gd name="T33" fmla="*/ 160 h 160"/>
                  <a:gd name="T34" fmla="*/ 272 w 282"/>
                  <a:gd name="T35" fmla="*/ 158 h 160"/>
                  <a:gd name="T36" fmla="*/ 278 w 282"/>
                  <a:gd name="T37" fmla="*/ 154 h 160"/>
                  <a:gd name="T38" fmla="*/ 282 w 282"/>
                  <a:gd name="T39" fmla="*/ 150 h 160"/>
                  <a:gd name="T40" fmla="*/ 282 w 282"/>
                  <a:gd name="T41" fmla="*/ 144 h 160"/>
                  <a:gd name="T42" fmla="*/ 282 w 282"/>
                  <a:gd name="T43" fmla="*/ 16 h 160"/>
                  <a:gd name="T44" fmla="*/ 282 w 282"/>
                  <a:gd name="T45" fmla="*/ 16 h 160"/>
                  <a:gd name="T46" fmla="*/ 282 w 282"/>
                  <a:gd name="T47" fmla="*/ 8 h 160"/>
                  <a:gd name="T48" fmla="*/ 278 w 282"/>
                  <a:gd name="T49" fmla="*/ 4 h 160"/>
                  <a:gd name="T50" fmla="*/ 272 w 282"/>
                  <a:gd name="T51" fmla="*/ 0 h 160"/>
                  <a:gd name="T52" fmla="*/ 266 w 282"/>
                  <a:gd name="T53" fmla="*/ 0 h 160"/>
                  <a:gd name="T54" fmla="*/ 266 w 282"/>
                  <a:gd name="T55" fmla="*/ 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82" h="160">
                    <a:moveTo>
                      <a:pt x="266" y="0"/>
                    </a:moveTo>
                    <a:lnTo>
                      <a:pt x="14" y="0"/>
                    </a:lnTo>
                    <a:lnTo>
                      <a:pt x="14" y="0"/>
                    </a:lnTo>
                    <a:lnTo>
                      <a:pt x="8" y="0"/>
                    </a:lnTo>
                    <a:lnTo>
                      <a:pt x="4" y="4"/>
                    </a:lnTo>
                    <a:lnTo>
                      <a:pt x="0" y="8"/>
                    </a:lnTo>
                    <a:lnTo>
                      <a:pt x="0" y="16"/>
                    </a:lnTo>
                    <a:lnTo>
                      <a:pt x="0" y="20"/>
                    </a:lnTo>
                    <a:lnTo>
                      <a:pt x="242" y="20"/>
                    </a:lnTo>
                    <a:lnTo>
                      <a:pt x="242" y="20"/>
                    </a:lnTo>
                    <a:lnTo>
                      <a:pt x="248" y="22"/>
                    </a:lnTo>
                    <a:lnTo>
                      <a:pt x="254" y="24"/>
                    </a:lnTo>
                    <a:lnTo>
                      <a:pt x="258" y="30"/>
                    </a:lnTo>
                    <a:lnTo>
                      <a:pt x="258" y="36"/>
                    </a:lnTo>
                    <a:lnTo>
                      <a:pt x="258" y="160"/>
                    </a:lnTo>
                    <a:lnTo>
                      <a:pt x="266" y="160"/>
                    </a:lnTo>
                    <a:lnTo>
                      <a:pt x="266" y="160"/>
                    </a:lnTo>
                    <a:lnTo>
                      <a:pt x="272" y="158"/>
                    </a:lnTo>
                    <a:lnTo>
                      <a:pt x="278" y="154"/>
                    </a:lnTo>
                    <a:lnTo>
                      <a:pt x="282" y="150"/>
                    </a:lnTo>
                    <a:lnTo>
                      <a:pt x="282" y="144"/>
                    </a:lnTo>
                    <a:lnTo>
                      <a:pt x="282" y="16"/>
                    </a:lnTo>
                    <a:lnTo>
                      <a:pt x="282" y="16"/>
                    </a:lnTo>
                    <a:lnTo>
                      <a:pt x="282" y="8"/>
                    </a:lnTo>
                    <a:lnTo>
                      <a:pt x="278" y="4"/>
                    </a:lnTo>
                    <a:lnTo>
                      <a:pt x="272" y="0"/>
                    </a:lnTo>
                    <a:lnTo>
                      <a:pt x="266" y="0"/>
                    </a:lnTo>
                    <a:lnTo>
                      <a:pt x="266"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6" name="Freeform 105"/>
              <p:cNvSpPr>
                <a:spLocks noEditPoints="1"/>
              </p:cNvSpPr>
              <p:nvPr/>
            </p:nvSpPr>
            <p:spPr bwMode="auto">
              <a:xfrm>
                <a:off x="4722813" y="896938"/>
                <a:ext cx="447675" cy="254000"/>
              </a:xfrm>
              <a:custGeom>
                <a:avLst/>
                <a:gdLst>
                  <a:gd name="T0" fmla="*/ 266 w 282"/>
                  <a:gd name="T1" fmla="*/ 0 h 160"/>
                  <a:gd name="T2" fmla="*/ 14 w 282"/>
                  <a:gd name="T3" fmla="*/ 0 h 160"/>
                  <a:gd name="T4" fmla="*/ 14 w 282"/>
                  <a:gd name="T5" fmla="*/ 0 h 160"/>
                  <a:gd name="T6" fmla="*/ 8 w 282"/>
                  <a:gd name="T7" fmla="*/ 2 h 160"/>
                  <a:gd name="T8" fmla="*/ 4 w 282"/>
                  <a:gd name="T9" fmla="*/ 6 h 160"/>
                  <a:gd name="T10" fmla="*/ 0 w 282"/>
                  <a:gd name="T11" fmla="*/ 10 h 160"/>
                  <a:gd name="T12" fmla="*/ 0 w 282"/>
                  <a:gd name="T13" fmla="*/ 16 h 160"/>
                  <a:gd name="T14" fmla="*/ 0 w 282"/>
                  <a:gd name="T15" fmla="*/ 144 h 160"/>
                  <a:gd name="T16" fmla="*/ 0 w 282"/>
                  <a:gd name="T17" fmla="*/ 144 h 160"/>
                  <a:gd name="T18" fmla="*/ 0 w 282"/>
                  <a:gd name="T19" fmla="*/ 150 h 160"/>
                  <a:gd name="T20" fmla="*/ 4 w 282"/>
                  <a:gd name="T21" fmla="*/ 156 h 160"/>
                  <a:gd name="T22" fmla="*/ 8 w 282"/>
                  <a:gd name="T23" fmla="*/ 160 h 160"/>
                  <a:gd name="T24" fmla="*/ 14 w 282"/>
                  <a:gd name="T25" fmla="*/ 160 h 160"/>
                  <a:gd name="T26" fmla="*/ 266 w 282"/>
                  <a:gd name="T27" fmla="*/ 160 h 160"/>
                  <a:gd name="T28" fmla="*/ 266 w 282"/>
                  <a:gd name="T29" fmla="*/ 160 h 160"/>
                  <a:gd name="T30" fmla="*/ 272 w 282"/>
                  <a:gd name="T31" fmla="*/ 160 h 160"/>
                  <a:gd name="T32" fmla="*/ 278 w 282"/>
                  <a:gd name="T33" fmla="*/ 156 h 160"/>
                  <a:gd name="T34" fmla="*/ 282 w 282"/>
                  <a:gd name="T35" fmla="*/ 150 h 160"/>
                  <a:gd name="T36" fmla="*/ 282 w 282"/>
                  <a:gd name="T37" fmla="*/ 144 h 160"/>
                  <a:gd name="T38" fmla="*/ 282 w 282"/>
                  <a:gd name="T39" fmla="*/ 16 h 160"/>
                  <a:gd name="T40" fmla="*/ 282 w 282"/>
                  <a:gd name="T41" fmla="*/ 16 h 160"/>
                  <a:gd name="T42" fmla="*/ 282 w 282"/>
                  <a:gd name="T43" fmla="*/ 10 h 160"/>
                  <a:gd name="T44" fmla="*/ 278 w 282"/>
                  <a:gd name="T45" fmla="*/ 6 h 160"/>
                  <a:gd name="T46" fmla="*/ 272 w 282"/>
                  <a:gd name="T47" fmla="*/ 2 h 160"/>
                  <a:gd name="T48" fmla="*/ 266 w 282"/>
                  <a:gd name="T49" fmla="*/ 0 h 160"/>
                  <a:gd name="T50" fmla="*/ 266 w 282"/>
                  <a:gd name="T51" fmla="*/ 0 h 160"/>
                  <a:gd name="T52" fmla="*/ 254 w 282"/>
                  <a:gd name="T53" fmla="*/ 136 h 160"/>
                  <a:gd name="T54" fmla="*/ 28 w 282"/>
                  <a:gd name="T55" fmla="*/ 136 h 160"/>
                  <a:gd name="T56" fmla="*/ 28 w 282"/>
                  <a:gd name="T57" fmla="*/ 26 h 160"/>
                  <a:gd name="T58" fmla="*/ 254 w 282"/>
                  <a:gd name="T59" fmla="*/ 26 h 160"/>
                  <a:gd name="T60" fmla="*/ 254 w 282"/>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2" h="160">
                    <a:moveTo>
                      <a:pt x="266" y="0"/>
                    </a:moveTo>
                    <a:lnTo>
                      <a:pt x="14" y="0"/>
                    </a:lnTo>
                    <a:lnTo>
                      <a:pt x="14" y="0"/>
                    </a:lnTo>
                    <a:lnTo>
                      <a:pt x="8" y="2"/>
                    </a:lnTo>
                    <a:lnTo>
                      <a:pt x="4" y="6"/>
                    </a:lnTo>
                    <a:lnTo>
                      <a:pt x="0" y="10"/>
                    </a:lnTo>
                    <a:lnTo>
                      <a:pt x="0" y="16"/>
                    </a:lnTo>
                    <a:lnTo>
                      <a:pt x="0" y="144"/>
                    </a:lnTo>
                    <a:lnTo>
                      <a:pt x="0" y="144"/>
                    </a:lnTo>
                    <a:lnTo>
                      <a:pt x="0" y="150"/>
                    </a:lnTo>
                    <a:lnTo>
                      <a:pt x="4" y="156"/>
                    </a:lnTo>
                    <a:lnTo>
                      <a:pt x="8" y="160"/>
                    </a:lnTo>
                    <a:lnTo>
                      <a:pt x="14" y="160"/>
                    </a:lnTo>
                    <a:lnTo>
                      <a:pt x="266" y="160"/>
                    </a:lnTo>
                    <a:lnTo>
                      <a:pt x="266" y="160"/>
                    </a:lnTo>
                    <a:lnTo>
                      <a:pt x="272" y="160"/>
                    </a:lnTo>
                    <a:lnTo>
                      <a:pt x="278" y="156"/>
                    </a:lnTo>
                    <a:lnTo>
                      <a:pt x="282" y="150"/>
                    </a:lnTo>
                    <a:lnTo>
                      <a:pt x="282" y="144"/>
                    </a:lnTo>
                    <a:lnTo>
                      <a:pt x="282" y="16"/>
                    </a:lnTo>
                    <a:lnTo>
                      <a:pt x="282" y="16"/>
                    </a:lnTo>
                    <a:lnTo>
                      <a:pt x="282" y="10"/>
                    </a:lnTo>
                    <a:lnTo>
                      <a:pt x="278" y="6"/>
                    </a:lnTo>
                    <a:lnTo>
                      <a:pt x="272" y="2"/>
                    </a:lnTo>
                    <a:lnTo>
                      <a:pt x="266" y="0"/>
                    </a:lnTo>
                    <a:lnTo>
                      <a:pt x="266" y="0"/>
                    </a:lnTo>
                    <a:close/>
                    <a:moveTo>
                      <a:pt x="254" y="136"/>
                    </a:moveTo>
                    <a:lnTo>
                      <a:pt x="28" y="136"/>
                    </a:lnTo>
                    <a:lnTo>
                      <a:pt x="28" y="26"/>
                    </a:lnTo>
                    <a:lnTo>
                      <a:pt x="254" y="26"/>
                    </a:lnTo>
                    <a:lnTo>
                      <a:pt x="254"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7" name="Freeform 106"/>
              <p:cNvSpPr>
                <a:spLocks/>
              </p:cNvSpPr>
              <p:nvPr/>
            </p:nvSpPr>
            <p:spPr bwMode="auto">
              <a:xfrm>
                <a:off x="4919663"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sp>
          <p:nvSpPr>
            <p:cNvPr id="62" name="Freeform 59"/>
            <p:cNvSpPr>
              <a:spLocks noChangeAspect="1" noEditPoints="1"/>
            </p:cNvSpPr>
            <p:nvPr/>
          </p:nvSpPr>
          <p:spPr bwMode="auto">
            <a:xfrm>
              <a:off x="6351773" y="2659837"/>
              <a:ext cx="279320" cy="337291"/>
            </a:xfrm>
            <a:custGeom>
              <a:avLst/>
              <a:gdLst>
                <a:gd name="T0" fmla="*/ 0 w 212"/>
                <a:gd name="T1" fmla="*/ 188 h 256"/>
                <a:gd name="T2" fmla="*/ 106 w 212"/>
                <a:gd name="T3" fmla="*/ 56 h 256"/>
                <a:gd name="T4" fmla="*/ 128 w 212"/>
                <a:gd name="T5" fmla="*/ 90 h 256"/>
                <a:gd name="T6" fmla="*/ 134 w 212"/>
                <a:gd name="T7" fmla="*/ 110 h 256"/>
                <a:gd name="T8" fmla="*/ 134 w 212"/>
                <a:gd name="T9" fmla="*/ 152 h 256"/>
                <a:gd name="T10" fmla="*/ 128 w 212"/>
                <a:gd name="T11" fmla="*/ 170 h 256"/>
                <a:gd name="T12" fmla="*/ 106 w 212"/>
                <a:gd name="T13" fmla="*/ 206 h 256"/>
                <a:gd name="T14" fmla="*/ 104 w 212"/>
                <a:gd name="T15" fmla="*/ 208 h 256"/>
                <a:gd name="T16" fmla="*/ 90 w 212"/>
                <a:gd name="T17" fmla="*/ 200 h 256"/>
                <a:gd name="T18" fmla="*/ 106 w 212"/>
                <a:gd name="T19" fmla="*/ 182 h 256"/>
                <a:gd name="T20" fmla="*/ 120 w 212"/>
                <a:gd name="T21" fmla="*/ 148 h 256"/>
                <a:gd name="T22" fmla="*/ 122 w 212"/>
                <a:gd name="T23" fmla="*/ 130 h 256"/>
                <a:gd name="T24" fmla="*/ 116 w 212"/>
                <a:gd name="T25" fmla="*/ 96 h 256"/>
                <a:gd name="T26" fmla="*/ 94 w 212"/>
                <a:gd name="T27" fmla="*/ 66 h 256"/>
                <a:gd name="T28" fmla="*/ 90 w 212"/>
                <a:gd name="T29" fmla="*/ 62 h 256"/>
                <a:gd name="T30" fmla="*/ 98 w 212"/>
                <a:gd name="T31" fmla="*/ 48 h 256"/>
                <a:gd name="T32" fmla="*/ 106 w 212"/>
                <a:gd name="T33" fmla="*/ 56 h 256"/>
                <a:gd name="T34" fmla="*/ 122 w 212"/>
                <a:gd name="T35" fmla="*/ 222 h 256"/>
                <a:gd name="T36" fmla="*/ 138 w 212"/>
                <a:gd name="T37" fmla="*/ 202 h 256"/>
                <a:gd name="T38" fmla="*/ 150 w 212"/>
                <a:gd name="T39" fmla="*/ 180 h 256"/>
                <a:gd name="T40" fmla="*/ 154 w 212"/>
                <a:gd name="T41" fmla="*/ 168 h 256"/>
                <a:gd name="T42" fmla="*/ 158 w 212"/>
                <a:gd name="T43" fmla="*/ 144 h 256"/>
                <a:gd name="T44" fmla="*/ 160 w 212"/>
                <a:gd name="T45" fmla="*/ 130 h 256"/>
                <a:gd name="T46" fmla="*/ 156 w 212"/>
                <a:gd name="T47" fmla="*/ 106 h 256"/>
                <a:gd name="T48" fmla="*/ 154 w 212"/>
                <a:gd name="T49" fmla="*/ 94 h 256"/>
                <a:gd name="T50" fmla="*/ 144 w 212"/>
                <a:gd name="T51" fmla="*/ 70 h 256"/>
                <a:gd name="T52" fmla="*/ 130 w 212"/>
                <a:gd name="T53" fmla="*/ 48 h 256"/>
                <a:gd name="T54" fmla="*/ 118 w 212"/>
                <a:gd name="T55" fmla="*/ 36 h 256"/>
                <a:gd name="T56" fmla="*/ 128 w 212"/>
                <a:gd name="T57" fmla="*/ 26 h 256"/>
                <a:gd name="T58" fmla="*/ 130 w 212"/>
                <a:gd name="T59" fmla="*/ 28 h 256"/>
                <a:gd name="T60" fmla="*/ 142 w 212"/>
                <a:gd name="T61" fmla="*/ 40 h 256"/>
                <a:gd name="T62" fmla="*/ 158 w 212"/>
                <a:gd name="T63" fmla="*/ 64 h 256"/>
                <a:gd name="T64" fmla="*/ 168 w 212"/>
                <a:gd name="T65" fmla="*/ 90 h 256"/>
                <a:gd name="T66" fmla="*/ 172 w 212"/>
                <a:gd name="T67" fmla="*/ 116 h 256"/>
                <a:gd name="T68" fmla="*/ 172 w 212"/>
                <a:gd name="T69" fmla="*/ 144 h 256"/>
                <a:gd name="T70" fmla="*/ 168 w 212"/>
                <a:gd name="T71" fmla="*/ 172 h 256"/>
                <a:gd name="T72" fmla="*/ 158 w 212"/>
                <a:gd name="T73" fmla="*/ 198 h 256"/>
                <a:gd name="T74" fmla="*/ 142 w 212"/>
                <a:gd name="T75" fmla="*/ 220 h 256"/>
                <a:gd name="T76" fmla="*/ 160 w 212"/>
                <a:gd name="T77" fmla="*/ 2 h 256"/>
                <a:gd name="T78" fmla="*/ 182 w 212"/>
                <a:gd name="T79" fmla="*/ 30 h 256"/>
                <a:gd name="T80" fmla="*/ 200 w 212"/>
                <a:gd name="T81" fmla="*/ 62 h 256"/>
                <a:gd name="T82" fmla="*/ 210 w 212"/>
                <a:gd name="T83" fmla="*/ 96 h 256"/>
                <a:gd name="T84" fmla="*/ 212 w 212"/>
                <a:gd name="T85" fmla="*/ 130 h 256"/>
                <a:gd name="T86" fmla="*/ 210 w 212"/>
                <a:gd name="T87" fmla="*/ 164 h 256"/>
                <a:gd name="T88" fmla="*/ 200 w 212"/>
                <a:gd name="T89" fmla="*/ 198 h 256"/>
                <a:gd name="T90" fmla="*/ 184 w 212"/>
                <a:gd name="T91" fmla="*/ 228 h 256"/>
                <a:gd name="T92" fmla="*/ 162 w 212"/>
                <a:gd name="T93" fmla="*/ 256 h 256"/>
                <a:gd name="T94" fmla="*/ 162 w 212"/>
                <a:gd name="T95" fmla="*/ 236 h 256"/>
                <a:gd name="T96" fmla="*/ 170 w 212"/>
                <a:gd name="T97" fmla="*/ 224 h 256"/>
                <a:gd name="T98" fmla="*/ 186 w 212"/>
                <a:gd name="T99" fmla="*/ 194 h 256"/>
                <a:gd name="T100" fmla="*/ 196 w 212"/>
                <a:gd name="T101" fmla="*/ 162 h 256"/>
                <a:gd name="T102" fmla="*/ 198 w 212"/>
                <a:gd name="T103" fmla="*/ 146 h 256"/>
                <a:gd name="T104" fmla="*/ 198 w 212"/>
                <a:gd name="T105" fmla="*/ 114 h 256"/>
                <a:gd name="T106" fmla="*/ 196 w 212"/>
                <a:gd name="T107" fmla="*/ 98 h 256"/>
                <a:gd name="T108" fmla="*/ 186 w 212"/>
                <a:gd name="T109" fmla="*/ 68 h 256"/>
                <a:gd name="T110" fmla="*/ 178 w 212"/>
                <a:gd name="T111" fmla="*/ 52 h 256"/>
                <a:gd name="T112" fmla="*/ 160 w 212"/>
                <a:gd name="T113" fmla="*/ 24 h 256"/>
                <a:gd name="T114" fmla="*/ 148 w 212"/>
                <a:gd name="T115" fmla="*/ 10 h 256"/>
                <a:gd name="T116" fmla="*/ 158 w 212"/>
                <a:gd name="T117" fmla="*/ 0 h 256"/>
                <a:gd name="T118" fmla="*/ 158 w 212"/>
                <a:gd name="T119" fmla="*/ 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2" h="256">
                  <a:moveTo>
                    <a:pt x="0" y="74"/>
                  </a:moveTo>
                  <a:lnTo>
                    <a:pt x="74" y="130"/>
                  </a:lnTo>
                  <a:lnTo>
                    <a:pt x="0" y="188"/>
                  </a:lnTo>
                  <a:lnTo>
                    <a:pt x="0" y="74"/>
                  </a:lnTo>
                  <a:close/>
                  <a:moveTo>
                    <a:pt x="106" y="56"/>
                  </a:moveTo>
                  <a:lnTo>
                    <a:pt x="106" y="56"/>
                  </a:lnTo>
                  <a:lnTo>
                    <a:pt x="118" y="72"/>
                  </a:lnTo>
                  <a:lnTo>
                    <a:pt x="118" y="72"/>
                  </a:lnTo>
                  <a:lnTo>
                    <a:pt x="128" y="90"/>
                  </a:lnTo>
                  <a:lnTo>
                    <a:pt x="128" y="90"/>
                  </a:lnTo>
                  <a:lnTo>
                    <a:pt x="134" y="110"/>
                  </a:lnTo>
                  <a:lnTo>
                    <a:pt x="134" y="110"/>
                  </a:lnTo>
                  <a:lnTo>
                    <a:pt x="136" y="130"/>
                  </a:lnTo>
                  <a:lnTo>
                    <a:pt x="136" y="130"/>
                  </a:lnTo>
                  <a:lnTo>
                    <a:pt x="134" y="152"/>
                  </a:lnTo>
                  <a:lnTo>
                    <a:pt x="134" y="152"/>
                  </a:lnTo>
                  <a:lnTo>
                    <a:pt x="128" y="170"/>
                  </a:lnTo>
                  <a:lnTo>
                    <a:pt x="128" y="170"/>
                  </a:lnTo>
                  <a:lnTo>
                    <a:pt x="118" y="190"/>
                  </a:lnTo>
                  <a:lnTo>
                    <a:pt x="118" y="190"/>
                  </a:lnTo>
                  <a:lnTo>
                    <a:pt x="106" y="206"/>
                  </a:lnTo>
                  <a:lnTo>
                    <a:pt x="106" y="206"/>
                  </a:lnTo>
                  <a:lnTo>
                    <a:pt x="104" y="208"/>
                  </a:lnTo>
                  <a:lnTo>
                    <a:pt x="104" y="208"/>
                  </a:lnTo>
                  <a:lnTo>
                    <a:pt x="102" y="208"/>
                  </a:lnTo>
                  <a:lnTo>
                    <a:pt x="90" y="200"/>
                  </a:lnTo>
                  <a:lnTo>
                    <a:pt x="90" y="200"/>
                  </a:lnTo>
                  <a:lnTo>
                    <a:pt x="94" y="196"/>
                  </a:lnTo>
                  <a:lnTo>
                    <a:pt x="94" y="196"/>
                  </a:lnTo>
                  <a:lnTo>
                    <a:pt x="106" y="182"/>
                  </a:lnTo>
                  <a:lnTo>
                    <a:pt x="116" y="166"/>
                  </a:lnTo>
                  <a:lnTo>
                    <a:pt x="116" y="166"/>
                  </a:lnTo>
                  <a:lnTo>
                    <a:pt x="120" y="148"/>
                  </a:lnTo>
                  <a:lnTo>
                    <a:pt x="120" y="148"/>
                  </a:lnTo>
                  <a:lnTo>
                    <a:pt x="122" y="130"/>
                  </a:lnTo>
                  <a:lnTo>
                    <a:pt x="122" y="130"/>
                  </a:lnTo>
                  <a:lnTo>
                    <a:pt x="120" y="114"/>
                  </a:lnTo>
                  <a:lnTo>
                    <a:pt x="116" y="96"/>
                  </a:lnTo>
                  <a:lnTo>
                    <a:pt x="116" y="96"/>
                  </a:lnTo>
                  <a:lnTo>
                    <a:pt x="106" y="80"/>
                  </a:lnTo>
                  <a:lnTo>
                    <a:pt x="106" y="80"/>
                  </a:lnTo>
                  <a:lnTo>
                    <a:pt x="94" y="66"/>
                  </a:lnTo>
                  <a:lnTo>
                    <a:pt x="94" y="66"/>
                  </a:lnTo>
                  <a:lnTo>
                    <a:pt x="90" y="62"/>
                  </a:lnTo>
                  <a:lnTo>
                    <a:pt x="90" y="62"/>
                  </a:lnTo>
                  <a:lnTo>
                    <a:pt x="86" y="58"/>
                  </a:lnTo>
                  <a:lnTo>
                    <a:pt x="98" y="48"/>
                  </a:lnTo>
                  <a:lnTo>
                    <a:pt x="98" y="48"/>
                  </a:lnTo>
                  <a:lnTo>
                    <a:pt x="102" y="52"/>
                  </a:lnTo>
                  <a:lnTo>
                    <a:pt x="102" y="52"/>
                  </a:lnTo>
                  <a:lnTo>
                    <a:pt x="106" y="56"/>
                  </a:lnTo>
                  <a:lnTo>
                    <a:pt x="106" y="56"/>
                  </a:lnTo>
                  <a:close/>
                  <a:moveTo>
                    <a:pt x="120" y="222"/>
                  </a:moveTo>
                  <a:lnTo>
                    <a:pt x="122" y="222"/>
                  </a:lnTo>
                  <a:lnTo>
                    <a:pt x="122" y="222"/>
                  </a:lnTo>
                  <a:lnTo>
                    <a:pt x="130" y="212"/>
                  </a:lnTo>
                  <a:lnTo>
                    <a:pt x="138" y="202"/>
                  </a:lnTo>
                  <a:lnTo>
                    <a:pt x="138" y="202"/>
                  </a:lnTo>
                  <a:lnTo>
                    <a:pt x="144" y="192"/>
                  </a:lnTo>
                  <a:lnTo>
                    <a:pt x="150" y="180"/>
                  </a:lnTo>
                  <a:lnTo>
                    <a:pt x="150" y="180"/>
                  </a:lnTo>
                  <a:lnTo>
                    <a:pt x="154" y="168"/>
                  </a:lnTo>
                  <a:lnTo>
                    <a:pt x="154" y="168"/>
                  </a:lnTo>
                  <a:lnTo>
                    <a:pt x="156" y="156"/>
                  </a:lnTo>
                  <a:lnTo>
                    <a:pt x="156" y="156"/>
                  </a:lnTo>
                  <a:lnTo>
                    <a:pt x="158" y="144"/>
                  </a:lnTo>
                  <a:lnTo>
                    <a:pt x="158" y="144"/>
                  </a:lnTo>
                  <a:lnTo>
                    <a:pt x="160" y="130"/>
                  </a:lnTo>
                  <a:lnTo>
                    <a:pt x="160" y="130"/>
                  </a:lnTo>
                  <a:lnTo>
                    <a:pt x="158" y="118"/>
                  </a:lnTo>
                  <a:lnTo>
                    <a:pt x="158" y="118"/>
                  </a:lnTo>
                  <a:lnTo>
                    <a:pt x="156" y="106"/>
                  </a:lnTo>
                  <a:lnTo>
                    <a:pt x="156" y="106"/>
                  </a:lnTo>
                  <a:lnTo>
                    <a:pt x="154" y="94"/>
                  </a:lnTo>
                  <a:lnTo>
                    <a:pt x="154" y="94"/>
                  </a:lnTo>
                  <a:lnTo>
                    <a:pt x="150" y="82"/>
                  </a:lnTo>
                  <a:lnTo>
                    <a:pt x="150" y="82"/>
                  </a:lnTo>
                  <a:lnTo>
                    <a:pt x="144" y="70"/>
                  </a:lnTo>
                  <a:lnTo>
                    <a:pt x="138" y="60"/>
                  </a:lnTo>
                  <a:lnTo>
                    <a:pt x="138" y="60"/>
                  </a:lnTo>
                  <a:lnTo>
                    <a:pt x="130" y="48"/>
                  </a:lnTo>
                  <a:lnTo>
                    <a:pt x="122" y="40"/>
                  </a:lnTo>
                  <a:lnTo>
                    <a:pt x="122" y="40"/>
                  </a:lnTo>
                  <a:lnTo>
                    <a:pt x="118" y="36"/>
                  </a:lnTo>
                  <a:lnTo>
                    <a:pt x="118" y="36"/>
                  </a:lnTo>
                  <a:lnTo>
                    <a:pt x="116" y="34"/>
                  </a:lnTo>
                  <a:lnTo>
                    <a:pt x="128" y="26"/>
                  </a:lnTo>
                  <a:lnTo>
                    <a:pt x="128" y="26"/>
                  </a:lnTo>
                  <a:lnTo>
                    <a:pt x="130" y="28"/>
                  </a:lnTo>
                  <a:lnTo>
                    <a:pt x="130" y="28"/>
                  </a:lnTo>
                  <a:lnTo>
                    <a:pt x="132" y="30"/>
                  </a:lnTo>
                  <a:lnTo>
                    <a:pt x="132" y="30"/>
                  </a:lnTo>
                  <a:lnTo>
                    <a:pt x="142" y="40"/>
                  </a:lnTo>
                  <a:lnTo>
                    <a:pt x="150" y="52"/>
                  </a:lnTo>
                  <a:lnTo>
                    <a:pt x="150" y="52"/>
                  </a:lnTo>
                  <a:lnTo>
                    <a:pt x="158" y="64"/>
                  </a:lnTo>
                  <a:lnTo>
                    <a:pt x="164" y="76"/>
                  </a:lnTo>
                  <a:lnTo>
                    <a:pt x="164" y="76"/>
                  </a:lnTo>
                  <a:lnTo>
                    <a:pt x="168" y="90"/>
                  </a:lnTo>
                  <a:lnTo>
                    <a:pt x="170" y="104"/>
                  </a:lnTo>
                  <a:lnTo>
                    <a:pt x="170" y="104"/>
                  </a:lnTo>
                  <a:lnTo>
                    <a:pt x="172" y="116"/>
                  </a:lnTo>
                  <a:lnTo>
                    <a:pt x="174" y="130"/>
                  </a:lnTo>
                  <a:lnTo>
                    <a:pt x="174" y="130"/>
                  </a:lnTo>
                  <a:lnTo>
                    <a:pt x="172" y="144"/>
                  </a:lnTo>
                  <a:lnTo>
                    <a:pt x="170" y="158"/>
                  </a:lnTo>
                  <a:lnTo>
                    <a:pt x="170" y="158"/>
                  </a:lnTo>
                  <a:lnTo>
                    <a:pt x="168" y="172"/>
                  </a:lnTo>
                  <a:lnTo>
                    <a:pt x="164" y="184"/>
                  </a:lnTo>
                  <a:lnTo>
                    <a:pt x="164" y="184"/>
                  </a:lnTo>
                  <a:lnTo>
                    <a:pt x="158" y="198"/>
                  </a:lnTo>
                  <a:lnTo>
                    <a:pt x="150" y="210"/>
                  </a:lnTo>
                  <a:lnTo>
                    <a:pt x="150" y="210"/>
                  </a:lnTo>
                  <a:lnTo>
                    <a:pt x="142" y="220"/>
                  </a:lnTo>
                  <a:lnTo>
                    <a:pt x="132" y="232"/>
                  </a:lnTo>
                  <a:lnTo>
                    <a:pt x="120" y="222"/>
                  </a:lnTo>
                  <a:close/>
                  <a:moveTo>
                    <a:pt x="160" y="2"/>
                  </a:moveTo>
                  <a:lnTo>
                    <a:pt x="160" y="2"/>
                  </a:lnTo>
                  <a:lnTo>
                    <a:pt x="172" y="16"/>
                  </a:lnTo>
                  <a:lnTo>
                    <a:pt x="182" y="30"/>
                  </a:lnTo>
                  <a:lnTo>
                    <a:pt x="182" y="30"/>
                  </a:lnTo>
                  <a:lnTo>
                    <a:pt x="192" y="46"/>
                  </a:lnTo>
                  <a:lnTo>
                    <a:pt x="200" y="62"/>
                  </a:lnTo>
                  <a:lnTo>
                    <a:pt x="200" y="62"/>
                  </a:lnTo>
                  <a:lnTo>
                    <a:pt x="206" y="78"/>
                  </a:lnTo>
                  <a:lnTo>
                    <a:pt x="210" y="96"/>
                  </a:lnTo>
                  <a:lnTo>
                    <a:pt x="210" y="96"/>
                  </a:lnTo>
                  <a:lnTo>
                    <a:pt x="212" y="114"/>
                  </a:lnTo>
                  <a:lnTo>
                    <a:pt x="212" y="130"/>
                  </a:lnTo>
                  <a:lnTo>
                    <a:pt x="212" y="130"/>
                  </a:lnTo>
                  <a:lnTo>
                    <a:pt x="212" y="148"/>
                  </a:lnTo>
                  <a:lnTo>
                    <a:pt x="210" y="164"/>
                  </a:lnTo>
                  <a:lnTo>
                    <a:pt x="210" y="164"/>
                  </a:lnTo>
                  <a:lnTo>
                    <a:pt x="206" y="180"/>
                  </a:lnTo>
                  <a:lnTo>
                    <a:pt x="200" y="198"/>
                  </a:lnTo>
                  <a:lnTo>
                    <a:pt x="200" y="198"/>
                  </a:lnTo>
                  <a:lnTo>
                    <a:pt x="194" y="212"/>
                  </a:lnTo>
                  <a:lnTo>
                    <a:pt x="184" y="228"/>
                  </a:lnTo>
                  <a:lnTo>
                    <a:pt x="184" y="228"/>
                  </a:lnTo>
                  <a:lnTo>
                    <a:pt x="174" y="242"/>
                  </a:lnTo>
                  <a:lnTo>
                    <a:pt x="162" y="256"/>
                  </a:lnTo>
                  <a:lnTo>
                    <a:pt x="152" y="248"/>
                  </a:lnTo>
                  <a:lnTo>
                    <a:pt x="152" y="248"/>
                  </a:lnTo>
                  <a:lnTo>
                    <a:pt x="162" y="236"/>
                  </a:lnTo>
                  <a:lnTo>
                    <a:pt x="162" y="236"/>
                  </a:lnTo>
                  <a:lnTo>
                    <a:pt x="170" y="224"/>
                  </a:lnTo>
                  <a:lnTo>
                    <a:pt x="170" y="224"/>
                  </a:lnTo>
                  <a:lnTo>
                    <a:pt x="178" y="210"/>
                  </a:lnTo>
                  <a:lnTo>
                    <a:pt x="186" y="194"/>
                  </a:lnTo>
                  <a:lnTo>
                    <a:pt x="186" y="194"/>
                  </a:lnTo>
                  <a:lnTo>
                    <a:pt x="192" y="178"/>
                  </a:lnTo>
                  <a:lnTo>
                    <a:pt x="192" y="178"/>
                  </a:lnTo>
                  <a:lnTo>
                    <a:pt x="196" y="162"/>
                  </a:lnTo>
                  <a:lnTo>
                    <a:pt x="196" y="162"/>
                  </a:lnTo>
                  <a:lnTo>
                    <a:pt x="198" y="146"/>
                  </a:lnTo>
                  <a:lnTo>
                    <a:pt x="198" y="146"/>
                  </a:lnTo>
                  <a:lnTo>
                    <a:pt x="198" y="130"/>
                  </a:lnTo>
                  <a:lnTo>
                    <a:pt x="198" y="130"/>
                  </a:lnTo>
                  <a:lnTo>
                    <a:pt x="198" y="114"/>
                  </a:lnTo>
                  <a:lnTo>
                    <a:pt x="198" y="114"/>
                  </a:lnTo>
                  <a:lnTo>
                    <a:pt x="196" y="98"/>
                  </a:lnTo>
                  <a:lnTo>
                    <a:pt x="196" y="98"/>
                  </a:lnTo>
                  <a:lnTo>
                    <a:pt x="192" y="82"/>
                  </a:lnTo>
                  <a:lnTo>
                    <a:pt x="192" y="82"/>
                  </a:lnTo>
                  <a:lnTo>
                    <a:pt x="186" y="68"/>
                  </a:lnTo>
                  <a:lnTo>
                    <a:pt x="186" y="68"/>
                  </a:lnTo>
                  <a:lnTo>
                    <a:pt x="178" y="52"/>
                  </a:lnTo>
                  <a:lnTo>
                    <a:pt x="178" y="52"/>
                  </a:lnTo>
                  <a:lnTo>
                    <a:pt x="170" y="38"/>
                  </a:lnTo>
                  <a:lnTo>
                    <a:pt x="170" y="38"/>
                  </a:lnTo>
                  <a:lnTo>
                    <a:pt x="160" y="24"/>
                  </a:lnTo>
                  <a:lnTo>
                    <a:pt x="148" y="12"/>
                  </a:lnTo>
                  <a:lnTo>
                    <a:pt x="148" y="12"/>
                  </a:lnTo>
                  <a:lnTo>
                    <a:pt x="148" y="10"/>
                  </a:lnTo>
                  <a:lnTo>
                    <a:pt x="148" y="10"/>
                  </a:lnTo>
                  <a:lnTo>
                    <a:pt x="148" y="10"/>
                  </a:lnTo>
                  <a:lnTo>
                    <a:pt x="158" y="0"/>
                  </a:lnTo>
                  <a:lnTo>
                    <a:pt x="158" y="0"/>
                  </a:lnTo>
                  <a:lnTo>
                    <a:pt x="158" y="2"/>
                  </a:lnTo>
                  <a:lnTo>
                    <a:pt x="158" y="2"/>
                  </a:lnTo>
                  <a:lnTo>
                    <a:pt x="160" y="2"/>
                  </a:lnTo>
                  <a:lnTo>
                    <a:pt x="160" y="2"/>
                  </a:ln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3" name="Freeform 131"/>
            <p:cNvSpPr>
              <a:spLocks noChangeAspect="1" noEditPoints="1"/>
            </p:cNvSpPr>
            <p:nvPr/>
          </p:nvSpPr>
          <p:spPr bwMode="auto">
            <a:xfrm>
              <a:off x="4576419" y="3479171"/>
              <a:ext cx="340241" cy="267244"/>
            </a:xfrm>
            <a:custGeom>
              <a:avLst/>
              <a:gdLst>
                <a:gd name="T0" fmla="*/ 62 w 275"/>
                <a:gd name="T1" fmla="*/ 5 h 216"/>
                <a:gd name="T2" fmla="*/ 62 w 275"/>
                <a:gd name="T3" fmla="*/ 212 h 216"/>
                <a:gd name="T4" fmla="*/ 0 w 275"/>
                <a:gd name="T5" fmla="*/ 212 h 216"/>
                <a:gd name="T6" fmla="*/ 0 w 275"/>
                <a:gd name="T7" fmla="*/ 5 h 216"/>
                <a:gd name="T8" fmla="*/ 62 w 275"/>
                <a:gd name="T9" fmla="*/ 5 h 216"/>
                <a:gd name="T10" fmla="*/ 50 w 275"/>
                <a:gd name="T11" fmla="*/ 29 h 216"/>
                <a:gd name="T12" fmla="*/ 12 w 275"/>
                <a:gd name="T13" fmla="*/ 29 h 216"/>
                <a:gd name="T14" fmla="*/ 12 w 275"/>
                <a:gd name="T15" fmla="*/ 41 h 216"/>
                <a:gd name="T16" fmla="*/ 50 w 275"/>
                <a:gd name="T17" fmla="*/ 41 h 216"/>
                <a:gd name="T18" fmla="*/ 50 w 275"/>
                <a:gd name="T19" fmla="*/ 29 h 216"/>
                <a:gd name="T20" fmla="*/ 50 w 275"/>
                <a:gd name="T21" fmla="*/ 53 h 216"/>
                <a:gd name="T22" fmla="*/ 12 w 275"/>
                <a:gd name="T23" fmla="*/ 53 h 216"/>
                <a:gd name="T24" fmla="*/ 12 w 275"/>
                <a:gd name="T25" fmla="*/ 66 h 216"/>
                <a:gd name="T26" fmla="*/ 50 w 275"/>
                <a:gd name="T27" fmla="*/ 66 h 216"/>
                <a:gd name="T28" fmla="*/ 50 w 275"/>
                <a:gd name="T29" fmla="*/ 53 h 216"/>
                <a:gd name="T30" fmla="*/ 134 w 275"/>
                <a:gd name="T31" fmla="*/ 5 h 216"/>
                <a:gd name="T32" fmla="*/ 134 w 275"/>
                <a:gd name="T33" fmla="*/ 212 h 216"/>
                <a:gd name="T34" fmla="*/ 74 w 275"/>
                <a:gd name="T35" fmla="*/ 212 h 216"/>
                <a:gd name="T36" fmla="*/ 74 w 275"/>
                <a:gd name="T37" fmla="*/ 5 h 216"/>
                <a:gd name="T38" fmla="*/ 134 w 275"/>
                <a:gd name="T39" fmla="*/ 5 h 216"/>
                <a:gd name="T40" fmla="*/ 122 w 275"/>
                <a:gd name="T41" fmla="*/ 29 h 216"/>
                <a:gd name="T42" fmla="*/ 86 w 275"/>
                <a:gd name="T43" fmla="*/ 29 h 216"/>
                <a:gd name="T44" fmla="*/ 86 w 275"/>
                <a:gd name="T45" fmla="*/ 41 h 216"/>
                <a:gd name="T46" fmla="*/ 122 w 275"/>
                <a:gd name="T47" fmla="*/ 41 h 216"/>
                <a:gd name="T48" fmla="*/ 122 w 275"/>
                <a:gd name="T49" fmla="*/ 29 h 216"/>
                <a:gd name="T50" fmla="*/ 122 w 275"/>
                <a:gd name="T51" fmla="*/ 53 h 216"/>
                <a:gd name="T52" fmla="*/ 86 w 275"/>
                <a:gd name="T53" fmla="*/ 53 h 216"/>
                <a:gd name="T54" fmla="*/ 86 w 275"/>
                <a:gd name="T55" fmla="*/ 66 h 216"/>
                <a:gd name="T56" fmla="*/ 122 w 275"/>
                <a:gd name="T57" fmla="*/ 66 h 216"/>
                <a:gd name="T58" fmla="*/ 122 w 275"/>
                <a:gd name="T59" fmla="*/ 53 h 216"/>
                <a:gd name="T60" fmla="*/ 275 w 275"/>
                <a:gd name="T61" fmla="*/ 195 h 216"/>
                <a:gd name="T62" fmla="*/ 218 w 275"/>
                <a:gd name="T63" fmla="*/ 216 h 216"/>
                <a:gd name="T64" fmla="*/ 147 w 275"/>
                <a:gd name="T65" fmla="*/ 21 h 216"/>
                <a:gd name="T66" fmla="*/ 204 w 275"/>
                <a:gd name="T67" fmla="*/ 0 h 216"/>
                <a:gd name="T68" fmla="*/ 275 w 275"/>
                <a:gd name="T69" fmla="*/ 195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75" h="216">
                  <a:moveTo>
                    <a:pt x="62" y="5"/>
                  </a:moveTo>
                  <a:lnTo>
                    <a:pt x="62" y="212"/>
                  </a:lnTo>
                  <a:lnTo>
                    <a:pt x="0" y="212"/>
                  </a:lnTo>
                  <a:lnTo>
                    <a:pt x="0" y="5"/>
                  </a:lnTo>
                  <a:lnTo>
                    <a:pt x="62" y="5"/>
                  </a:lnTo>
                  <a:close/>
                  <a:moveTo>
                    <a:pt x="50" y="29"/>
                  </a:moveTo>
                  <a:lnTo>
                    <a:pt x="12" y="29"/>
                  </a:lnTo>
                  <a:lnTo>
                    <a:pt x="12" y="41"/>
                  </a:lnTo>
                  <a:lnTo>
                    <a:pt x="50" y="41"/>
                  </a:lnTo>
                  <a:lnTo>
                    <a:pt x="50" y="29"/>
                  </a:lnTo>
                  <a:close/>
                  <a:moveTo>
                    <a:pt x="50" y="53"/>
                  </a:moveTo>
                  <a:lnTo>
                    <a:pt x="12" y="53"/>
                  </a:lnTo>
                  <a:lnTo>
                    <a:pt x="12" y="66"/>
                  </a:lnTo>
                  <a:lnTo>
                    <a:pt x="50" y="66"/>
                  </a:lnTo>
                  <a:lnTo>
                    <a:pt x="50" y="53"/>
                  </a:lnTo>
                  <a:close/>
                  <a:moveTo>
                    <a:pt x="134" y="5"/>
                  </a:moveTo>
                  <a:lnTo>
                    <a:pt x="134" y="212"/>
                  </a:lnTo>
                  <a:lnTo>
                    <a:pt x="74" y="212"/>
                  </a:lnTo>
                  <a:lnTo>
                    <a:pt x="74" y="5"/>
                  </a:lnTo>
                  <a:lnTo>
                    <a:pt x="134" y="5"/>
                  </a:lnTo>
                  <a:close/>
                  <a:moveTo>
                    <a:pt x="122" y="29"/>
                  </a:moveTo>
                  <a:lnTo>
                    <a:pt x="86" y="29"/>
                  </a:lnTo>
                  <a:lnTo>
                    <a:pt x="86" y="41"/>
                  </a:lnTo>
                  <a:lnTo>
                    <a:pt x="122" y="41"/>
                  </a:lnTo>
                  <a:lnTo>
                    <a:pt x="122" y="29"/>
                  </a:lnTo>
                  <a:close/>
                  <a:moveTo>
                    <a:pt x="122" y="53"/>
                  </a:moveTo>
                  <a:lnTo>
                    <a:pt x="86" y="53"/>
                  </a:lnTo>
                  <a:lnTo>
                    <a:pt x="86" y="66"/>
                  </a:lnTo>
                  <a:lnTo>
                    <a:pt x="122" y="66"/>
                  </a:lnTo>
                  <a:lnTo>
                    <a:pt x="122" y="53"/>
                  </a:lnTo>
                  <a:close/>
                  <a:moveTo>
                    <a:pt x="275" y="195"/>
                  </a:moveTo>
                  <a:lnTo>
                    <a:pt x="218" y="216"/>
                  </a:lnTo>
                  <a:lnTo>
                    <a:pt x="147" y="21"/>
                  </a:lnTo>
                  <a:lnTo>
                    <a:pt x="204" y="0"/>
                  </a:lnTo>
                  <a:lnTo>
                    <a:pt x="275" y="195"/>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4" name="Group 63"/>
            <p:cNvGrpSpPr/>
            <p:nvPr/>
          </p:nvGrpSpPr>
          <p:grpSpPr>
            <a:xfrm>
              <a:off x="5817717" y="1990739"/>
              <a:ext cx="256972" cy="381312"/>
              <a:chOff x="8785977" y="2372203"/>
              <a:chExt cx="482479" cy="715935"/>
            </a:xfrm>
            <a:solidFill>
              <a:srgbClr val="0072C6"/>
            </a:solidFill>
          </p:grpSpPr>
          <p:sp>
            <p:nvSpPr>
              <p:cNvPr id="83" name="Freeform 28"/>
              <p:cNvSpPr>
                <a:spLocks noEditPoints="1"/>
              </p:cNvSpPr>
              <p:nvPr/>
            </p:nvSpPr>
            <p:spPr bwMode="auto">
              <a:xfrm>
                <a:off x="8785977" y="2372203"/>
                <a:ext cx="482479" cy="715935"/>
              </a:xfrm>
              <a:custGeom>
                <a:avLst/>
                <a:gdLst>
                  <a:gd name="T0" fmla="*/ 90 w 93"/>
                  <a:gd name="T1" fmla="*/ 34 h 138"/>
                  <a:gd name="T2" fmla="*/ 86 w 93"/>
                  <a:gd name="T3" fmla="*/ 23 h 138"/>
                  <a:gd name="T4" fmla="*/ 79 w 93"/>
                  <a:gd name="T5" fmla="*/ 13 h 138"/>
                  <a:gd name="T6" fmla="*/ 69 w 93"/>
                  <a:gd name="T7" fmla="*/ 6 h 138"/>
                  <a:gd name="T8" fmla="*/ 58 w 93"/>
                  <a:gd name="T9" fmla="*/ 2 h 138"/>
                  <a:gd name="T10" fmla="*/ 46 w 93"/>
                  <a:gd name="T11" fmla="*/ 0 h 138"/>
                  <a:gd name="T12" fmla="*/ 35 w 93"/>
                  <a:gd name="T13" fmla="*/ 2 h 138"/>
                  <a:gd name="T14" fmla="*/ 24 w 93"/>
                  <a:gd name="T15" fmla="*/ 6 h 138"/>
                  <a:gd name="T16" fmla="*/ 14 w 93"/>
                  <a:gd name="T17" fmla="*/ 13 h 138"/>
                  <a:gd name="T18" fmla="*/ 7 w 93"/>
                  <a:gd name="T19" fmla="*/ 23 h 138"/>
                  <a:gd name="T20" fmla="*/ 2 w 93"/>
                  <a:gd name="T21" fmla="*/ 34 h 138"/>
                  <a:gd name="T22" fmla="*/ 0 w 93"/>
                  <a:gd name="T23" fmla="*/ 46 h 138"/>
                  <a:gd name="T24" fmla="*/ 2 w 93"/>
                  <a:gd name="T25" fmla="*/ 57 h 138"/>
                  <a:gd name="T26" fmla="*/ 7 w 93"/>
                  <a:gd name="T27" fmla="*/ 68 h 138"/>
                  <a:gd name="T28" fmla="*/ 14 w 93"/>
                  <a:gd name="T29" fmla="*/ 79 h 138"/>
                  <a:gd name="T30" fmla="*/ 21 w 93"/>
                  <a:gd name="T31" fmla="*/ 138 h 138"/>
                  <a:gd name="T32" fmla="*/ 71 w 93"/>
                  <a:gd name="T33" fmla="*/ 138 h 138"/>
                  <a:gd name="T34" fmla="*/ 79 w 93"/>
                  <a:gd name="T35" fmla="*/ 79 h 138"/>
                  <a:gd name="T36" fmla="*/ 86 w 93"/>
                  <a:gd name="T37" fmla="*/ 68 h 138"/>
                  <a:gd name="T38" fmla="*/ 90 w 93"/>
                  <a:gd name="T39" fmla="*/ 57 h 138"/>
                  <a:gd name="T40" fmla="*/ 93 w 93"/>
                  <a:gd name="T41" fmla="*/ 46 h 138"/>
                  <a:gd name="T42" fmla="*/ 46 w 93"/>
                  <a:gd name="T43" fmla="*/ 72 h 138"/>
                  <a:gd name="T44" fmla="*/ 41 w 93"/>
                  <a:gd name="T45" fmla="*/ 72 h 138"/>
                  <a:gd name="T46" fmla="*/ 32 w 93"/>
                  <a:gd name="T47" fmla="*/ 67 h 138"/>
                  <a:gd name="T48" fmla="*/ 25 w 93"/>
                  <a:gd name="T49" fmla="*/ 61 h 138"/>
                  <a:gd name="T50" fmla="*/ 21 w 93"/>
                  <a:gd name="T51" fmla="*/ 52 h 138"/>
                  <a:gd name="T52" fmla="*/ 20 w 93"/>
                  <a:gd name="T53" fmla="*/ 47 h 138"/>
                  <a:gd name="T54" fmla="*/ 23 w 93"/>
                  <a:gd name="T55" fmla="*/ 37 h 138"/>
                  <a:gd name="T56" fmla="*/ 28 w 93"/>
                  <a:gd name="T57" fmla="*/ 29 h 138"/>
                  <a:gd name="T58" fmla="*/ 36 w 93"/>
                  <a:gd name="T59" fmla="*/ 23 h 138"/>
                  <a:gd name="T60" fmla="*/ 46 w 93"/>
                  <a:gd name="T61" fmla="*/ 21 h 138"/>
                  <a:gd name="T62" fmla="*/ 52 w 93"/>
                  <a:gd name="T63" fmla="*/ 22 h 138"/>
                  <a:gd name="T64" fmla="*/ 61 w 93"/>
                  <a:gd name="T65" fmla="*/ 26 h 138"/>
                  <a:gd name="T66" fmla="*/ 68 w 93"/>
                  <a:gd name="T67" fmla="*/ 32 h 138"/>
                  <a:gd name="T68" fmla="*/ 71 w 93"/>
                  <a:gd name="T69" fmla="*/ 41 h 138"/>
                  <a:gd name="T70" fmla="*/ 72 w 93"/>
                  <a:gd name="T71" fmla="*/ 47 h 138"/>
                  <a:gd name="T72" fmla="*/ 70 w 93"/>
                  <a:gd name="T73" fmla="*/ 56 h 138"/>
                  <a:gd name="T74" fmla="*/ 64 w 93"/>
                  <a:gd name="T75" fmla="*/ 65 h 138"/>
                  <a:gd name="T76" fmla="*/ 56 w 93"/>
                  <a:gd name="T77" fmla="*/ 70 h 138"/>
                  <a:gd name="T78" fmla="*/ 46 w 93"/>
                  <a:gd name="T79" fmla="*/ 7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3" h="138">
                    <a:moveTo>
                      <a:pt x="80" y="41"/>
                    </a:moveTo>
                    <a:lnTo>
                      <a:pt x="90" y="34"/>
                    </a:lnTo>
                    <a:lnTo>
                      <a:pt x="78" y="32"/>
                    </a:lnTo>
                    <a:lnTo>
                      <a:pt x="86" y="23"/>
                    </a:lnTo>
                    <a:lnTo>
                      <a:pt x="73" y="24"/>
                    </a:lnTo>
                    <a:lnTo>
                      <a:pt x="79" y="13"/>
                    </a:lnTo>
                    <a:lnTo>
                      <a:pt x="68" y="19"/>
                    </a:lnTo>
                    <a:lnTo>
                      <a:pt x="69" y="6"/>
                    </a:lnTo>
                    <a:lnTo>
                      <a:pt x="60" y="14"/>
                    </a:lnTo>
                    <a:lnTo>
                      <a:pt x="58" y="2"/>
                    </a:lnTo>
                    <a:lnTo>
                      <a:pt x="51" y="12"/>
                    </a:lnTo>
                    <a:lnTo>
                      <a:pt x="46" y="0"/>
                    </a:lnTo>
                    <a:lnTo>
                      <a:pt x="42" y="12"/>
                    </a:lnTo>
                    <a:lnTo>
                      <a:pt x="35" y="2"/>
                    </a:lnTo>
                    <a:lnTo>
                      <a:pt x="33" y="14"/>
                    </a:lnTo>
                    <a:lnTo>
                      <a:pt x="24" y="6"/>
                    </a:lnTo>
                    <a:lnTo>
                      <a:pt x="25" y="19"/>
                    </a:lnTo>
                    <a:lnTo>
                      <a:pt x="14" y="13"/>
                    </a:lnTo>
                    <a:lnTo>
                      <a:pt x="19" y="24"/>
                    </a:lnTo>
                    <a:lnTo>
                      <a:pt x="7" y="23"/>
                    </a:lnTo>
                    <a:lnTo>
                      <a:pt x="15" y="32"/>
                    </a:lnTo>
                    <a:lnTo>
                      <a:pt x="2" y="34"/>
                    </a:lnTo>
                    <a:lnTo>
                      <a:pt x="12" y="41"/>
                    </a:lnTo>
                    <a:lnTo>
                      <a:pt x="0" y="46"/>
                    </a:lnTo>
                    <a:lnTo>
                      <a:pt x="12" y="50"/>
                    </a:lnTo>
                    <a:lnTo>
                      <a:pt x="2" y="57"/>
                    </a:lnTo>
                    <a:lnTo>
                      <a:pt x="15" y="59"/>
                    </a:lnTo>
                    <a:lnTo>
                      <a:pt x="7" y="68"/>
                    </a:lnTo>
                    <a:lnTo>
                      <a:pt x="19" y="67"/>
                    </a:lnTo>
                    <a:lnTo>
                      <a:pt x="14" y="79"/>
                    </a:lnTo>
                    <a:lnTo>
                      <a:pt x="21" y="75"/>
                    </a:lnTo>
                    <a:lnTo>
                      <a:pt x="21" y="138"/>
                    </a:lnTo>
                    <a:lnTo>
                      <a:pt x="46" y="113"/>
                    </a:lnTo>
                    <a:lnTo>
                      <a:pt x="71" y="138"/>
                    </a:lnTo>
                    <a:lnTo>
                      <a:pt x="71" y="75"/>
                    </a:lnTo>
                    <a:lnTo>
                      <a:pt x="79" y="79"/>
                    </a:lnTo>
                    <a:lnTo>
                      <a:pt x="73" y="67"/>
                    </a:lnTo>
                    <a:lnTo>
                      <a:pt x="86" y="68"/>
                    </a:lnTo>
                    <a:lnTo>
                      <a:pt x="78" y="59"/>
                    </a:lnTo>
                    <a:lnTo>
                      <a:pt x="90" y="57"/>
                    </a:lnTo>
                    <a:lnTo>
                      <a:pt x="80" y="50"/>
                    </a:lnTo>
                    <a:lnTo>
                      <a:pt x="93" y="46"/>
                    </a:lnTo>
                    <a:lnTo>
                      <a:pt x="80" y="41"/>
                    </a:lnTo>
                    <a:close/>
                    <a:moveTo>
                      <a:pt x="46" y="72"/>
                    </a:moveTo>
                    <a:lnTo>
                      <a:pt x="46" y="72"/>
                    </a:lnTo>
                    <a:lnTo>
                      <a:pt x="41" y="72"/>
                    </a:lnTo>
                    <a:lnTo>
                      <a:pt x="36" y="70"/>
                    </a:lnTo>
                    <a:lnTo>
                      <a:pt x="32" y="67"/>
                    </a:lnTo>
                    <a:lnTo>
                      <a:pt x="28" y="65"/>
                    </a:lnTo>
                    <a:lnTo>
                      <a:pt x="25" y="61"/>
                    </a:lnTo>
                    <a:lnTo>
                      <a:pt x="23" y="56"/>
                    </a:lnTo>
                    <a:lnTo>
                      <a:pt x="21" y="52"/>
                    </a:lnTo>
                    <a:lnTo>
                      <a:pt x="20" y="47"/>
                    </a:lnTo>
                    <a:lnTo>
                      <a:pt x="20" y="47"/>
                    </a:lnTo>
                    <a:lnTo>
                      <a:pt x="21" y="41"/>
                    </a:lnTo>
                    <a:lnTo>
                      <a:pt x="23" y="37"/>
                    </a:lnTo>
                    <a:lnTo>
                      <a:pt x="25" y="32"/>
                    </a:lnTo>
                    <a:lnTo>
                      <a:pt x="28" y="29"/>
                    </a:lnTo>
                    <a:lnTo>
                      <a:pt x="32" y="26"/>
                    </a:lnTo>
                    <a:lnTo>
                      <a:pt x="36" y="23"/>
                    </a:lnTo>
                    <a:lnTo>
                      <a:pt x="41" y="22"/>
                    </a:lnTo>
                    <a:lnTo>
                      <a:pt x="46" y="21"/>
                    </a:lnTo>
                    <a:lnTo>
                      <a:pt x="46" y="21"/>
                    </a:lnTo>
                    <a:lnTo>
                      <a:pt x="52" y="22"/>
                    </a:lnTo>
                    <a:lnTo>
                      <a:pt x="56" y="23"/>
                    </a:lnTo>
                    <a:lnTo>
                      <a:pt x="61" y="26"/>
                    </a:lnTo>
                    <a:lnTo>
                      <a:pt x="64" y="29"/>
                    </a:lnTo>
                    <a:lnTo>
                      <a:pt x="68" y="32"/>
                    </a:lnTo>
                    <a:lnTo>
                      <a:pt x="70" y="37"/>
                    </a:lnTo>
                    <a:lnTo>
                      <a:pt x="71" y="41"/>
                    </a:lnTo>
                    <a:lnTo>
                      <a:pt x="72" y="47"/>
                    </a:lnTo>
                    <a:lnTo>
                      <a:pt x="72" y="47"/>
                    </a:lnTo>
                    <a:lnTo>
                      <a:pt x="71" y="52"/>
                    </a:lnTo>
                    <a:lnTo>
                      <a:pt x="70" y="56"/>
                    </a:lnTo>
                    <a:lnTo>
                      <a:pt x="68" y="61"/>
                    </a:lnTo>
                    <a:lnTo>
                      <a:pt x="64" y="65"/>
                    </a:lnTo>
                    <a:lnTo>
                      <a:pt x="61" y="67"/>
                    </a:lnTo>
                    <a:lnTo>
                      <a:pt x="56" y="70"/>
                    </a:lnTo>
                    <a:lnTo>
                      <a:pt x="52" y="72"/>
                    </a:lnTo>
                    <a:lnTo>
                      <a:pt x="46" y="72"/>
                    </a:lnTo>
                    <a:lnTo>
                      <a:pt x="46" y="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4" name="Freeform 29"/>
              <p:cNvSpPr>
                <a:spLocks/>
              </p:cNvSpPr>
              <p:nvPr/>
            </p:nvSpPr>
            <p:spPr bwMode="auto">
              <a:xfrm>
                <a:off x="8926053" y="2517465"/>
                <a:ext cx="197141" cy="197141"/>
              </a:xfrm>
              <a:custGeom>
                <a:avLst/>
                <a:gdLst>
                  <a:gd name="T0" fmla="*/ 19 w 38"/>
                  <a:gd name="T1" fmla="*/ 0 h 38"/>
                  <a:gd name="T2" fmla="*/ 19 w 38"/>
                  <a:gd name="T3" fmla="*/ 0 h 38"/>
                  <a:gd name="T4" fmla="*/ 16 w 38"/>
                  <a:gd name="T5" fmla="*/ 0 h 38"/>
                  <a:gd name="T6" fmla="*/ 11 w 38"/>
                  <a:gd name="T7" fmla="*/ 1 h 38"/>
                  <a:gd name="T8" fmla="*/ 9 w 38"/>
                  <a:gd name="T9" fmla="*/ 3 h 38"/>
                  <a:gd name="T10" fmla="*/ 6 w 38"/>
                  <a:gd name="T11" fmla="*/ 6 h 38"/>
                  <a:gd name="T12" fmla="*/ 4 w 38"/>
                  <a:gd name="T13" fmla="*/ 8 h 38"/>
                  <a:gd name="T14" fmla="*/ 1 w 38"/>
                  <a:gd name="T15" fmla="*/ 11 h 38"/>
                  <a:gd name="T16" fmla="*/ 0 w 38"/>
                  <a:gd name="T17" fmla="*/ 15 h 38"/>
                  <a:gd name="T18" fmla="*/ 0 w 38"/>
                  <a:gd name="T19" fmla="*/ 19 h 38"/>
                  <a:gd name="T20" fmla="*/ 0 w 38"/>
                  <a:gd name="T21" fmla="*/ 19 h 38"/>
                  <a:gd name="T22" fmla="*/ 0 w 38"/>
                  <a:gd name="T23" fmla="*/ 22 h 38"/>
                  <a:gd name="T24" fmla="*/ 1 w 38"/>
                  <a:gd name="T25" fmla="*/ 26 h 38"/>
                  <a:gd name="T26" fmla="*/ 4 w 38"/>
                  <a:gd name="T27" fmla="*/ 29 h 38"/>
                  <a:gd name="T28" fmla="*/ 6 w 38"/>
                  <a:gd name="T29" fmla="*/ 33 h 38"/>
                  <a:gd name="T30" fmla="*/ 9 w 38"/>
                  <a:gd name="T31" fmla="*/ 35 h 38"/>
                  <a:gd name="T32" fmla="*/ 11 w 38"/>
                  <a:gd name="T33" fmla="*/ 36 h 38"/>
                  <a:gd name="T34" fmla="*/ 16 w 38"/>
                  <a:gd name="T35" fmla="*/ 37 h 38"/>
                  <a:gd name="T36" fmla="*/ 19 w 38"/>
                  <a:gd name="T37" fmla="*/ 38 h 38"/>
                  <a:gd name="T38" fmla="*/ 19 w 38"/>
                  <a:gd name="T39" fmla="*/ 38 h 38"/>
                  <a:gd name="T40" fmla="*/ 23 w 38"/>
                  <a:gd name="T41" fmla="*/ 37 h 38"/>
                  <a:gd name="T42" fmla="*/ 27 w 38"/>
                  <a:gd name="T43" fmla="*/ 36 h 38"/>
                  <a:gd name="T44" fmla="*/ 29 w 38"/>
                  <a:gd name="T45" fmla="*/ 35 h 38"/>
                  <a:gd name="T46" fmla="*/ 33 w 38"/>
                  <a:gd name="T47" fmla="*/ 33 h 38"/>
                  <a:gd name="T48" fmla="*/ 35 w 38"/>
                  <a:gd name="T49" fmla="*/ 29 h 38"/>
                  <a:gd name="T50" fmla="*/ 37 w 38"/>
                  <a:gd name="T51" fmla="*/ 26 h 38"/>
                  <a:gd name="T52" fmla="*/ 38 w 38"/>
                  <a:gd name="T53" fmla="*/ 22 h 38"/>
                  <a:gd name="T54" fmla="*/ 38 w 38"/>
                  <a:gd name="T55" fmla="*/ 19 h 38"/>
                  <a:gd name="T56" fmla="*/ 38 w 38"/>
                  <a:gd name="T57" fmla="*/ 19 h 38"/>
                  <a:gd name="T58" fmla="*/ 38 w 38"/>
                  <a:gd name="T59" fmla="*/ 15 h 38"/>
                  <a:gd name="T60" fmla="*/ 37 w 38"/>
                  <a:gd name="T61" fmla="*/ 11 h 38"/>
                  <a:gd name="T62" fmla="*/ 35 w 38"/>
                  <a:gd name="T63" fmla="*/ 8 h 38"/>
                  <a:gd name="T64" fmla="*/ 33 w 38"/>
                  <a:gd name="T65" fmla="*/ 6 h 38"/>
                  <a:gd name="T66" fmla="*/ 29 w 38"/>
                  <a:gd name="T67" fmla="*/ 3 h 38"/>
                  <a:gd name="T68" fmla="*/ 27 w 38"/>
                  <a:gd name="T69" fmla="*/ 1 h 38"/>
                  <a:gd name="T70" fmla="*/ 23 w 38"/>
                  <a:gd name="T71" fmla="*/ 0 h 38"/>
                  <a:gd name="T72" fmla="*/ 19 w 38"/>
                  <a:gd name="T73" fmla="*/ 0 h 38"/>
                  <a:gd name="T74" fmla="*/ 19 w 38"/>
                  <a:gd name="T75"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8" h="38">
                    <a:moveTo>
                      <a:pt x="19" y="0"/>
                    </a:moveTo>
                    <a:lnTo>
                      <a:pt x="19" y="0"/>
                    </a:lnTo>
                    <a:lnTo>
                      <a:pt x="16" y="0"/>
                    </a:lnTo>
                    <a:lnTo>
                      <a:pt x="11" y="1"/>
                    </a:lnTo>
                    <a:lnTo>
                      <a:pt x="9" y="3"/>
                    </a:lnTo>
                    <a:lnTo>
                      <a:pt x="6" y="6"/>
                    </a:lnTo>
                    <a:lnTo>
                      <a:pt x="4" y="8"/>
                    </a:lnTo>
                    <a:lnTo>
                      <a:pt x="1" y="11"/>
                    </a:lnTo>
                    <a:lnTo>
                      <a:pt x="0" y="15"/>
                    </a:lnTo>
                    <a:lnTo>
                      <a:pt x="0" y="19"/>
                    </a:lnTo>
                    <a:lnTo>
                      <a:pt x="0" y="19"/>
                    </a:lnTo>
                    <a:lnTo>
                      <a:pt x="0" y="22"/>
                    </a:lnTo>
                    <a:lnTo>
                      <a:pt x="1" y="26"/>
                    </a:lnTo>
                    <a:lnTo>
                      <a:pt x="4" y="29"/>
                    </a:lnTo>
                    <a:lnTo>
                      <a:pt x="6" y="33"/>
                    </a:lnTo>
                    <a:lnTo>
                      <a:pt x="9" y="35"/>
                    </a:lnTo>
                    <a:lnTo>
                      <a:pt x="11" y="36"/>
                    </a:lnTo>
                    <a:lnTo>
                      <a:pt x="16" y="37"/>
                    </a:lnTo>
                    <a:lnTo>
                      <a:pt x="19" y="38"/>
                    </a:lnTo>
                    <a:lnTo>
                      <a:pt x="19" y="38"/>
                    </a:lnTo>
                    <a:lnTo>
                      <a:pt x="23" y="37"/>
                    </a:lnTo>
                    <a:lnTo>
                      <a:pt x="27" y="36"/>
                    </a:lnTo>
                    <a:lnTo>
                      <a:pt x="29" y="35"/>
                    </a:lnTo>
                    <a:lnTo>
                      <a:pt x="33" y="33"/>
                    </a:lnTo>
                    <a:lnTo>
                      <a:pt x="35" y="29"/>
                    </a:lnTo>
                    <a:lnTo>
                      <a:pt x="37" y="26"/>
                    </a:lnTo>
                    <a:lnTo>
                      <a:pt x="38" y="22"/>
                    </a:lnTo>
                    <a:lnTo>
                      <a:pt x="38" y="19"/>
                    </a:lnTo>
                    <a:lnTo>
                      <a:pt x="38" y="19"/>
                    </a:lnTo>
                    <a:lnTo>
                      <a:pt x="38" y="15"/>
                    </a:lnTo>
                    <a:lnTo>
                      <a:pt x="37" y="11"/>
                    </a:lnTo>
                    <a:lnTo>
                      <a:pt x="35" y="8"/>
                    </a:lnTo>
                    <a:lnTo>
                      <a:pt x="33" y="6"/>
                    </a:lnTo>
                    <a:lnTo>
                      <a:pt x="29" y="3"/>
                    </a:lnTo>
                    <a:lnTo>
                      <a:pt x="27" y="1"/>
                    </a:lnTo>
                    <a:lnTo>
                      <a:pt x="23" y="0"/>
                    </a:lnTo>
                    <a:lnTo>
                      <a:pt x="19" y="0"/>
                    </a:lnTo>
                    <a:lnTo>
                      <a:pt x="1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5" name="Group 64"/>
            <p:cNvGrpSpPr>
              <a:grpSpLocks noChangeAspect="1"/>
            </p:cNvGrpSpPr>
            <p:nvPr/>
          </p:nvGrpSpPr>
          <p:grpSpPr>
            <a:xfrm>
              <a:off x="5989763" y="3481970"/>
              <a:ext cx="359056" cy="244464"/>
              <a:chOff x="7554913" y="3697288"/>
              <a:chExt cx="596900" cy="406400"/>
            </a:xfrm>
            <a:solidFill>
              <a:srgbClr val="0072C6"/>
            </a:solidFill>
          </p:grpSpPr>
          <p:sp>
            <p:nvSpPr>
              <p:cNvPr id="78" name="Freeform 16"/>
              <p:cNvSpPr>
                <a:spLocks noEditPoints="1"/>
              </p:cNvSpPr>
              <p:nvPr/>
            </p:nvSpPr>
            <p:spPr bwMode="auto">
              <a:xfrm>
                <a:off x="7554913" y="3697288"/>
                <a:ext cx="596900" cy="406400"/>
              </a:xfrm>
              <a:custGeom>
                <a:avLst/>
                <a:gdLst>
                  <a:gd name="T0" fmla="*/ 358 w 376"/>
                  <a:gd name="T1" fmla="*/ 0 h 256"/>
                  <a:gd name="T2" fmla="*/ 18 w 376"/>
                  <a:gd name="T3" fmla="*/ 0 h 256"/>
                  <a:gd name="T4" fmla="*/ 18 w 376"/>
                  <a:gd name="T5" fmla="*/ 0 h 256"/>
                  <a:gd name="T6" fmla="*/ 10 w 376"/>
                  <a:gd name="T7" fmla="*/ 2 h 256"/>
                  <a:gd name="T8" fmla="*/ 4 w 376"/>
                  <a:gd name="T9" fmla="*/ 6 h 256"/>
                  <a:gd name="T10" fmla="*/ 0 w 376"/>
                  <a:gd name="T11" fmla="*/ 12 h 256"/>
                  <a:gd name="T12" fmla="*/ 0 w 376"/>
                  <a:gd name="T13" fmla="*/ 18 h 256"/>
                  <a:gd name="T14" fmla="*/ 0 w 376"/>
                  <a:gd name="T15" fmla="*/ 236 h 256"/>
                  <a:gd name="T16" fmla="*/ 0 w 376"/>
                  <a:gd name="T17" fmla="*/ 236 h 256"/>
                  <a:gd name="T18" fmla="*/ 0 w 376"/>
                  <a:gd name="T19" fmla="*/ 244 h 256"/>
                  <a:gd name="T20" fmla="*/ 4 w 376"/>
                  <a:gd name="T21" fmla="*/ 250 h 256"/>
                  <a:gd name="T22" fmla="*/ 10 w 376"/>
                  <a:gd name="T23" fmla="*/ 254 h 256"/>
                  <a:gd name="T24" fmla="*/ 18 w 376"/>
                  <a:gd name="T25" fmla="*/ 256 h 256"/>
                  <a:gd name="T26" fmla="*/ 358 w 376"/>
                  <a:gd name="T27" fmla="*/ 256 h 256"/>
                  <a:gd name="T28" fmla="*/ 358 w 376"/>
                  <a:gd name="T29" fmla="*/ 256 h 256"/>
                  <a:gd name="T30" fmla="*/ 364 w 376"/>
                  <a:gd name="T31" fmla="*/ 254 h 256"/>
                  <a:gd name="T32" fmla="*/ 370 w 376"/>
                  <a:gd name="T33" fmla="*/ 250 h 256"/>
                  <a:gd name="T34" fmla="*/ 376 w 376"/>
                  <a:gd name="T35" fmla="*/ 244 h 256"/>
                  <a:gd name="T36" fmla="*/ 376 w 376"/>
                  <a:gd name="T37" fmla="*/ 236 h 256"/>
                  <a:gd name="T38" fmla="*/ 376 w 376"/>
                  <a:gd name="T39" fmla="*/ 18 h 256"/>
                  <a:gd name="T40" fmla="*/ 376 w 376"/>
                  <a:gd name="T41" fmla="*/ 18 h 256"/>
                  <a:gd name="T42" fmla="*/ 376 w 376"/>
                  <a:gd name="T43" fmla="*/ 12 h 256"/>
                  <a:gd name="T44" fmla="*/ 370 w 376"/>
                  <a:gd name="T45" fmla="*/ 6 h 256"/>
                  <a:gd name="T46" fmla="*/ 364 w 376"/>
                  <a:gd name="T47" fmla="*/ 2 h 256"/>
                  <a:gd name="T48" fmla="*/ 358 w 376"/>
                  <a:gd name="T49" fmla="*/ 0 h 256"/>
                  <a:gd name="T50" fmla="*/ 358 w 376"/>
                  <a:gd name="T51" fmla="*/ 0 h 256"/>
                  <a:gd name="T52" fmla="*/ 342 w 376"/>
                  <a:gd name="T53" fmla="*/ 224 h 256"/>
                  <a:gd name="T54" fmla="*/ 34 w 376"/>
                  <a:gd name="T55" fmla="*/ 224 h 256"/>
                  <a:gd name="T56" fmla="*/ 34 w 376"/>
                  <a:gd name="T57" fmla="*/ 30 h 256"/>
                  <a:gd name="T58" fmla="*/ 342 w 376"/>
                  <a:gd name="T59" fmla="*/ 30 h 256"/>
                  <a:gd name="T60" fmla="*/ 342 w 376"/>
                  <a:gd name="T61" fmla="*/ 22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76" h="256">
                    <a:moveTo>
                      <a:pt x="358" y="0"/>
                    </a:moveTo>
                    <a:lnTo>
                      <a:pt x="18" y="0"/>
                    </a:lnTo>
                    <a:lnTo>
                      <a:pt x="18" y="0"/>
                    </a:lnTo>
                    <a:lnTo>
                      <a:pt x="10" y="2"/>
                    </a:lnTo>
                    <a:lnTo>
                      <a:pt x="4" y="6"/>
                    </a:lnTo>
                    <a:lnTo>
                      <a:pt x="0" y="12"/>
                    </a:lnTo>
                    <a:lnTo>
                      <a:pt x="0" y="18"/>
                    </a:lnTo>
                    <a:lnTo>
                      <a:pt x="0" y="236"/>
                    </a:lnTo>
                    <a:lnTo>
                      <a:pt x="0" y="236"/>
                    </a:lnTo>
                    <a:lnTo>
                      <a:pt x="0" y="244"/>
                    </a:lnTo>
                    <a:lnTo>
                      <a:pt x="4" y="250"/>
                    </a:lnTo>
                    <a:lnTo>
                      <a:pt x="10" y="254"/>
                    </a:lnTo>
                    <a:lnTo>
                      <a:pt x="18" y="256"/>
                    </a:lnTo>
                    <a:lnTo>
                      <a:pt x="358" y="256"/>
                    </a:lnTo>
                    <a:lnTo>
                      <a:pt x="358" y="256"/>
                    </a:lnTo>
                    <a:lnTo>
                      <a:pt x="364" y="254"/>
                    </a:lnTo>
                    <a:lnTo>
                      <a:pt x="370" y="250"/>
                    </a:lnTo>
                    <a:lnTo>
                      <a:pt x="376" y="244"/>
                    </a:lnTo>
                    <a:lnTo>
                      <a:pt x="376" y="236"/>
                    </a:lnTo>
                    <a:lnTo>
                      <a:pt x="376" y="18"/>
                    </a:lnTo>
                    <a:lnTo>
                      <a:pt x="376" y="18"/>
                    </a:lnTo>
                    <a:lnTo>
                      <a:pt x="376" y="12"/>
                    </a:lnTo>
                    <a:lnTo>
                      <a:pt x="370" y="6"/>
                    </a:lnTo>
                    <a:lnTo>
                      <a:pt x="364" y="2"/>
                    </a:lnTo>
                    <a:lnTo>
                      <a:pt x="358" y="0"/>
                    </a:lnTo>
                    <a:lnTo>
                      <a:pt x="358" y="0"/>
                    </a:lnTo>
                    <a:close/>
                    <a:moveTo>
                      <a:pt x="342" y="224"/>
                    </a:moveTo>
                    <a:lnTo>
                      <a:pt x="34" y="224"/>
                    </a:lnTo>
                    <a:lnTo>
                      <a:pt x="34" y="30"/>
                    </a:lnTo>
                    <a:lnTo>
                      <a:pt x="342" y="30"/>
                    </a:lnTo>
                    <a:lnTo>
                      <a:pt x="342" y="2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9" name="Freeform 17"/>
              <p:cNvSpPr>
                <a:spLocks/>
              </p:cNvSpPr>
              <p:nvPr/>
            </p:nvSpPr>
            <p:spPr bwMode="auto">
              <a:xfrm>
                <a:off x="7910513" y="3805238"/>
                <a:ext cx="117475" cy="187325"/>
              </a:xfrm>
              <a:custGeom>
                <a:avLst/>
                <a:gdLst>
                  <a:gd name="T0" fmla="*/ 18 w 74"/>
                  <a:gd name="T1" fmla="*/ 70 h 118"/>
                  <a:gd name="T2" fmla="*/ 18 w 74"/>
                  <a:gd name="T3" fmla="*/ 118 h 118"/>
                  <a:gd name="T4" fmla="*/ 36 w 74"/>
                  <a:gd name="T5" fmla="*/ 100 h 118"/>
                  <a:gd name="T6" fmla="*/ 56 w 74"/>
                  <a:gd name="T7" fmla="*/ 118 h 118"/>
                  <a:gd name="T8" fmla="*/ 56 w 74"/>
                  <a:gd name="T9" fmla="*/ 70 h 118"/>
                  <a:gd name="T10" fmla="*/ 56 w 74"/>
                  <a:gd name="T11" fmla="*/ 70 h 118"/>
                  <a:gd name="T12" fmla="*/ 62 w 74"/>
                  <a:gd name="T13" fmla="*/ 64 h 118"/>
                  <a:gd name="T14" fmla="*/ 68 w 74"/>
                  <a:gd name="T15" fmla="*/ 56 h 118"/>
                  <a:gd name="T16" fmla="*/ 72 w 74"/>
                  <a:gd name="T17" fmla="*/ 48 h 118"/>
                  <a:gd name="T18" fmla="*/ 74 w 74"/>
                  <a:gd name="T19" fmla="*/ 38 h 118"/>
                  <a:gd name="T20" fmla="*/ 74 w 74"/>
                  <a:gd name="T21" fmla="*/ 38 h 118"/>
                  <a:gd name="T22" fmla="*/ 72 w 74"/>
                  <a:gd name="T23" fmla="*/ 30 h 118"/>
                  <a:gd name="T24" fmla="*/ 70 w 74"/>
                  <a:gd name="T25" fmla="*/ 22 h 118"/>
                  <a:gd name="T26" fmla="*/ 68 w 74"/>
                  <a:gd name="T27" fmla="*/ 16 h 118"/>
                  <a:gd name="T28" fmla="*/ 62 w 74"/>
                  <a:gd name="T29" fmla="*/ 10 h 118"/>
                  <a:gd name="T30" fmla="*/ 58 w 74"/>
                  <a:gd name="T31" fmla="*/ 6 h 118"/>
                  <a:gd name="T32" fmla="*/ 50 w 74"/>
                  <a:gd name="T33" fmla="*/ 2 h 118"/>
                  <a:gd name="T34" fmla="*/ 44 w 74"/>
                  <a:gd name="T35" fmla="*/ 0 h 118"/>
                  <a:gd name="T36" fmla="*/ 36 w 74"/>
                  <a:gd name="T37" fmla="*/ 0 h 118"/>
                  <a:gd name="T38" fmla="*/ 36 w 74"/>
                  <a:gd name="T39" fmla="*/ 0 h 118"/>
                  <a:gd name="T40" fmla="*/ 28 w 74"/>
                  <a:gd name="T41" fmla="*/ 0 h 118"/>
                  <a:gd name="T42" fmla="*/ 22 w 74"/>
                  <a:gd name="T43" fmla="*/ 2 h 118"/>
                  <a:gd name="T44" fmla="*/ 16 w 74"/>
                  <a:gd name="T45" fmla="*/ 6 h 118"/>
                  <a:gd name="T46" fmla="*/ 10 w 74"/>
                  <a:gd name="T47" fmla="*/ 10 h 118"/>
                  <a:gd name="T48" fmla="*/ 6 w 74"/>
                  <a:gd name="T49" fmla="*/ 16 h 118"/>
                  <a:gd name="T50" fmla="*/ 2 w 74"/>
                  <a:gd name="T51" fmla="*/ 22 h 118"/>
                  <a:gd name="T52" fmla="*/ 0 w 74"/>
                  <a:gd name="T53" fmla="*/ 30 h 118"/>
                  <a:gd name="T54" fmla="*/ 0 w 74"/>
                  <a:gd name="T55" fmla="*/ 38 h 118"/>
                  <a:gd name="T56" fmla="*/ 0 w 74"/>
                  <a:gd name="T57" fmla="*/ 38 h 118"/>
                  <a:gd name="T58" fmla="*/ 0 w 74"/>
                  <a:gd name="T59" fmla="*/ 48 h 118"/>
                  <a:gd name="T60" fmla="*/ 4 w 74"/>
                  <a:gd name="T61" fmla="*/ 56 h 118"/>
                  <a:gd name="T62" fmla="*/ 10 w 74"/>
                  <a:gd name="T63" fmla="*/ 64 h 118"/>
                  <a:gd name="T64" fmla="*/ 18 w 74"/>
                  <a:gd name="T65" fmla="*/ 70 h 118"/>
                  <a:gd name="T66" fmla="*/ 18 w 74"/>
                  <a:gd name="T67" fmla="*/ 70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4" h="118">
                    <a:moveTo>
                      <a:pt x="18" y="70"/>
                    </a:moveTo>
                    <a:lnTo>
                      <a:pt x="18" y="118"/>
                    </a:lnTo>
                    <a:lnTo>
                      <a:pt x="36" y="100"/>
                    </a:lnTo>
                    <a:lnTo>
                      <a:pt x="56" y="118"/>
                    </a:lnTo>
                    <a:lnTo>
                      <a:pt x="56" y="70"/>
                    </a:lnTo>
                    <a:lnTo>
                      <a:pt x="56" y="70"/>
                    </a:lnTo>
                    <a:lnTo>
                      <a:pt x="62" y="64"/>
                    </a:lnTo>
                    <a:lnTo>
                      <a:pt x="68" y="56"/>
                    </a:lnTo>
                    <a:lnTo>
                      <a:pt x="72" y="48"/>
                    </a:lnTo>
                    <a:lnTo>
                      <a:pt x="74" y="38"/>
                    </a:lnTo>
                    <a:lnTo>
                      <a:pt x="74" y="38"/>
                    </a:lnTo>
                    <a:lnTo>
                      <a:pt x="72" y="30"/>
                    </a:lnTo>
                    <a:lnTo>
                      <a:pt x="70" y="22"/>
                    </a:lnTo>
                    <a:lnTo>
                      <a:pt x="68" y="16"/>
                    </a:lnTo>
                    <a:lnTo>
                      <a:pt x="62" y="10"/>
                    </a:lnTo>
                    <a:lnTo>
                      <a:pt x="58" y="6"/>
                    </a:lnTo>
                    <a:lnTo>
                      <a:pt x="50" y="2"/>
                    </a:lnTo>
                    <a:lnTo>
                      <a:pt x="44" y="0"/>
                    </a:lnTo>
                    <a:lnTo>
                      <a:pt x="36" y="0"/>
                    </a:lnTo>
                    <a:lnTo>
                      <a:pt x="36" y="0"/>
                    </a:lnTo>
                    <a:lnTo>
                      <a:pt x="28" y="0"/>
                    </a:lnTo>
                    <a:lnTo>
                      <a:pt x="22" y="2"/>
                    </a:lnTo>
                    <a:lnTo>
                      <a:pt x="16" y="6"/>
                    </a:lnTo>
                    <a:lnTo>
                      <a:pt x="10" y="10"/>
                    </a:lnTo>
                    <a:lnTo>
                      <a:pt x="6" y="16"/>
                    </a:lnTo>
                    <a:lnTo>
                      <a:pt x="2" y="22"/>
                    </a:lnTo>
                    <a:lnTo>
                      <a:pt x="0" y="30"/>
                    </a:lnTo>
                    <a:lnTo>
                      <a:pt x="0" y="38"/>
                    </a:lnTo>
                    <a:lnTo>
                      <a:pt x="0" y="38"/>
                    </a:lnTo>
                    <a:lnTo>
                      <a:pt x="0" y="48"/>
                    </a:lnTo>
                    <a:lnTo>
                      <a:pt x="4" y="56"/>
                    </a:lnTo>
                    <a:lnTo>
                      <a:pt x="10" y="64"/>
                    </a:lnTo>
                    <a:lnTo>
                      <a:pt x="18" y="70"/>
                    </a:lnTo>
                    <a:lnTo>
                      <a:pt x="18"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0" name="Rectangle 18"/>
              <p:cNvSpPr>
                <a:spLocks noChangeArrowheads="1"/>
              </p:cNvSpPr>
              <p:nvPr/>
            </p:nvSpPr>
            <p:spPr bwMode="auto">
              <a:xfrm>
                <a:off x="7694613" y="380841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1" name="Rectangle 19"/>
              <p:cNvSpPr>
                <a:spLocks noChangeArrowheads="1"/>
              </p:cNvSpPr>
              <p:nvPr/>
            </p:nvSpPr>
            <p:spPr bwMode="auto">
              <a:xfrm>
                <a:off x="7694613" y="387826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2" name="Rectangle 20"/>
              <p:cNvSpPr>
                <a:spLocks noChangeArrowheads="1"/>
              </p:cNvSpPr>
              <p:nvPr/>
            </p:nvSpPr>
            <p:spPr bwMode="auto">
              <a:xfrm>
                <a:off x="7694613" y="3951288"/>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6" name="Group 65"/>
            <p:cNvGrpSpPr/>
            <p:nvPr/>
          </p:nvGrpSpPr>
          <p:grpSpPr>
            <a:xfrm>
              <a:off x="4576010" y="2578029"/>
              <a:ext cx="1719157" cy="1164284"/>
              <a:chOff x="8933043" y="3080582"/>
              <a:chExt cx="1940444" cy="1314148"/>
            </a:xfrm>
          </p:grpSpPr>
          <p:sp>
            <p:nvSpPr>
              <p:cNvPr id="67" name="Freeform 12"/>
              <p:cNvSpPr>
                <a:spLocks/>
              </p:cNvSpPr>
              <p:nvPr/>
            </p:nvSpPr>
            <p:spPr bwMode="auto">
              <a:xfrm>
                <a:off x="10739663" y="3286670"/>
                <a:ext cx="133824" cy="211441"/>
              </a:xfrm>
              <a:custGeom>
                <a:avLst/>
                <a:gdLst>
                  <a:gd name="T0" fmla="*/ 102 w 107"/>
                  <a:gd name="T1" fmla="*/ 60 h 169"/>
                  <a:gd name="T2" fmla="*/ 96 w 107"/>
                  <a:gd name="T3" fmla="*/ 60 h 169"/>
                  <a:gd name="T4" fmla="*/ 101 w 107"/>
                  <a:gd name="T5" fmla="*/ 47 h 169"/>
                  <a:gd name="T6" fmla="*/ 97 w 107"/>
                  <a:gd name="T7" fmla="*/ 37 h 169"/>
                  <a:gd name="T8" fmla="*/ 94 w 107"/>
                  <a:gd name="T9" fmla="*/ 37 h 169"/>
                  <a:gd name="T10" fmla="*/ 98 w 107"/>
                  <a:gd name="T11" fmla="*/ 26 h 169"/>
                  <a:gd name="T12" fmla="*/ 93 w 107"/>
                  <a:gd name="T13" fmla="*/ 14 h 169"/>
                  <a:gd name="T14" fmla="*/ 86 w 107"/>
                  <a:gd name="T15" fmla="*/ 15 h 169"/>
                  <a:gd name="T16" fmla="*/ 86 w 107"/>
                  <a:gd name="T17" fmla="*/ 13 h 169"/>
                  <a:gd name="T18" fmla="*/ 81 w 107"/>
                  <a:gd name="T19" fmla="*/ 1 h 169"/>
                  <a:gd name="T20" fmla="*/ 69 w 107"/>
                  <a:gd name="T21" fmla="*/ 7 h 169"/>
                  <a:gd name="T22" fmla="*/ 50 w 107"/>
                  <a:gd name="T23" fmla="*/ 56 h 169"/>
                  <a:gd name="T24" fmla="*/ 44 w 107"/>
                  <a:gd name="T25" fmla="*/ 49 h 169"/>
                  <a:gd name="T26" fmla="*/ 29 w 107"/>
                  <a:gd name="T27" fmla="*/ 55 h 169"/>
                  <a:gd name="T28" fmla="*/ 28 w 107"/>
                  <a:gd name="T29" fmla="*/ 58 h 169"/>
                  <a:gd name="T30" fmla="*/ 16 w 107"/>
                  <a:gd name="T31" fmla="*/ 89 h 169"/>
                  <a:gd name="T32" fmla="*/ 7 w 107"/>
                  <a:gd name="T33" fmla="*/ 112 h 169"/>
                  <a:gd name="T34" fmla="*/ 7 w 107"/>
                  <a:gd name="T35" fmla="*/ 112 h 169"/>
                  <a:gd name="T36" fmla="*/ 29 w 107"/>
                  <a:gd name="T37" fmla="*/ 161 h 169"/>
                  <a:gd name="T38" fmla="*/ 79 w 107"/>
                  <a:gd name="T39" fmla="*/ 139 h 169"/>
                  <a:gd name="T40" fmla="*/ 79 w 107"/>
                  <a:gd name="T41" fmla="*/ 139 h 169"/>
                  <a:gd name="T42" fmla="*/ 89 w 107"/>
                  <a:gd name="T43" fmla="*/ 114 h 169"/>
                  <a:gd name="T44" fmla="*/ 99 w 107"/>
                  <a:gd name="T45" fmla="*/ 86 h 169"/>
                  <a:gd name="T46" fmla="*/ 106 w 107"/>
                  <a:gd name="T47" fmla="*/ 69 h 169"/>
                  <a:gd name="T48" fmla="*/ 102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102" y="60"/>
                    </a:moveTo>
                    <a:cubicBezTo>
                      <a:pt x="100" y="59"/>
                      <a:pt x="98" y="59"/>
                      <a:pt x="96" y="60"/>
                    </a:cubicBezTo>
                    <a:cubicBezTo>
                      <a:pt x="99" y="53"/>
                      <a:pt x="101" y="47"/>
                      <a:pt x="101" y="47"/>
                    </a:cubicBezTo>
                    <a:cubicBezTo>
                      <a:pt x="102" y="43"/>
                      <a:pt x="101" y="39"/>
                      <a:pt x="97" y="37"/>
                    </a:cubicBezTo>
                    <a:cubicBezTo>
                      <a:pt x="96" y="37"/>
                      <a:pt x="95" y="37"/>
                      <a:pt x="94" y="37"/>
                    </a:cubicBezTo>
                    <a:cubicBezTo>
                      <a:pt x="96" y="31"/>
                      <a:pt x="98" y="27"/>
                      <a:pt x="98" y="26"/>
                    </a:cubicBezTo>
                    <a:cubicBezTo>
                      <a:pt x="100" y="21"/>
                      <a:pt x="98" y="16"/>
                      <a:pt x="93" y="14"/>
                    </a:cubicBezTo>
                    <a:cubicBezTo>
                      <a:pt x="90" y="13"/>
                      <a:pt x="88" y="13"/>
                      <a:pt x="86" y="15"/>
                    </a:cubicBezTo>
                    <a:cubicBezTo>
                      <a:pt x="86" y="14"/>
                      <a:pt x="86" y="13"/>
                      <a:pt x="86" y="13"/>
                    </a:cubicBezTo>
                    <a:cubicBezTo>
                      <a:pt x="88" y="8"/>
                      <a:pt x="86" y="3"/>
                      <a:pt x="81" y="1"/>
                    </a:cubicBezTo>
                    <a:cubicBezTo>
                      <a:pt x="76" y="0"/>
                      <a:pt x="71" y="2"/>
                      <a:pt x="69" y="7"/>
                    </a:cubicBezTo>
                    <a:cubicBezTo>
                      <a:pt x="68" y="9"/>
                      <a:pt x="56" y="41"/>
                      <a:pt x="50" y="56"/>
                    </a:cubicBezTo>
                    <a:cubicBezTo>
                      <a:pt x="49" y="53"/>
                      <a:pt x="47" y="50"/>
                      <a:pt x="44" y="49"/>
                    </a:cubicBezTo>
                    <a:cubicBezTo>
                      <a:pt x="38" y="46"/>
                      <a:pt x="31" y="49"/>
                      <a:pt x="29" y="55"/>
                    </a:cubicBezTo>
                    <a:cubicBezTo>
                      <a:pt x="29" y="56"/>
                      <a:pt x="28" y="57"/>
                      <a:pt x="28" y="58"/>
                    </a:cubicBezTo>
                    <a:cubicBezTo>
                      <a:pt x="25" y="67"/>
                      <a:pt x="17" y="86"/>
                      <a:pt x="16" y="89"/>
                    </a:cubicBezTo>
                    <a:cubicBezTo>
                      <a:pt x="7" y="112"/>
                      <a:pt x="7" y="112"/>
                      <a:pt x="7" y="112"/>
                    </a:cubicBezTo>
                    <a:cubicBezTo>
                      <a:pt x="7" y="112"/>
                      <a:pt x="7" y="112"/>
                      <a:pt x="7" y="112"/>
                    </a:cubicBezTo>
                    <a:cubicBezTo>
                      <a:pt x="0" y="132"/>
                      <a:pt x="10" y="154"/>
                      <a:pt x="29" y="161"/>
                    </a:cubicBezTo>
                    <a:cubicBezTo>
                      <a:pt x="49" y="169"/>
                      <a:pt x="71" y="159"/>
                      <a:pt x="79" y="139"/>
                    </a:cubicBezTo>
                    <a:cubicBezTo>
                      <a:pt x="79" y="139"/>
                      <a:pt x="79" y="139"/>
                      <a:pt x="79" y="139"/>
                    </a:cubicBezTo>
                    <a:cubicBezTo>
                      <a:pt x="89" y="114"/>
                      <a:pt x="89" y="114"/>
                      <a:pt x="89" y="114"/>
                    </a:cubicBezTo>
                    <a:cubicBezTo>
                      <a:pt x="89" y="113"/>
                      <a:pt x="95" y="98"/>
                      <a:pt x="99" y="86"/>
                    </a:cubicBezTo>
                    <a:cubicBezTo>
                      <a:pt x="103" y="77"/>
                      <a:pt x="106" y="70"/>
                      <a:pt x="106" y="69"/>
                    </a:cubicBezTo>
                    <a:cubicBezTo>
                      <a:pt x="107" y="65"/>
                      <a:pt x="105" y="61"/>
                      <a:pt x="102"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8" name="Freeform 13"/>
              <p:cNvSpPr>
                <a:spLocks/>
              </p:cNvSpPr>
              <p:nvPr/>
            </p:nvSpPr>
            <p:spPr bwMode="auto">
              <a:xfrm>
                <a:off x="8933043" y="3286670"/>
                <a:ext cx="136500" cy="211441"/>
              </a:xfrm>
              <a:custGeom>
                <a:avLst/>
                <a:gdLst>
                  <a:gd name="T0" fmla="*/ 5 w 107"/>
                  <a:gd name="T1" fmla="*/ 60 h 169"/>
                  <a:gd name="T2" fmla="*/ 11 w 107"/>
                  <a:gd name="T3" fmla="*/ 60 h 169"/>
                  <a:gd name="T4" fmla="*/ 6 w 107"/>
                  <a:gd name="T5" fmla="*/ 47 h 169"/>
                  <a:gd name="T6" fmla="*/ 10 w 107"/>
                  <a:gd name="T7" fmla="*/ 37 h 169"/>
                  <a:gd name="T8" fmla="*/ 13 w 107"/>
                  <a:gd name="T9" fmla="*/ 37 h 169"/>
                  <a:gd name="T10" fmla="*/ 9 w 107"/>
                  <a:gd name="T11" fmla="*/ 26 h 169"/>
                  <a:gd name="T12" fmla="*/ 14 w 107"/>
                  <a:gd name="T13" fmla="*/ 14 h 169"/>
                  <a:gd name="T14" fmla="*/ 21 w 107"/>
                  <a:gd name="T15" fmla="*/ 15 h 169"/>
                  <a:gd name="T16" fmla="*/ 21 w 107"/>
                  <a:gd name="T17" fmla="*/ 13 h 169"/>
                  <a:gd name="T18" fmla="*/ 26 w 107"/>
                  <a:gd name="T19" fmla="*/ 1 h 169"/>
                  <a:gd name="T20" fmla="*/ 38 w 107"/>
                  <a:gd name="T21" fmla="*/ 7 h 169"/>
                  <a:gd name="T22" fmla="*/ 57 w 107"/>
                  <a:gd name="T23" fmla="*/ 56 h 169"/>
                  <a:gd name="T24" fmla="*/ 63 w 107"/>
                  <a:gd name="T25" fmla="*/ 49 h 169"/>
                  <a:gd name="T26" fmla="*/ 78 w 107"/>
                  <a:gd name="T27" fmla="*/ 55 h 169"/>
                  <a:gd name="T28" fmla="*/ 79 w 107"/>
                  <a:gd name="T29" fmla="*/ 58 h 169"/>
                  <a:gd name="T30" fmla="*/ 91 w 107"/>
                  <a:gd name="T31" fmla="*/ 89 h 169"/>
                  <a:gd name="T32" fmla="*/ 100 w 107"/>
                  <a:gd name="T33" fmla="*/ 112 h 169"/>
                  <a:gd name="T34" fmla="*/ 100 w 107"/>
                  <a:gd name="T35" fmla="*/ 112 h 169"/>
                  <a:gd name="T36" fmla="*/ 78 w 107"/>
                  <a:gd name="T37" fmla="*/ 161 h 169"/>
                  <a:gd name="T38" fmla="*/ 28 w 107"/>
                  <a:gd name="T39" fmla="*/ 139 h 169"/>
                  <a:gd name="T40" fmla="*/ 28 w 107"/>
                  <a:gd name="T41" fmla="*/ 139 h 169"/>
                  <a:gd name="T42" fmla="*/ 18 w 107"/>
                  <a:gd name="T43" fmla="*/ 114 h 169"/>
                  <a:gd name="T44" fmla="*/ 8 w 107"/>
                  <a:gd name="T45" fmla="*/ 86 h 169"/>
                  <a:gd name="T46" fmla="*/ 1 w 107"/>
                  <a:gd name="T47" fmla="*/ 69 h 169"/>
                  <a:gd name="T48" fmla="*/ 5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5" y="60"/>
                    </a:moveTo>
                    <a:cubicBezTo>
                      <a:pt x="7" y="59"/>
                      <a:pt x="9" y="59"/>
                      <a:pt x="11" y="60"/>
                    </a:cubicBezTo>
                    <a:cubicBezTo>
                      <a:pt x="8" y="53"/>
                      <a:pt x="6" y="47"/>
                      <a:pt x="6" y="47"/>
                    </a:cubicBezTo>
                    <a:cubicBezTo>
                      <a:pt x="5" y="43"/>
                      <a:pt x="6" y="39"/>
                      <a:pt x="10" y="37"/>
                    </a:cubicBezTo>
                    <a:cubicBezTo>
                      <a:pt x="11" y="37"/>
                      <a:pt x="12" y="37"/>
                      <a:pt x="13" y="37"/>
                    </a:cubicBezTo>
                    <a:cubicBezTo>
                      <a:pt x="11" y="31"/>
                      <a:pt x="9" y="27"/>
                      <a:pt x="9" y="26"/>
                    </a:cubicBezTo>
                    <a:cubicBezTo>
                      <a:pt x="7" y="21"/>
                      <a:pt x="9" y="16"/>
                      <a:pt x="14" y="14"/>
                    </a:cubicBezTo>
                    <a:cubicBezTo>
                      <a:pt x="17" y="13"/>
                      <a:pt x="19" y="13"/>
                      <a:pt x="21" y="15"/>
                    </a:cubicBezTo>
                    <a:cubicBezTo>
                      <a:pt x="21" y="14"/>
                      <a:pt x="21" y="13"/>
                      <a:pt x="21" y="13"/>
                    </a:cubicBezTo>
                    <a:cubicBezTo>
                      <a:pt x="19" y="8"/>
                      <a:pt x="21" y="3"/>
                      <a:pt x="26" y="1"/>
                    </a:cubicBezTo>
                    <a:cubicBezTo>
                      <a:pt x="31" y="0"/>
                      <a:pt x="36" y="2"/>
                      <a:pt x="38" y="7"/>
                    </a:cubicBezTo>
                    <a:cubicBezTo>
                      <a:pt x="39" y="9"/>
                      <a:pt x="51" y="41"/>
                      <a:pt x="57" y="56"/>
                    </a:cubicBezTo>
                    <a:cubicBezTo>
                      <a:pt x="58" y="53"/>
                      <a:pt x="60" y="50"/>
                      <a:pt x="63" y="49"/>
                    </a:cubicBezTo>
                    <a:cubicBezTo>
                      <a:pt x="69" y="46"/>
                      <a:pt x="76" y="49"/>
                      <a:pt x="78" y="55"/>
                    </a:cubicBezTo>
                    <a:cubicBezTo>
                      <a:pt x="78" y="56"/>
                      <a:pt x="79" y="57"/>
                      <a:pt x="79" y="58"/>
                    </a:cubicBezTo>
                    <a:cubicBezTo>
                      <a:pt x="82" y="67"/>
                      <a:pt x="90" y="86"/>
                      <a:pt x="91" y="89"/>
                    </a:cubicBezTo>
                    <a:cubicBezTo>
                      <a:pt x="100" y="112"/>
                      <a:pt x="100" y="112"/>
                      <a:pt x="100" y="112"/>
                    </a:cubicBezTo>
                    <a:cubicBezTo>
                      <a:pt x="100" y="112"/>
                      <a:pt x="100" y="112"/>
                      <a:pt x="100" y="112"/>
                    </a:cubicBezTo>
                    <a:cubicBezTo>
                      <a:pt x="107" y="132"/>
                      <a:pt x="97" y="154"/>
                      <a:pt x="78" y="161"/>
                    </a:cubicBezTo>
                    <a:cubicBezTo>
                      <a:pt x="58" y="169"/>
                      <a:pt x="36" y="159"/>
                      <a:pt x="28" y="139"/>
                    </a:cubicBezTo>
                    <a:cubicBezTo>
                      <a:pt x="28" y="139"/>
                      <a:pt x="28" y="139"/>
                      <a:pt x="28" y="139"/>
                    </a:cubicBezTo>
                    <a:cubicBezTo>
                      <a:pt x="18" y="114"/>
                      <a:pt x="18" y="114"/>
                      <a:pt x="18" y="114"/>
                    </a:cubicBezTo>
                    <a:cubicBezTo>
                      <a:pt x="18" y="113"/>
                      <a:pt x="12" y="98"/>
                      <a:pt x="8" y="86"/>
                    </a:cubicBezTo>
                    <a:cubicBezTo>
                      <a:pt x="4" y="77"/>
                      <a:pt x="1" y="70"/>
                      <a:pt x="1" y="69"/>
                    </a:cubicBezTo>
                    <a:cubicBezTo>
                      <a:pt x="0" y="65"/>
                      <a:pt x="1" y="61"/>
                      <a:pt x="5"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9" name="Freeform 14"/>
              <p:cNvSpPr>
                <a:spLocks/>
              </p:cNvSpPr>
              <p:nvPr/>
            </p:nvSpPr>
            <p:spPr bwMode="auto">
              <a:xfrm>
                <a:off x="8973190" y="3436553"/>
                <a:ext cx="1862826" cy="958177"/>
              </a:xfrm>
              <a:custGeom>
                <a:avLst/>
                <a:gdLst>
                  <a:gd name="T0" fmla="*/ 1400 w 1478"/>
                  <a:gd name="T1" fmla="*/ 0 h 762"/>
                  <a:gd name="T2" fmla="*/ 1292 w 1478"/>
                  <a:gd name="T3" fmla="*/ 133 h 762"/>
                  <a:gd name="T4" fmla="*/ 1072 w 1478"/>
                  <a:gd name="T5" fmla="*/ 178 h 762"/>
                  <a:gd name="T6" fmla="*/ 898 w 1478"/>
                  <a:gd name="T7" fmla="*/ 72 h 762"/>
                  <a:gd name="T8" fmla="*/ 579 w 1478"/>
                  <a:gd name="T9" fmla="*/ 74 h 762"/>
                  <a:gd name="T10" fmla="*/ 406 w 1478"/>
                  <a:gd name="T11" fmla="*/ 178 h 762"/>
                  <a:gd name="T12" fmla="*/ 185 w 1478"/>
                  <a:gd name="T13" fmla="*/ 133 h 762"/>
                  <a:gd name="T14" fmla="*/ 78 w 1478"/>
                  <a:gd name="T15" fmla="*/ 0 h 762"/>
                  <a:gd name="T16" fmla="*/ 0 w 1478"/>
                  <a:gd name="T17" fmla="*/ 31 h 762"/>
                  <a:gd name="T18" fmla="*/ 139 w 1478"/>
                  <a:gd name="T19" fmla="*/ 203 h 762"/>
                  <a:gd name="T20" fmla="*/ 349 w 1478"/>
                  <a:gd name="T21" fmla="*/ 268 h 762"/>
                  <a:gd name="T22" fmla="*/ 422 w 1478"/>
                  <a:gd name="T23" fmla="*/ 261 h 762"/>
                  <a:gd name="T24" fmla="*/ 579 w 1478"/>
                  <a:gd name="T25" fmla="*/ 190 h 762"/>
                  <a:gd name="T26" fmla="*/ 579 w 1478"/>
                  <a:gd name="T27" fmla="*/ 762 h 762"/>
                  <a:gd name="T28" fmla="*/ 898 w 1478"/>
                  <a:gd name="T29" fmla="*/ 762 h 762"/>
                  <a:gd name="T30" fmla="*/ 898 w 1478"/>
                  <a:gd name="T31" fmla="*/ 189 h 762"/>
                  <a:gd name="T32" fmla="*/ 1128 w 1478"/>
                  <a:gd name="T33" fmla="*/ 267 h 762"/>
                  <a:gd name="T34" fmla="*/ 1339 w 1478"/>
                  <a:gd name="T35" fmla="*/ 203 h 762"/>
                  <a:gd name="T36" fmla="*/ 1478 w 1478"/>
                  <a:gd name="T37" fmla="*/ 31 h 762"/>
                  <a:gd name="T38" fmla="*/ 1400 w 1478"/>
                  <a:gd name="T39" fmla="*/ 0 h 7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78" h="762">
                    <a:moveTo>
                      <a:pt x="1400" y="0"/>
                    </a:move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762"/>
                      <a:pt x="579" y="762"/>
                      <a:pt x="579" y="762"/>
                    </a:cubicBezTo>
                    <a:cubicBezTo>
                      <a:pt x="898" y="762"/>
                      <a:pt x="898" y="762"/>
                      <a:pt x="898" y="762"/>
                    </a:cubicBezTo>
                    <a:cubicBezTo>
                      <a:pt x="898" y="189"/>
                      <a:pt x="898" y="189"/>
                      <a:pt x="898" y="189"/>
                    </a:cubicBezTo>
                    <a:cubicBezTo>
                      <a:pt x="964" y="241"/>
                      <a:pt x="1046" y="267"/>
                      <a:pt x="1128" y="267"/>
                    </a:cubicBezTo>
                    <a:cubicBezTo>
                      <a:pt x="1201" y="267"/>
                      <a:pt x="1274" y="247"/>
                      <a:pt x="1339" y="203"/>
                    </a:cubicBezTo>
                    <a:cubicBezTo>
                      <a:pt x="1402" y="161"/>
                      <a:pt x="1450" y="101"/>
                      <a:pt x="1478" y="31"/>
                    </a:cubicBezTo>
                    <a:lnTo>
                      <a:pt x="1400" y="0"/>
                    </a:lnTo>
                    <a:close/>
                  </a:path>
                </a:pathLst>
              </a:custGeom>
              <a:solidFill>
                <a:sysClr val="window" lastClr="FFFFFF">
                  <a:lumMod val="75000"/>
                </a:sysClr>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0" name="Freeform 15"/>
              <p:cNvSpPr>
                <a:spLocks/>
              </p:cNvSpPr>
              <p:nvPr/>
            </p:nvSpPr>
            <p:spPr bwMode="auto">
              <a:xfrm>
                <a:off x="8973190" y="3436552"/>
                <a:ext cx="1862827" cy="337236"/>
              </a:xfrm>
              <a:custGeom>
                <a:avLst/>
                <a:gdLst>
                  <a:gd name="T0" fmla="*/ 1128 w 1478"/>
                  <a:gd name="T1" fmla="*/ 267 h 268"/>
                  <a:gd name="T2" fmla="*/ 1339 w 1478"/>
                  <a:gd name="T3" fmla="*/ 203 h 268"/>
                  <a:gd name="T4" fmla="*/ 1478 w 1478"/>
                  <a:gd name="T5" fmla="*/ 31 h 268"/>
                  <a:gd name="T6" fmla="*/ 1400 w 1478"/>
                  <a:gd name="T7" fmla="*/ 0 h 268"/>
                  <a:gd name="T8" fmla="*/ 1292 w 1478"/>
                  <a:gd name="T9" fmla="*/ 133 h 268"/>
                  <a:gd name="T10" fmla="*/ 1072 w 1478"/>
                  <a:gd name="T11" fmla="*/ 178 h 268"/>
                  <a:gd name="T12" fmla="*/ 898 w 1478"/>
                  <a:gd name="T13" fmla="*/ 72 h 268"/>
                  <a:gd name="T14" fmla="*/ 579 w 1478"/>
                  <a:gd name="T15" fmla="*/ 74 h 268"/>
                  <a:gd name="T16" fmla="*/ 406 w 1478"/>
                  <a:gd name="T17" fmla="*/ 178 h 268"/>
                  <a:gd name="T18" fmla="*/ 185 w 1478"/>
                  <a:gd name="T19" fmla="*/ 133 h 268"/>
                  <a:gd name="T20" fmla="*/ 78 w 1478"/>
                  <a:gd name="T21" fmla="*/ 0 h 268"/>
                  <a:gd name="T22" fmla="*/ 0 w 1478"/>
                  <a:gd name="T23" fmla="*/ 31 h 268"/>
                  <a:gd name="T24" fmla="*/ 139 w 1478"/>
                  <a:gd name="T25" fmla="*/ 203 h 268"/>
                  <a:gd name="T26" fmla="*/ 349 w 1478"/>
                  <a:gd name="T27" fmla="*/ 268 h 268"/>
                  <a:gd name="T28" fmla="*/ 422 w 1478"/>
                  <a:gd name="T29" fmla="*/ 261 h 268"/>
                  <a:gd name="T30" fmla="*/ 579 w 1478"/>
                  <a:gd name="T31" fmla="*/ 190 h 268"/>
                  <a:gd name="T32" fmla="*/ 579 w 1478"/>
                  <a:gd name="T33" fmla="*/ 199 h 268"/>
                  <a:gd name="T34" fmla="*/ 613 w 1478"/>
                  <a:gd name="T35" fmla="*/ 85 h 268"/>
                  <a:gd name="T36" fmla="*/ 643 w 1478"/>
                  <a:gd name="T37" fmla="*/ 85 h 268"/>
                  <a:gd name="T38" fmla="*/ 713 w 1478"/>
                  <a:gd name="T39" fmla="*/ 135 h 268"/>
                  <a:gd name="T40" fmla="*/ 778 w 1478"/>
                  <a:gd name="T41" fmla="*/ 85 h 268"/>
                  <a:gd name="T42" fmla="*/ 835 w 1478"/>
                  <a:gd name="T43" fmla="*/ 85 h 268"/>
                  <a:gd name="T44" fmla="*/ 913 w 1478"/>
                  <a:gd name="T45" fmla="*/ 200 h 268"/>
                  <a:gd name="T46" fmla="*/ 1128 w 1478"/>
                  <a:gd name="T47" fmla="*/ 267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478" h="268">
                    <a:moveTo>
                      <a:pt x="1128" y="267"/>
                    </a:moveTo>
                    <a:cubicBezTo>
                      <a:pt x="1201" y="267"/>
                      <a:pt x="1274" y="247"/>
                      <a:pt x="1339" y="203"/>
                    </a:cubicBezTo>
                    <a:cubicBezTo>
                      <a:pt x="1402" y="161"/>
                      <a:pt x="1450" y="101"/>
                      <a:pt x="1478" y="31"/>
                    </a:cubicBezTo>
                    <a:cubicBezTo>
                      <a:pt x="1400" y="0"/>
                      <a:pt x="1400" y="0"/>
                      <a:pt x="1400" y="0"/>
                    </a:cubicBez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199"/>
                      <a:pt x="579" y="199"/>
                      <a:pt x="579" y="199"/>
                    </a:cubicBezTo>
                    <a:cubicBezTo>
                      <a:pt x="613" y="85"/>
                      <a:pt x="613" y="85"/>
                      <a:pt x="613" y="85"/>
                    </a:cubicBezTo>
                    <a:cubicBezTo>
                      <a:pt x="643" y="85"/>
                      <a:pt x="643" y="85"/>
                      <a:pt x="643" y="85"/>
                    </a:cubicBezTo>
                    <a:cubicBezTo>
                      <a:pt x="713" y="135"/>
                      <a:pt x="713" y="135"/>
                      <a:pt x="713" y="135"/>
                    </a:cubicBezTo>
                    <a:cubicBezTo>
                      <a:pt x="778" y="85"/>
                      <a:pt x="778" y="85"/>
                      <a:pt x="778" y="85"/>
                    </a:cubicBezTo>
                    <a:cubicBezTo>
                      <a:pt x="835" y="85"/>
                      <a:pt x="835" y="85"/>
                      <a:pt x="835" y="85"/>
                    </a:cubicBezTo>
                    <a:cubicBezTo>
                      <a:pt x="913" y="200"/>
                      <a:pt x="913" y="200"/>
                      <a:pt x="913" y="200"/>
                    </a:cubicBezTo>
                    <a:cubicBezTo>
                      <a:pt x="976" y="244"/>
                      <a:pt x="1052" y="267"/>
                      <a:pt x="1128" y="267"/>
                    </a:cubicBez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1" name="Freeform 35"/>
              <p:cNvSpPr>
                <a:spLocks/>
              </p:cNvSpPr>
              <p:nvPr/>
            </p:nvSpPr>
            <p:spPr bwMode="auto">
              <a:xfrm>
                <a:off x="9481720" y="3080582"/>
                <a:ext cx="291736" cy="291736"/>
              </a:xfrm>
              <a:custGeom>
                <a:avLst/>
                <a:gdLst>
                  <a:gd name="T0" fmla="*/ 92 w 232"/>
                  <a:gd name="T1" fmla="*/ 232 h 232"/>
                  <a:gd name="T2" fmla="*/ 139 w 232"/>
                  <a:gd name="T3" fmla="*/ 0 h 232"/>
                  <a:gd name="T4" fmla="*/ 92 w 232"/>
                  <a:gd name="T5" fmla="*/ 232 h 232"/>
                </a:gdLst>
                <a:ahLst/>
                <a:cxnLst>
                  <a:cxn ang="0">
                    <a:pos x="T0" y="T1"/>
                  </a:cxn>
                  <a:cxn ang="0">
                    <a:pos x="T2" y="T3"/>
                  </a:cxn>
                  <a:cxn ang="0">
                    <a:pos x="T4" y="T5"/>
                  </a:cxn>
                </a:cxnLst>
                <a:rect l="0" t="0" r="r" b="b"/>
                <a:pathLst>
                  <a:path w="232" h="232">
                    <a:moveTo>
                      <a:pt x="92" y="232"/>
                    </a:moveTo>
                    <a:cubicBezTo>
                      <a:pt x="92" y="232"/>
                      <a:pt x="0" y="92"/>
                      <a:pt x="139" y="0"/>
                    </a:cubicBezTo>
                    <a:cubicBezTo>
                      <a:pt x="139" y="0"/>
                      <a:pt x="232" y="139"/>
                      <a:pt x="92" y="232"/>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2" name="Freeform 36"/>
              <p:cNvSpPr>
                <a:spLocks/>
              </p:cNvSpPr>
              <p:nvPr/>
            </p:nvSpPr>
            <p:spPr bwMode="auto">
              <a:xfrm>
                <a:off x="9444250" y="3152847"/>
                <a:ext cx="278353" cy="278353"/>
              </a:xfrm>
              <a:custGeom>
                <a:avLst/>
                <a:gdLst>
                  <a:gd name="T0" fmla="*/ 153 w 220"/>
                  <a:gd name="T1" fmla="*/ 221 h 221"/>
                  <a:gd name="T2" fmla="*/ 67 w 220"/>
                  <a:gd name="T3" fmla="*/ 0 h 221"/>
                  <a:gd name="T4" fmla="*/ 153 w 220"/>
                  <a:gd name="T5" fmla="*/ 221 h 221"/>
                </a:gdLst>
                <a:ahLst/>
                <a:cxnLst>
                  <a:cxn ang="0">
                    <a:pos x="T0" y="T1"/>
                  </a:cxn>
                  <a:cxn ang="0">
                    <a:pos x="T2" y="T3"/>
                  </a:cxn>
                  <a:cxn ang="0">
                    <a:pos x="T4" y="T5"/>
                  </a:cxn>
                </a:cxnLst>
                <a:rect l="0" t="0" r="r" b="b"/>
                <a:pathLst>
                  <a:path w="220" h="221">
                    <a:moveTo>
                      <a:pt x="153" y="221"/>
                    </a:moveTo>
                    <a:cubicBezTo>
                      <a:pt x="153" y="221"/>
                      <a:pt x="0" y="153"/>
                      <a:pt x="67" y="0"/>
                    </a:cubicBezTo>
                    <a:cubicBezTo>
                      <a:pt x="67" y="0"/>
                      <a:pt x="220" y="68"/>
                      <a:pt x="153" y="221"/>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3" name="Freeform 37"/>
              <p:cNvSpPr>
                <a:spLocks/>
              </p:cNvSpPr>
              <p:nvPr/>
            </p:nvSpPr>
            <p:spPr bwMode="auto">
              <a:xfrm>
                <a:off x="9529897" y="3292023"/>
                <a:ext cx="270324" cy="283706"/>
              </a:xfrm>
              <a:custGeom>
                <a:avLst/>
                <a:gdLst>
                  <a:gd name="T0" fmla="*/ 216 w 216"/>
                  <a:gd name="T1" fmla="*/ 156 h 224"/>
                  <a:gd name="T2" fmla="*/ 0 w 216"/>
                  <a:gd name="T3" fmla="*/ 61 h 224"/>
                  <a:gd name="T4" fmla="*/ 216 w 216"/>
                  <a:gd name="T5" fmla="*/ 156 h 224"/>
                </a:gdLst>
                <a:ahLst/>
                <a:cxnLst>
                  <a:cxn ang="0">
                    <a:pos x="T0" y="T1"/>
                  </a:cxn>
                  <a:cxn ang="0">
                    <a:pos x="T2" y="T3"/>
                  </a:cxn>
                  <a:cxn ang="0">
                    <a:pos x="T4" y="T5"/>
                  </a:cxn>
                </a:cxnLst>
                <a:rect l="0" t="0" r="r" b="b"/>
                <a:pathLst>
                  <a:path w="216" h="224">
                    <a:moveTo>
                      <a:pt x="216" y="156"/>
                    </a:moveTo>
                    <a:cubicBezTo>
                      <a:pt x="206" y="160"/>
                      <a:pt x="63" y="224"/>
                      <a:pt x="0" y="61"/>
                    </a:cubicBezTo>
                    <a:cubicBezTo>
                      <a:pt x="0" y="61"/>
                      <a:pt x="156" y="0"/>
                      <a:pt x="216" y="156"/>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4" name="Freeform 38"/>
              <p:cNvSpPr>
                <a:spLocks/>
              </p:cNvSpPr>
              <p:nvPr/>
            </p:nvSpPr>
            <p:spPr bwMode="auto">
              <a:xfrm>
                <a:off x="9596809" y="3281317"/>
                <a:ext cx="222147" cy="187353"/>
              </a:xfrm>
              <a:custGeom>
                <a:avLst/>
                <a:gdLst>
                  <a:gd name="T0" fmla="*/ 83 w 83"/>
                  <a:gd name="T1" fmla="*/ 31 h 70"/>
                  <a:gd name="T2" fmla="*/ 65 w 83"/>
                  <a:gd name="T3" fmla="*/ 70 h 70"/>
                  <a:gd name="T4" fmla="*/ 0 w 83"/>
                  <a:gd name="T5" fmla="*/ 39 h 70"/>
                  <a:gd name="T6" fmla="*/ 18 w 83"/>
                  <a:gd name="T7" fmla="*/ 0 h 70"/>
                  <a:gd name="T8" fmla="*/ 83 w 83"/>
                  <a:gd name="T9" fmla="*/ 31 h 70"/>
                </a:gdLst>
                <a:ahLst/>
                <a:cxnLst>
                  <a:cxn ang="0">
                    <a:pos x="T0" y="T1"/>
                  </a:cxn>
                  <a:cxn ang="0">
                    <a:pos x="T2" y="T3"/>
                  </a:cxn>
                  <a:cxn ang="0">
                    <a:pos x="T4" y="T5"/>
                  </a:cxn>
                  <a:cxn ang="0">
                    <a:pos x="T6" y="T7"/>
                  </a:cxn>
                  <a:cxn ang="0">
                    <a:pos x="T8" y="T9"/>
                  </a:cxn>
                </a:cxnLst>
                <a:rect l="0" t="0" r="r" b="b"/>
                <a:pathLst>
                  <a:path w="83" h="70">
                    <a:moveTo>
                      <a:pt x="83" y="31"/>
                    </a:moveTo>
                    <a:lnTo>
                      <a:pt x="65" y="70"/>
                    </a:lnTo>
                    <a:lnTo>
                      <a:pt x="0" y="39"/>
                    </a:lnTo>
                    <a:lnTo>
                      <a:pt x="18" y="0"/>
                    </a:lnTo>
                    <a:lnTo>
                      <a:pt x="83" y="31"/>
                    </a:ln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5" name="Freeform 39"/>
              <p:cNvSpPr>
                <a:spLocks/>
              </p:cNvSpPr>
              <p:nvPr/>
            </p:nvSpPr>
            <p:spPr bwMode="auto">
              <a:xfrm>
                <a:off x="9626250" y="3171582"/>
                <a:ext cx="372030" cy="414853"/>
              </a:xfrm>
              <a:custGeom>
                <a:avLst/>
                <a:gdLst>
                  <a:gd name="T0" fmla="*/ 17 w 296"/>
                  <a:gd name="T1" fmla="*/ 0 h 330"/>
                  <a:gd name="T2" fmla="*/ 15 w 296"/>
                  <a:gd name="T3" fmla="*/ 73 h 330"/>
                  <a:gd name="T4" fmla="*/ 0 w 296"/>
                  <a:gd name="T5" fmla="*/ 90 h 330"/>
                  <a:gd name="T6" fmla="*/ 84 w 296"/>
                  <a:gd name="T7" fmla="*/ 125 h 330"/>
                  <a:gd name="T8" fmla="*/ 90 w 296"/>
                  <a:gd name="T9" fmla="*/ 129 h 330"/>
                  <a:gd name="T10" fmla="*/ 109 w 296"/>
                  <a:gd name="T11" fmla="*/ 146 h 330"/>
                  <a:gd name="T12" fmla="*/ 101 w 296"/>
                  <a:gd name="T13" fmla="*/ 163 h 330"/>
                  <a:gd name="T14" fmla="*/ 88 w 296"/>
                  <a:gd name="T15" fmla="*/ 155 h 330"/>
                  <a:gd name="T16" fmla="*/ 61 w 296"/>
                  <a:gd name="T17" fmla="*/ 161 h 330"/>
                  <a:gd name="T18" fmla="*/ 67 w 296"/>
                  <a:gd name="T19" fmla="*/ 189 h 330"/>
                  <a:gd name="T20" fmla="*/ 89 w 296"/>
                  <a:gd name="T21" fmla="*/ 203 h 330"/>
                  <a:gd name="T22" fmla="*/ 122 w 296"/>
                  <a:gd name="T23" fmla="*/ 223 h 330"/>
                  <a:gd name="T24" fmla="*/ 132 w 296"/>
                  <a:gd name="T25" fmla="*/ 291 h 330"/>
                  <a:gd name="T26" fmla="*/ 201 w 296"/>
                  <a:gd name="T27" fmla="*/ 330 h 330"/>
                  <a:gd name="T28" fmla="*/ 248 w 296"/>
                  <a:gd name="T29" fmla="*/ 205 h 330"/>
                  <a:gd name="T30" fmla="*/ 282 w 296"/>
                  <a:gd name="T31" fmla="*/ 176 h 330"/>
                  <a:gd name="T32" fmla="*/ 296 w 296"/>
                  <a:gd name="T33" fmla="*/ 153 h 330"/>
                  <a:gd name="T34" fmla="*/ 208 w 296"/>
                  <a:gd name="T35" fmla="*/ 89 h 330"/>
                  <a:gd name="T36" fmla="*/ 223 w 296"/>
                  <a:gd name="T37" fmla="*/ 64 h 330"/>
                  <a:gd name="T38" fmla="*/ 17 w 296"/>
                  <a:gd name="T39" fmla="*/ 0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96" h="330">
                    <a:moveTo>
                      <a:pt x="17" y="0"/>
                    </a:moveTo>
                    <a:cubicBezTo>
                      <a:pt x="30" y="20"/>
                      <a:pt x="30" y="48"/>
                      <a:pt x="15" y="73"/>
                    </a:cubicBezTo>
                    <a:cubicBezTo>
                      <a:pt x="10" y="79"/>
                      <a:pt x="6" y="85"/>
                      <a:pt x="0" y="90"/>
                    </a:cubicBezTo>
                    <a:cubicBezTo>
                      <a:pt x="27" y="95"/>
                      <a:pt x="56" y="107"/>
                      <a:pt x="84" y="125"/>
                    </a:cubicBezTo>
                    <a:cubicBezTo>
                      <a:pt x="86" y="126"/>
                      <a:pt x="88" y="127"/>
                      <a:pt x="90" y="129"/>
                    </a:cubicBezTo>
                    <a:cubicBezTo>
                      <a:pt x="101" y="139"/>
                      <a:pt x="109" y="146"/>
                      <a:pt x="109" y="146"/>
                    </a:cubicBezTo>
                    <a:cubicBezTo>
                      <a:pt x="106" y="152"/>
                      <a:pt x="104" y="158"/>
                      <a:pt x="101" y="163"/>
                    </a:cubicBezTo>
                    <a:cubicBezTo>
                      <a:pt x="96" y="160"/>
                      <a:pt x="91" y="156"/>
                      <a:pt x="88" y="155"/>
                    </a:cubicBezTo>
                    <a:cubicBezTo>
                      <a:pt x="79" y="149"/>
                      <a:pt x="67" y="152"/>
                      <a:pt x="61" y="161"/>
                    </a:cubicBezTo>
                    <a:cubicBezTo>
                      <a:pt x="55" y="171"/>
                      <a:pt x="58" y="183"/>
                      <a:pt x="67" y="189"/>
                    </a:cubicBezTo>
                    <a:cubicBezTo>
                      <a:pt x="71" y="191"/>
                      <a:pt x="85" y="200"/>
                      <a:pt x="89" y="203"/>
                    </a:cubicBezTo>
                    <a:cubicBezTo>
                      <a:pt x="90" y="203"/>
                      <a:pt x="122" y="223"/>
                      <a:pt x="122" y="223"/>
                    </a:cubicBezTo>
                    <a:cubicBezTo>
                      <a:pt x="122" y="239"/>
                      <a:pt x="132" y="291"/>
                      <a:pt x="132" y="291"/>
                    </a:cubicBezTo>
                    <a:cubicBezTo>
                      <a:pt x="201" y="330"/>
                      <a:pt x="201" y="330"/>
                      <a:pt x="201" y="330"/>
                    </a:cubicBezTo>
                    <a:cubicBezTo>
                      <a:pt x="248" y="205"/>
                      <a:pt x="248" y="205"/>
                      <a:pt x="248" y="205"/>
                    </a:cubicBezTo>
                    <a:cubicBezTo>
                      <a:pt x="260" y="195"/>
                      <a:pt x="273" y="191"/>
                      <a:pt x="282" y="176"/>
                    </a:cubicBezTo>
                    <a:cubicBezTo>
                      <a:pt x="287" y="168"/>
                      <a:pt x="293" y="162"/>
                      <a:pt x="296" y="153"/>
                    </a:cubicBezTo>
                    <a:cubicBezTo>
                      <a:pt x="208" y="89"/>
                      <a:pt x="208" y="89"/>
                      <a:pt x="208" y="89"/>
                    </a:cubicBezTo>
                    <a:cubicBezTo>
                      <a:pt x="223" y="64"/>
                      <a:pt x="223" y="64"/>
                      <a:pt x="223" y="64"/>
                    </a:cubicBezTo>
                    <a:lnTo>
                      <a:pt x="17" y="0"/>
                    </a:ln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6" name="Freeform 40"/>
              <p:cNvSpPr>
                <a:spLocks/>
              </p:cNvSpPr>
              <p:nvPr/>
            </p:nvSpPr>
            <p:spPr bwMode="auto">
              <a:xfrm>
                <a:off x="9778809" y="3259906"/>
                <a:ext cx="18735" cy="18735"/>
              </a:xfrm>
              <a:custGeom>
                <a:avLst/>
                <a:gdLst>
                  <a:gd name="T0" fmla="*/ 11 w 15"/>
                  <a:gd name="T1" fmla="*/ 2 h 16"/>
                  <a:gd name="T2" fmla="*/ 13 w 15"/>
                  <a:gd name="T3" fmla="*/ 12 h 16"/>
                  <a:gd name="T4" fmla="*/ 4 w 15"/>
                  <a:gd name="T5" fmla="*/ 14 h 16"/>
                  <a:gd name="T6" fmla="*/ 2 w 15"/>
                  <a:gd name="T7" fmla="*/ 5 h 16"/>
                  <a:gd name="T8" fmla="*/ 11 w 15"/>
                  <a:gd name="T9" fmla="*/ 2 h 16"/>
                </a:gdLst>
                <a:ahLst/>
                <a:cxnLst>
                  <a:cxn ang="0">
                    <a:pos x="T0" y="T1"/>
                  </a:cxn>
                  <a:cxn ang="0">
                    <a:pos x="T2" y="T3"/>
                  </a:cxn>
                  <a:cxn ang="0">
                    <a:pos x="T4" y="T5"/>
                  </a:cxn>
                  <a:cxn ang="0">
                    <a:pos x="T6" y="T7"/>
                  </a:cxn>
                  <a:cxn ang="0">
                    <a:pos x="T8" y="T9"/>
                  </a:cxn>
                </a:cxnLst>
                <a:rect l="0" t="0" r="r" b="b"/>
                <a:pathLst>
                  <a:path w="15" h="16">
                    <a:moveTo>
                      <a:pt x="11" y="2"/>
                    </a:moveTo>
                    <a:cubicBezTo>
                      <a:pt x="14" y="4"/>
                      <a:pt x="15" y="9"/>
                      <a:pt x="13" y="12"/>
                    </a:cubicBezTo>
                    <a:cubicBezTo>
                      <a:pt x="11" y="15"/>
                      <a:pt x="7" y="16"/>
                      <a:pt x="4" y="14"/>
                    </a:cubicBezTo>
                    <a:cubicBezTo>
                      <a:pt x="1" y="12"/>
                      <a:pt x="0" y="8"/>
                      <a:pt x="2" y="5"/>
                    </a:cubicBezTo>
                    <a:cubicBezTo>
                      <a:pt x="4" y="1"/>
                      <a:pt x="8" y="0"/>
                      <a:pt x="11" y="2"/>
                    </a:cubicBezTo>
                    <a:close/>
                  </a:path>
                </a:pathLst>
              </a:custGeom>
              <a:solidFill>
                <a:srgbClr val="002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7" name="Freeform 41"/>
              <p:cNvSpPr>
                <a:spLocks/>
              </p:cNvSpPr>
              <p:nvPr/>
            </p:nvSpPr>
            <p:spPr bwMode="auto">
              <a:xfrm>
                <a:off x="9816280" y="3356259"/>
                <a:ext cx="179324" cy="230177"/>
              </a:xfrm>
              <a:custGeom>
                <a:avLst/>
                <a:gdLst>
                  <a:gd name="T0" fmla="*/ 130 w 142"/>
                  <a:gd name="T1" fmla="*/ 0 h 184"/>
                  <a:gd name="T2" fmla="*/ 46 w 142"/>
                  <a:gd name="T3" fmla="*/ 69 h 184"/>
                  <a:gd name="T4" fmla="*/ 0 w 142"/>
                  <a:gd name="T5" fmla="*/ 59 h 184"/>
                  <a:gd name="T6" fmla="*/ 26 w 142"/>
                  <a:gd name="T7" fmla="*/ 171 h 184"/>
                  <a:gd name="T8" fmla="*/ 50 w 142"/>
                  <a:gd name="T9" fmla="*/ 184 h 184"/>
                  <a:gd name="T10" fmla="*/ 103 w 142"/>
                  <a:gd name="T11" fmla="*/ 137 h 184"/>
                  <a:gd name="T12" fmla="*/ 99 w 142"/>
                  <a:gd name="T13" fmla="*/ 75 h 184"/>
                  <a:gd name="T14" fmla="*/ 128 w 142"/>
                  <a:gd name="T15" fmla="*/ 38 h 184"/>
                  <a:gd name="T16" fmla="*/ 129 w 142"/>
                  <a:gd name="T17" fmla="*/ 33 h 184"/>
                  <a:gd name="T18" fmla="*/ 132 w 142"/>
                  <a:gd name="T19" fmla="*/ 31 h 184"/>
                  <a:gd name="T20" fmla="*/ 142 w 142"/>
                  <a:gd name="T21" fmla="*/ 7 h 184"/>
                  <a:gd name="T22" fmla="*/ 130 w 142"/>
                  <a:gd name="T23" fmla="*/ 0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2" h="184">
                    <a:moveTo>
                      <a:pt x="130" y="0"/>
                    </a:moveTo>
                    <a:cubicBezTo>
                      <a:pt x="46" y="69"/>
                      <a:pt x="46" y="69"/>
                      <a:pt x="46" y="69"/>
                    </a:cubicBezTo>
                    <a:cubicBezTo>
                      <a:pt x="0" y="59"/>
                      <a:pt x="0" y="59"/>
                      <a:pt x="0" y="59"/>
                    </a:cubicBezTo>
                    <a:cubicBezTo>
                      <a:pt x="26" y="171"/>
                      <a:pt x="26" y="171"/>
                      <a:pt x="26" y="171"/>
                    </a:cubicBezTo>
                    <a:cubicBezTo>
                      <a:pt x="50" y="184"/>
                      <a:pt x="50" y="184"/>
                      <a:pt x="50" y="184"/>
                    </a:cubicBezTo>
                    <a:cubicBezTo>
                      <a:pt x="103" y="137"/>
                      <a:pt x="103" y="137"/>
                      <a:pt x="103" y="137"/>
                    </a:cubicBezTo>
                    <a:cubicBezTo>
                      <a:pt x="99" y="75"/>
                      <a:pt x="99" y="75"/>
                      <a:pt x="99" y="75"/>
                    </a:cubicBezTo>
                    <a:cubicBezTo>
                      <a:pt x="110" y="64"/>
                      <a:pt x="120" y="52"/>
                      <a:pt x="128" y="38"/>
                    </a:cubicBezTo>
                    <a:cubicBezTo>
                      <a:pt x="128" y="36"/>
                      <a:pt x="128" y="35"/>
                      <a:pt x="129" y="33"/>
                    </a:cubicBezTo>
                    <a:cubicBezTo>
                      <a:pt x="130" y="32"/>
                      <a:pt x="131" y="32"/>
                      <a:pt x="132" y="31"/>
                    </a:cubicBezTo>
                    <a:cubicBezTo>
                      <a:pt x="136" y="23"/>
                      <a:pt x="139" y="15"/>
                      <a:pt x="142" y="7"/>
                    </a:cubicBezTo>
                    <a:lnTo>
                      <a:pt x="130" y="0"/>
                    </a:lnTo>
                    <a:close/>
                  </a:path>
                </a:pathLst>
              </a:custGeom>
              <a:solidFill>
                <a:srgbClr val="FFB9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sp>
        <p:nvSpPr>
          <p:cNvPr id="48" name="TextBox 47"/>
          <p:cNvSpPr txBox="1"/>
          <p:nvPr userDrawn="1"/>
        </p:nvSpPr>
        <p:spPr>
          <a:xfrm>
            <a:off x="148079" y="296862"/>
            <a:ext cx="4337341" cy="683264"/>
          </a:xfrm>
          <a:prstGeom prst="rect">
            <a:avLst/>
          </a:prstGeom>
          <a:noFill/>
        </p:spPr>
        <p:txBody>
          <a:bodyPr wrap="none" lIns="182880" tIns="146304" rIns="182880" bIns="146304" rtlCol="0">
            <a:spAutoFit/>
          </a:bodyPr>
          <a:lstStyle/>
          <a:p>
            <a:pPr>
              <a:lnSpc>
                <a:spcPct val="90000"/>
              </a:lnSpc>
              <a:spcAft>
                <a:spcPts val="600"/>
              </a:spcAft>
            </a:pPr>
            <a:r>
              <a:rPr lang="en-US" sz="2800">
                <a:solidFill>
                  <a:srgbClr val="737373"/>
                </a:solidFill>
                <a:latin typeface="+mj-lt"/>
              </a:rPr>
              <a:t>Microsoft Virtual Academy</a:t>
            </a:r>
          </a:p>
        </p:txBody>
      </p:sp>
    </p:spTree>
    <p:extLst>
      <p:ext uri="{BB962C8B-B14F-4D97-AF65-F5344CB8AC3E}">
        <p14:creationId xmlns:p14="http://schemas.microsoft.com/office/powerpoint/2010/main" val="207113865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2" name="Rectangle 1"/>
          <p:cNvSpPr/>
          <p:nvPr userDrawn="1"/>
        </p:nvSpPr>
        <p:spPr bwMode="auto">
          <a:xfrm>
            <a:off x="8809037" y="0"/>
            <a:ext cx="3627437" cy="6994525"/>
          </a:xfrm>
          <a:prstGeom prst="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2" hasCustomPrompt="1"/>
          </p:nvPr>
        </p:nvSpPr>
        <p:spPr>
          <a:xfrm>
            <a:off x="274638" y="2774679"/>
            <a:ext cx="8436348" cy="914400"/>
          </a:xfrm>
          <a:noFill/>
        </p:spPr>
        <p:txBody>
          <a:bodyPr lIns="91440" tIns="91440" rIns="91440" bIns="91440">
            <a:noAutofit/>
          </a:bodyPr>
          <a:lstStyle>
            <a:lvl1pPr marL="0" indent="0">
              <a:spcBef>
                <a:spcPts val="0"/>
              </a:spcBef>
              <a:buNone/>
              <a:defRPr sz="2800" spc="0" baseline="0">
                <a:gradFill>
                  <a:gsLst>
                    <a:gs pos="0">
                      <a:schemeClr val="tx1"/>
                    </a:gs>
                    <a:gs pos="100000">
                      <a:schemeClr val="tx1"/>
                    </a:gs>
                  </a:gsLst>
                  <a:lin ang="5400000" scaled="0"/>
                </a:gradFill>
                <a:latin typeface="+mj-lt"/>
              </a:defRPr>
            </a:lvl1pPr>
          </a:lstStyle>
          <a:p>
            <a:pPr lvl="0"/>
            <a:r>
              <a:rPr lang="en-US" dirty="0"/>
              <a:t>Speaker Name</a:t>
            </a:r>
          </a:p>
        </p:txBody>
      </p:sp>
      <p:sp>
        <p:nvSpPr>
          <p:cNvPr id="9" name="Title 1"/>
          <p:cNvSpPr>
            <a:spLocks noGrp="1"/>
          </p:cNvSpPr>
          <p:nvPr>
            <p:ph type="title" hasCustomPrompt="1"/>
          </p:nvPr>
        </p:nvSpPr>
        <p:spPr>
          <a:xfrm>
            <a:off x="274637" y="1677399"/>
            <a:ext cx="8436348" cy="1097280"/>
          </a:xfrm>
          <a:noFill/>
        </p:spPr>
        <p:txBody>
          <a:bodyPr lIns="91440" tIns="91440" rIns="91440" bIns="91440" anchor="t" anchorCtr="0"/>
          <a:lstStyle>
            <a:lvl1pPr>
              <a:defRPr sz="6000" spc="-80" baseline="0">
                <a:solidFill>
                  <a:srgbClr val="0072C6"/>
                </a:solidFill>
              </a:defRPr>
            </a:lvl1pPr>
          </a:lstStyle>
          <a:p>
            <a:r>
              <a:rPr lang="en-US" dirty="0"/>
              <a:t>Presentation title</a:t>
            </a:r>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invGray">
          <a:xfrm>
            <a:off x="350837" y="6164262"/>
            <a:ext cx="1645920" cy="352578"/>
          </a:xfrm>
          <a:prstGeom prst="rect">
            <a:avLst/>
          </a:prstGeom>
        </p:spPr>
      </p:pic>
      <p:grpSp>
        <p:nvGrpSpPr>
          <p:cNvPr id="49" name="Group 48"/>
          <p:cNvGrpSpPr/>
          <p:nvPr userDrawn="1"/>
        </p:nvGrpSpPr>
        <p:grpSpPr>
          <a:xfrm>
            <a:off x="9258067" y="1695132"/>
            <a:ext cx="2805578" cy="3604260"/>
            <a:chOff x="4173933" y="1990739"/>
            <a:chExt cx="2457160" cy="3156656"/>
          </a:xfrm>
        </p:grpSpPr>
        <p:sp>
          <p:nvSpPr>
            <p:cNvPr id="50" name="Freeform 8"/>
            <p:cNvSpPr>
              <a:spLocks noEditPoints="1"/>
            </p:cNvSpPr>
            <p:nvPr/>
          </p:nvSpPr>
          <p:spPr bwMode="auto">
            <a:xfrm>
              <a:off x="4825097" y="2367213"/>
              <a:ext cx="1197063" cy="1195470"/>
            </a:xfrm>
            <a:custGeom>
              <a:avLst/>
              <a:gdLst>
                <a:gd name="T0" fmla="*/ 670 w 1598"/>
                <a:gd name="T1" fmla="*/ 1577 h 1597"/>
                <a:gd name="T2" fmla="*/ 760 w 1598"/>
                <a:gd name="T3" fmla="*/ 1597 h 1597"/>
                <a:gd name="T4" fmla="*/ 917 w 1598"/>
                <a:gd name="T5" fmla="*/ 1569 h 1597"/>
                <a:gd name="T6" fmla="*/ 839 w 1598"/>
                <a:gd name="T7" fmla="*/ 1597 h 1597"/>
                <a:gd name="T8" fmla="*/ 516 w 1598"/>
                <a:gd name="T9" fmla="*/ 1535 h 1597"/>
                <a:gd name="T10" fmla="*/ 602 w 1598"/>
                <a:gd name="T11" fmla="*/ 1573 h 1597"/>
                <a:gd name="T12" fmla="*/ 1070 w 1598"/>
                <a:gd name="T13" fmla="*/ 1529 h 1597"/>
                <a:gd name="T14" fmla="*/ 997 w 1598"/>
                <a:gd name="T15" fmla="*/ 1573 h 1597"/>
                <a:gd name="T16" fmla="*/ 374 w 1598"/>
                <a:gd name="T17" fmla="*/ 1463 h 1597"/>
                <a:gd name="T18" fmla="*/ 452 w 1598"/>
                <a:gd name="T19" fmla="*/ 1517 h 1597"/>
                <a:gd name="T20" fmla="*/ 1211 w 1598"/>
                <a:gd name="T21" fmla="*/ 1460 h 1597"/>
                <a:gd name="T22" fmla="*/ 1147 w 1598"/>
                <a:gd name="T23" fmla="*/ 1517 h 1597"/>
                <a:gd name="T24" fmla="*/ 249 w 1598"/>
                <a:gd name="T25" fmla="*/ 1364 h 1597"/>
                <a:gd name="T26" fmla="*/ 317 w 1598"/>
                <a:gd name="T27" fmla="*/ 1433 h 1597"/>
                <a:gd name="T28" fmla="*/ 1336 w 1598"/>
                <a:gd name="T29" fmla="*/ 1363 h 1597"/>
                <a:gd name="T30" fmla="*/ 1282 w 1598"/>
                <a:gd name="T31" fmla="*/ 1432 h 1597"/>
                <a:gd name="T32" fmla="*/ 146 w 1598"/>
                <a:gd name="T33" fmla="*/ 1242 h 1597"/>
                <a:gd name="T34" fmla="*/ 201 w 1598"/>
                <a:gd name="T35" fmla="*/ 1323 h 1597"/>
                <a:gd name="T36" fmla="*/ 1438 w 1598"/>
                <a:gd name="T37" fmla="*/ 1244 h 1597"/>
                <a:gd name="T38" fmla="*/ 1398 w 1598"/>
                <a:gd name="T39" fmla="*/ 1323 h 1597"/>
                <a:gd name="T40" fmla="*/ 71 w 1598"/>
                <a:gd name="T41" fmla="*/ 1102 h 1597"/>
                <a:gd name="T42" fmla="*/ 110 w 1598"/>
                <a:gd name="T43" fmla="*/ 1192 h 1597"/>
                <a:gd name="T44" fmla="*/ 1515 w 1598"/>
                <a:gd name="T45" fmla="*/ 1106 h 1597"/>
                <a:gd name="T46" fmla="*/ 1489 w 1598"/>
                <a:gd name="T47" fmla="*/ 1192 h 1597"/>
                <a:gd name="T48" fmla="*/ 25 w 1598"/>
                <a:gd name="T49" fmla="*/ 949 h 1597"/>
                <a:gd name="T50" fmla="*/ 47 w 1598"/>
                <a:gd name="T51" fmla="*/ 1046 h 1597"/>
                <a:gd name="T52" fmla="*/ 1562 w 1598"/>
                <a:gd name="T53" fmla="*/ 956 h 1597"/>
                <a:gd name="T54" fmla="*/ 1552 w 1598"/>
                <a:gd name="T55" fmla="*/ 1045 h 1597"/>
                <a:gd name="T56" fmla="*/ 10 w 1598"/>
                <a:gd name="T57" fmla="*/ 790 h 1597"/>
                <a:gd name="T58" fmla="*/ 16 w 1598"/>
                <a:gd name="T59" fmla="*/ 890 h 1597"/>
                <a:gd name="T60" fmla="*/ 1574 w 1598"/>
                <a:gd name="T61" fmla="*/ 878 h 1597"/>
                <a:gd name="T62" fmla="*/ 1598 w 1598"/>
                <a:gd name="T63" fmla="*/ 797 h 1597"/>
                <a:gd name="T64" fmla="*/ 14 w 1598"/>
                <a:gd name="T65" fmla="*/ 730 h 1597"/>
                <a:gd name="T66" fmla="*/ 28 w 1598"/>
                <a:gd name="T67" fmla="*/ 631 h 1597"/>
                <a:gd name="T68" fmla="*/ 1584 w 1598"/>
                <a:gd name="T69" fmla="*/ 727 h 1597"/>
                <a:gd name="T70" fmla="*/ 1581 w 1598"/>
                <a:gd name="T71" fmla="*/ 637 h 1597"/>
                <a:gd name="T72" fmla="*/ 46 w 1598"/>
                <a:gd name="T73" fmla="*/ 574 h 1597"/>
                <a:gd name="T74" fmla="*/ 78 w 1598"/>
                <a:gd name="T75" fmla="*/ 480 h 1597"/>
                <a:gd name="T76" fmla="*/ 1551 w 1598"/>
                <a:gd name="T77" fmla="*/ 571 h 1597"/>
                <a:gd name="T78" fmla="*/ 1533 w 1598"/>
                <a:gd name="T79" fmla="*/ 482 h 1597"/>
                <a:gd name="T80" fmla="*/ 109 w 1598"/>
                <a:gd name="T81" fmla="*/ 427 h 1597"/>
                <a:gd name="T82" fmla="*/ 157 w 1598"/>
                <a:gd name="T83" fmla="*/ 341 h 1597"/>
                <a:gd name="T84" fmla="*/ 1488 w 1598"/>
                <a:gd name="T85" fmla="*/ 425 h 1597"/>
                <a:gd name="T86" fmla="*/ 1454 w 1598"/>
                <a:gd name="T87" fmla="*/ 341 h 1597"/>
                <a:gd name="T88" fmla="*/ 200 w 1598"/>
                <a:gd name="T89" fmla="*/ 296 h 1597"/>
                <a:gd name="T90" fmla="*/ 262 w 1598"/>
                <a:gd name="T91" fmla="*/ 221 h 1597"/>
                <a:gd name="T92" fmla="*/ 1396 w 1598"/>
                <a:gd name="T93" fmla="*/ 294 h 1597"/>
                <a:gd name="T94" fmla="*/ 1348 w 1598"/>
                <a:gd name="T95" fmla="*/ 219 h 1597"/>
                <a:gd name="T96" fmla="*/ 315 w 1598"/>
                <a:gd name="T97" fmla="*/ 186 h 1597"/>
                <a:gd name="T98" fmla="*/ 389 w 1598"/>
                <a:gd name="T99" fmla="*/ 125 h 1597"/>
                <a:gd name="T100" fmla="*/ 1281 w 1598"/>
                <a:gd name="T101" fmla="*/ 184 h 1597"/>
                <a:gd name="T102" fmla="*/ 1220 w 1598"/>
                <a:gd name="T103" fmla="*/ 120 h 1597"/>
                <a:gd name="T104" fmla="*/ 451 w 1598"/>
                <a:gd name="T105" fmla="*/ 101 h 1597"/>
                <a:gd name="T106" fmla="*/ 533 w 1598"/>
                <a:gd name="T107" fmla="*/ 56 h 1597"/>
                <a:gd name="T108" fmla="*/ 1145 w 1598"/>
                <a:gd name="T109" fmla="*/ 100 h 1597"/>
                <a:gd name="T110" fmla="*/ 1075 w 1598"/>
                <a:gd name="T111" fmla="*/ 49 h 1597"/>
                <a:gd name="T112" fmla="*/ 600 w 1598"/>
                <a:gd name="T113" fmla="*/ 46 h 1597"/>
                <a:gd name="T114" fmla="*/ 688 w 1598"/>
                <a:gd name="T115" fmla="*/ 18 h 1597"/>
                <a:gd name="T116" fmla="*/ 995 w 1598"/>
                <a:gd name="T117" fmla="*/ 45 h 1597"/>
                <a:gd name="T118" fmla="*/ 919 w 1598"/>
                <a:gd name="T119" fmla="*/ 9 h 1597"/>
                <a:gd name="T120" fmla="*/ 758 w 1598"/>
                <a:gd name="T121" fmla="*/ 21 h 1597"/>
                <a:gd name="T122" fmla="*/ 848 w 1598"/>
                <a:gd name="T123" fmla="*/ 12 h 1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98" h="1597">
                  <a:moveTo>
                    <a:pt x="760" y="1597"/>
                  </a:moveTo>
                  <a:cubicBezTo>
                    <a:pt x="759" y="1597"/>
                    <a:pt x="759" y="1597"/>
                    <a:pt x="759" y="1597"/>
                  </a:cubicBezTo>
                  <a:cubicBezTo>
                    <a:pt x="732" y="1595"/>
                    <a:pt x="705" y="1593"/>
                    <a:pt x="679" y="1589"/>
                  </a:cubicBezTo>
                  <a:cubicBezTo>
                    <a:pt x="673" y="1588"/>
                    <a:pt x="669" y="1583"/>
                    <a:pt x="670" y="1577"/>
                  </a:cubicBezTo>
                  <a:cubicBezTo>
                    <a:pt x="671" y="1572"/>
                    <a:pt x="676" y="1568"/>
                    <a:pt x="682" y="1569"/>
                  </a:cubicBezTo>
                  <a:cubicBezTo>
                    <a:pt x="707" y="1573"/>
                    <a:pt x="734" y="1575"/>
                    <a:pt x="760" y="1577"/>
                  </a:cubicBezTo>
                  <a:cubicBezTo>
                    <a:pt x="766" y="1577"/>
                    <a:pt x="770" y="1582"/>
                    <a:pt x="770" y="1587"/>
                  </a:cubicBezTo>
                  <a:cubicBezTo>
                    <a:pt x="769" y="1592"/>
                    <a:pt x="765" y="1597"/>
                    <a:pt x="760" y="1597"/>
                  </a:cubicBezTo>
                  <a:close/>
                  <a:moveTo>
                    <a:pt x="839" y="1597"/>
                  </a:moveTo>
                  <a:cubicBezTo>
                    <a:pt x="834" y="1597"/>
                    <a:pt x="830" y="1592"/>
                    <a:pt x="829" y="1587"/>
                  </a:cubicBezTo>
                  <a:cubicBezTo>
                    <a:pt x="829" y="1582"/>
                    <a:pt x="833" y="1577"/>
                    <a:pt x="839" y="1577"/>
                  </a:cubicBezTo>
                  <a:cubicBezTo>
                    <a:pt x="865" y="1575"/>
                    <a:pt x="892" y="1573"/>
                    <a:pt x="917" y="1569"/>
                  </a:cubicBezTo>
                  <a:cubicBezTo>
                    <a:pt x="923" y="1568"/>
                    <a:pt x="928" y="1572"/>
                    <a:pt x="929" y="1577"/>
                  </a:cubicBezTo>
                  <a:cubicBezTo>
                    <a:pt x="930" y="1583"/>
                    <a:pt x="926" y="1588"/>
                    <a:pt x="920" y="1588"/>
                  </a:cubicBezTo>
                  <a:cubicBezTo>
                    <a:pt x="894" y="1592"/>
                    <a:pt x="867" y="1595"/>
                    <a:pt x="840" y="1597"/>
                  </a:cubicBezTo>
                  <a:lnTo>
                    <a:pt x="839" y="1597"/>
                  </a:lnTo>
                  <a:close/>
                  <a:moveTo>
                    <a:pt x="602" y="1573"/>
                  </a:moveTo>
                  <a:cubicBezTo>
                    <a:pt x="601" y="1573"/>
                    <a:pt x="600" y="1573"/>
                    <a:pt x="599" y="1572"/>
                  </a:cubicBezTo>
                  <a:cubicBezTo>
                    <a:pt x="573" y="1566"/>
                    <a:pt x="547" y="1558"/>
                    <a:pt x="522" y="1548"/>
                  </a:cubicBezTo>
                  <a:cubicBezTo>
                    <a:pt x="517" y="1546"/>
                    <a:pt x="514" y="1541"/>
                    <a:pt x="516" y="1535"/>
                  </a:cubicBezTo>
                  <a:cubicBezTo>
                    <a:pt x="518" y="1530"/>
                    <a:pt x="524" y="1528"/>
                    <a:pt x="529" y="1530"/>
                  </a:cubicBezTo>
                  <a:cubicBezTo>
                    <a:pt x="554" y="1539"/>
                    <a:pt x="579" y="1547"/>
                    <a:pt x="604" y="1553"/>
                  </a:cubicBezTo>
                  <a:cubicBezTo>
                    <a:pt x="610" y="1554"/>
                    <a:pt x="613" y="1560"/>
                    <a:pt x="612" y="1565"/>
                  </a:cubicBezTo>
                  <a:cubicBezTo>
                    <a:pt x="610" y="1570"/>
                    <a:pt x="606" y="1573"/>
                    <a:pt x="602" y="1573"/>
                  </a:cubicBezTo>
                  <a:close/>
                  <a:moveTo>
                    <a:pt x="997" y="1573"/>
                  </a:moveTo>
                  <a:cubicBezTo>
                    <a:pt x="993" y="1573"/>
                    <a:pt x="989" y="1570"/>
                    <a:pt x="987" y="1565"/>
                  </a:cubicBezTo>
                  <a:cubicBezTo>
                    <a:pt x="986" y="1560"/>
                    <a:pt x="989" y="1554"/>
                    <a:pt x="995" y="1553"/>
                  </a:cubicBezTo>
                  <a:cubicBezTo>
                    <a:pt x="1020" y="1546"/>
                    <a:pt x="1045" y="1538"/>
                    <a:pt x="1070" y="1529"/>
                  </a:cubicBezTo>
                  <a:cubicBezTo>
                    <a:pt x="1075" y="1527"/>
                    <a:pt x="1081" y="1530"/>
                    <a:pt x="1083" y="1535"/>
                  </a:cubicBezTo>
                  <a:cubicBezTo>
                    <a:pt x="1085" y="1540"/>
                    <a:pt x="1082" y="1546"/>
                    <a:pt x="1077" y="1548"/>
                  </a:cubicBezTo>
                  <a:cubicBezTo>
                    <a:pt x="1052" y="1557"/>
                    <a:pt x="1026" y="1565"/>
                    <a:pt x="1000" y="1572"/>
                  </a:cubicBezTo>
                  <a:cubicBezTo>
                    <a:pt x="999" y="1572"/>
                    <a:pt x="998" y="1573"/>
                    <a:pt x="997" y="1573"/>
                  </a:cubicBezTo>
                  <a:close/>
                  <a:moveTo>
                    <a:pt x="452" y="1517"/>
                  </a:moveTo>
                  <a:cubicBezTo>
                    <a:pt x="451" y="1517"/>
                    <a:pt x="449" y="1517"/>
                    <a:pt x="448" y="1516"/>
                  </a:cubicBezTo>
                  <a:cubicBezTo>
                    <a:pt x="424" y="1505"/>
                    <a:pt x="400" y="1491"/>
                    <a:pt x="377" y="1477"/>
                  </a:cubicBezTo>
                  <a:cubicBezTo>
                    <a:pt x="372" y="1474"/>
                    <a:pt x="371" y="1468"/>
                    <a:pt x="374" y="1463"/>
                  </a:cubicBezTo>
                  <a:cubicBezTo>
                    <a:pt x="377" y="1459"/>
                    <a:pt x="383" y="1457"/>
                    <a:pt x="388" y="1460"/>
                  </a:cubicBezTo>
                  <a:cubicBezTo>
                    <a:pt x="410" y="1474"/>
                    <a:pt x="433" y="1487"/>
                    <a:pt x="457" y="1498"/>
                  </a:cubicBezTo>
                  <a:cubicBezTo>
                    <a:pt x="462" y="1501"/>
                    <a:pt x="464" y="1507"/>
                    <a:pt x="461" y="1512"/>
                  </a:cubicBezTo>
                  <a:cubicBezTo>
                    <a:pt x="459" y="1515"/>
                    <a:pt x="456" y="1517"/>
                    <a:pt x="452" y="1517"/>
                  </a:cubicBezTo>
                  <a:close/>
                  <a:moveTo>
                    <a:pt x="1147" y="1517"/>
                  </a:moveTo>
                  <a:cubicBezTo>
                    <a:pt x="1143" y="1517"/>
                    <a:pt x="1139" y="1515"/>
                    <a:pt x="1138" y="1511"/>
                  </a:cubicBezTo>
                  <a:cubicBezTo>
                    <a:pt x="1135" y="1506"/>
                    <a:pt x="1137" y="1501"/>
                    <a:pt x="1142" y="1498"/>
                  </a:cubicBezTo>
                  <a:cubicBezTo>
                    <a:pt x="1166" y="1487"/>
                    <a:pt x="1189" y="1474"/>
                    <a:pt x="1211" y="1460"/>
                  </a:cubicBezTo>
                  <a:cubicBezTo>
                    <a:pt x="1216" y="1457"/>
                    <a:pt x="1222" y="1458"/>
                    <a:pt x="1225" y="1463"/>
                  </a:cubicBezTo>
                  <a:cubicBezTo>
                    <a:pt x="1228" y="1468"/>
                    <a:pt x="1226" y="1474"/>
                    <a:pt x="1222" y="1477"/>
                  </a:cubicBezTo>
                  <a:cubicBezTo>
                    <a:pt x="1199" y="1491"/>
                    <a:pt x="1175" y="1504"/>
                    <a:pt x="1151" y="1516"/>
                  </a:cubicBezTo>
                  <a:cubicBezTo>
                    <a:pt x="1150" y="1517"/>
                    <a:pt x="1148" y="1517"/>
                    <a:pt x="1147" y="1517"/>
                  </a:cubicBezTo>
                  <a:close/>
                  <a:moveTo>
                    <a:pt x="317" y="1433"/>
                  </a:moveTo>
                  <a:cubicBezTo>
                    <a:pt x="315" y="1433"/>
                    <a:pt x="313" y="1432"/>
                    <a:pt x="311" y="1431"/>
                  </a:cubicBezTo>
                  <a:cubicBezTo>
                    <a:pt x="289" y="1414"/>
                    <a:pt x="269" y="1397"/>
                    <a:pt x="249" y="1378"/>
                  </a:cubicBezTo>
                  <a:cubicBezTo>
                    <a:pt x="245" y="1374"/>
                    <a:pt x="245" y="1368"/>
                    <a:pt x="249" y="1364"/>
                  </a:cubicBezTo>
                  <a:cubicBezTo>
                    <a:pt x="253" y="1360"/>
                    <a:pt x="259" y="1360"/>
                    <a:pt x="263" y="1364"/>
                  </a:cubicBezTo>
                  <a:cubicBezTo>
                    <a:pt x="282" y="1382"/>
                    <a:pt x="302" y="1399"/>
                    <a:pt x="323" y="1415"/>
                  </a:cubicBezTo>
                  <a:cubicBezTo>
                    <a:pt x="327" y="1418"/>
                    <a:pt x="328" y="1425"/>
                    <a:pt x="325" y="1429"/>
                  </a:cubicBezTo>
                  <a:cubicBezTo>
                    <a:pt x="323" y="1432"/>
                    <a:pt x="320" y="1433"/>
                    <a:pt x="317" y="1433"/>
                  </a:cubicBezTo>
                  <a:close/>
                  <a:moveTo>
                    <a:pt x="1282" y="1432"/>
                  </a:moveTo>
                  <a:cubicBezTo>
                    <a:pt x="1279" y="1432"/>
                    <a:pt x="1276" y="1431"/>
                    <a:pt x="1274" y="1429"/>
                  </a:cubicBezTo>
                  <a:cubicBezTo>
                    <a:pt x="1271" y="1424"/>
                    <a:pt x="1271" y="1418"/>
                    <a:pt x="1276" y="1415"/>
                  </a:cubicBezTo>
                  <a:cubicBezTo>
                    <a:pt x="1297" y="1399"/>
                    <a:pt x="1317" y="1381"/>
                    <a:pt x="1336" y="1363"/>
                  </a:cubicBezTo>
                  <a:cubicBezTo>
                    <a:pt x="1340" y="1359"/>
                    <a:pt x="1346" y="1360"/>
                    <a:pt x="1350" y="1364"/>
                  </a:cubicBezTo>
                  <a:cubicBezTo>
                    <a:pt x="1354" y="1368"/>
                    <a:pt x="1353" y="1374"/>
                    <a:pt x="1349" y="1378"/>
                  </a:cubicBezTo>
                  <a:cubicBezTo>
                    <a:pt x="1330" y="1396"/>
                    <a:pt x="1309" y="1414"/>
                    <a:pt x="1288" y="1430"/>
                  </a:cubicBezTo>
                  <a:cubicBezTo>
                    <a:pt x="1286" y="1432"/>
                    <a:pt x="1284" y="1432"/>
                    <a:pt x="1282" y="1432"/>
                  </a:cubicBezTo>
                  <a:close/>
                  <a:moveTo>
                    <a:pt x="201" y="1323"/>
                  </a:moveTo>
                  <a:cubicBezTo>
                    <a:pt x="198" y="1323"/>
                    <a:pt x="196" y="1322"/>
                    <a:pt x="194" y="1320"/>
                  </a:cubicBezTo>
                  <a:cubicBezTo>
                    <a:pt x="176" y="1299"/>
                    <a:pt x="159" y="1278"/>
                    <a:pt x="144" y="1256"/>
                  </a:cubicBezTo>
                  <a:cubicBezTo>
                    <a:pt x="141" y="1251"/>
                    <a:pt x="142" y="1245"/>
                    <a:pt x="146" y="1242"/>
                  </a:cubicBezTo>
                  <a:cubicBezTo>
                    <a:pt x="151" y="1239"/>
                    <a:pt x="157" y="1240"/>
                    <a:pt x="160" y="1244"/>
                  </a:cubicBezTo>
                  <a:cubicBezTo>
                    <a:pt x="175" y="1266"/>
                    <a:pt x="192" y="1287"/>
                    <a:pt x="209" y="1307"/>
                  </a:cubicBezTo>
                  <a:cubicBezTo>
                    <a:pt x="212" y="1311"/>
                    <a:pt x="212" y="1317"/>
                    <a:pt x="208" y="1321"/>
                  </a:cubicBezTo>
                  <a:cubicBezTo>
                    <a:pt x="206" y="1322"/>
                    <a:pt x="203" y="1323"/>
                    <a:pt x="201" y="1323"/>
                  </a:cubicBezTo>
                  <a:close/>
                  <a:moveTo>
                    <a:pt x="1398" y="1323"/>
                  </a:moveTo>
                  <a:cubicBezTo>
                    <a:pt x="1395" y="1323"/>
                    <a:pt x="1393" y="1322"/>
                    <a:pt x="1391" y="1320"/>
                  </a:cubicBezTo>
                  <a:cubicBezTo>
                    <a:pt x="1387" y="1317"/>
                    <a:pt x="1386" y="1310"/>
                    <a:pt x="1390" y="1306"/>
                  </a:cubicBezTo>
                  <a:cubicBezTo>
                    <a:pt x="1407" y="1286"/>
                    <a:pt x="1423" y="1265"/>
                    <a:pt x="1438" y="1244"/>
                  </a:cubicBezTo>
                  <a:cubicBezTo>
                    <a:pt x="1441" y="1239"/>
                    <a:pt x="1448" y="1238"/>
                    <a:pt x="1452" y="1241"/>
                  </a:cubicBezTo>
                  <a:cubicBezTo>
                    <a:pt x="1457" y="1244"/>
                    <a:pt x="1458" y="1251"/>
                    <a:pt x="1455" y="1255"/>
                  </a:cubicBezTo>
                  <a:cubicBezTo>
                    <a:pt x="1439" y="1277"/>
                    <a:pt x="1423" y="1299"/>
                    <a:pt x="1405" y="1319"/>
                  </a:cubicBezTo>
                  <a:cubicBezTo>
                    <a:pt x="1403" y="1321"/>
                    <a:pt x="1400" y="1323"/>
                    <a:pt x="1398" y="1323"/>
                  </a:cubicBezTo>
                  <a:close/>
                  <a:moveTo>
                    <a:pt x="110" y="1192"/>
                  </a:moveTo>
                  <a:cubicBezTo>
                    <a:pt x="106" y="1192"/>
                    <a:pt x="103" y="1191"/>
                    <a:pt x="101" y="1187"/>
                  </a:cubicBezTo>
                  <a:cubicBezTo>
                    <a:pt x="88" y="1164"/>
                    <a:pt x="76" y="1139"/>
                    <a:pt x="65" y="1115"/>
                  </a:cubicBezTo>
                  <a:cubicBezTo>
                    <a:pt x="63" y="1110"/>
                    <a:pt x="65" y="1104"/>
                    <a:pt x="71" y="1102"/>
                  </a:cubicBezTo>
                  <a:cubicBezTo>
                    <a:pt x="76" y="1099"/>
                    <a:pt x="81" y="1102"/>
                    <a:pt x="84" y="1107"/>
                  </a:cubicBezTo>
                  <a:cubicBezTo>
                    <a:pt x="94" y="1131"/>
                    <a:pt x="106" y="1155"/>
                    <a:pt x="119" y="1177"/>
                  </a:cubicBezTo>
                  <a:cubicBezTo>
                    <a:pt x="121" y="1182"/>
                    <a:pt x="119" y="1188"/>
                    <a:pt x="115" y="1191"/>
                  </a:cubicBezTo>
                  <a:cubicBezTo>
                    <a:pt x="113" y="1192"/>
                    <a:pt x="111" y="1192"/>
                    <a:pt x="110" y="1192"/>
                  </a:cubicBezTo>
                  <a:close/>
                  <a:moveTo>
                    <a:pt x="1489" y="1192"/>
                  </a:moveTo>
                  <a:cubicBezTo>
                    <a:pt x="1487" y="1192"/>
                    <a:pt x="1485" y="1191"/>
                    <a:pt x="1484" y="1190"/>
                  </a:cubicBezTo>
                  <a:cubicBezTo>
                    <a:pt x="1479" y="1188"/>
                    <a:pt x="1477" y="1182"/>
                    <a:pt x="1480" y="1177"/>
                  </a:cubicBezTo>
                  <a:cubicBezTo>
                    <a:pt x="1493" y="1154"/>
                    <a:pt x="1505" y="1130"/>
                    <a:pt x="1515" y="1106"/>
                  </a:cubicBezTo>
                  <a:cubicBezTo>
                    <a:pt x="1517" y="1101"/>
                    <a:pt x="1523" y="1099"/>
                    <a:pt x="1528" y="1101"/>
                  </a:cubicBezTo>
                  <a:cubicBezTo>
                    <a:pt x="1533" y="1103"/>
                    <a:pt x="1535" y="1109"/>
                    <a:pt x="1533" y="1114"/>
                  </a:cubicBezTo>
                  <a:cubicBezTo>
                    <a:pt x="1523" y="1139"/>
                    <a:pt x="1511" y="1163"/>
                    <a:pt x="1498" y="1186"/>
                  </a:cubicBezTo>
                  <a:cubicBezTo>
                    <a:pt x="1496" y="1190"/>
                    <a:pt x="1492" y="1192"/>
                    <a:pt x="1489" y="1192"/>
                  </a:cubicBezTo>
                  <a:close/>
                  <a:moveTo>
                    <a:pt x="47" y="1046"/>
                  </a:moveTo>
                  <a:cubicBezTo>
                    <a:pt x="42" y="1046"/>
                    <a:pt x="38" y="1043"/>
                    <a:pt x="37" y="1039"/>
                  </a:cubicBezTo>
                  <a:cubicBezTo>
                    <a:pt x="29" y="1013"/>
                    <a:pt x="22" y="987"/>
                    <a:pt x="17" y="961"/>
                  </a:cubicBezTo>
                  <a:cubicBezTo>
                    <a:pt x="16" y="955"/>
                    <a:pt x="19" y="950"/>
                    <a:pt x="25" y="949"/>
                  </a:cubicBezTo>
                  <a:cubicBezTo>
                    <a:pt x="30" y="948"/>
                    <a:pt x="35" y="951"/>
                    <a:pt x="36" y="957"/>
                  </a:cubicBezTo>
                  <a:cubicBezTo>
                    <a:pt x="42" y="982"/>
                    <a:pt x="48" y="1008"/>
                    <a:pt x="56" y="1033"/>
                  </a:cubicBezTo>
                  <a:cubicBezTo>
                    <a:pt x="58" y="1038"/>
                    <a:pt x="55" y="1044"/>
                    <a:pt x="50" y="1045"/>
                  </a:cubicBezTo>
                  <a:cubicBezTo>
                    <a:pt x="49" y="1046"/>
                    <a:pt x="48" y="1046"/>
                    <a:pt x="47" y="1046"/>
                  </a:cubicBezTo>
                  <a:close/>
                  <a:moveTo>
                    <a:pt x="1552" y="1045"/>
                  </a:moveTo>
                  <a:cubicBezTo>
                    <a:pt x="1551" y="1045"/>
                    <a:pt x="1550" y="1045"/>
                    <a:pt x="1549" y="1045"/>
                  </a:cubicBezTo>
                  <a:cubicBezTo>
                    <a:pt x="1543" y="1043"/>
                    <a:pt x="1541" y="1037"/>
                    <a:pt x="1542" y="1032"/>
                  </a:cubicBezTo>
                  <a:cubicBezTo>
                    <a:pt x="1550" y="1007"/>
                    <a:pt x="1557" y="981"/>
                    <a:pt x="1562" y="956"/>
                  </a:cubicBezTo>
                  <a:cubicBezTo>
                    <a:pt x="1563" y="950"/>
                    <a:pt x="1568" y="947"/>
                    <a:pt x="1574" y="948"/>
                  </a:cubicBezTo>
                  <a:cubicBezTo>
                    <a:pt x="1579" y="949"/>
                    <a:pt x="1583" y="954"/>
                    <a:pt x="1582" y="960"/>
                  </a:cubicBezTo>
                  <a:cubicBezTo>
                    <a:pt x="1576" y="986"/>
                    <a:pt x="1569" y="1012"/>
                    <a:pt x="1561" y="1038"/>
                  </a:cubicBezTo>
                  <a:cubicBezTo>
                    <a:pt x="1560" y="1042"/>
                    <a:pt x="1556" y="1045"/>
                    <a:pt x="1552" y="1045"/>
                  </a:cubicBezTo>
                  <a:close/>
                  <a:moveTo>
                    <a:pt x="15" y="890"/>
                  </a:moveTo>
                  <a:cubicBezTo>
                    <a:pt x="9" y="890"/>
                    <a:pt x="5" y="886"/>
                    <a:pt x="5" y="881"/>
                  </a:cubicBezTo>
                  <a:cubicBezTo>
                    <a:pt x="2" y="854"/>
                    <a:pt x="1" y="827"/>
                    <a:pt x="0" y="800"/>
                  </a:cubicBezTo>
                  <a:cubicBezTo>
                    <a:pt x="0" y="794"/>
                    <a:pt x="5" y="790"/>
                    <a:pt x="10" y="790"/>
                  </a:cubicBezTo>
                  <a:cubicBezTo>
                    <a:pt x="10" y="790"/>
                    <a:pt x="10" y="790"/>
                    <a:pt x="10" y="790"/>
                  </a:cubicBezTo>
                  <a:cubicBezTo>
                    <a:pt x="16" y="790"/>
                    <a:pt x="20" y="794"/>
                    <a:pt x="20" y="800"/>
                  </a:cubicBezTo>
                  <a:cubicBezTo>
                    <a:pt x="21" y="826"/>
                    <a:pt x="22" y="853"/>
                    <a:pt x="24" y="879"/>
                  </a:cubicBezTo>
                  <a:cubicBezTo>
                    <a:pt x="25" y="884"/>
                    <a:pt x="21" y="889"/>
                    <a:pt x="16" y="890"/>
                  </a:cubicBezTo>
                  <a:lnTo>
                    <a:pt x="15" y="890"/>
                  </a:lnTo>
                  <a:close/>
                  <a:moveTo>
                    <a:pt x="1584" y="889"/>
                  </a:moveTo>
                  <a:cubicBezTo>
                    <a:pt x="1583" y="889"/>
                    <a:pt x="1583" y="889"/>
                    <a:pt x="1583" y="889"/>
                  </a:cubicBezTo>
                  <a:cubicBezTo>
                    <a:pt x="1577" y="888"/>
                    <a:pt x="1573" y="883"/>
                    <a:pt x="1574" y="878"/>
                  </a:cubicBezTo>
                  <a:cubicBezTo>
                    <a:pt x="1576" y="852"/>
                    <a:pt x="1578" y="825"/>
                    <a:pt x="1578" y="799"/>
                  </a:cubicBezTo>
                  <a:cubicBezTo>
                    <a:pt x="1578" y="797"/>
                    <a:pt x="1578" y="797"/>
                    <a:pt x="1578" y="797"/>
                  </a:cubicBezTo>
                  <a:cubicBezTo>
                    <a:pt x="1578" y="792"/>
                    <a:pt x="1582" y="787"/>
                    <a:pt x="1588" y="787"/>
                  </a:cubicBezTo>
                  <a:cubicBezTo>
                    <a:pt x="1593" y="787"/>
                    <a:pt x="1598" y="792"/>
                    <a:pt x="1598" y="797"/>
                  </a:cubicBezTo>
                  <a:cubicBezTo>
                    <a:pt x="1598" y="799"/>
                    <a:pt x="1598" y="799"/>
                    <a:pt x="1598" y="799"/>
                  </a:cubicBezTo>
                  <a:cubicBezTo>
                    <a:pt x="1598" y="826"/>
                    <a:pt x="1596" y="853"/>
                    <a:pt x="1594" y="880"/>
                  </a:cubicBezTo>
                  <a:cubicBezTo>
                    <a:pt x="1593" y="885"/>
                    <a:pt x="1589" y="889"/>
                    <a:pt x="1584" y="889"/>
                  </a:cubicBezTo>
                  <a:close/>
                  <a:moveTo>
                    <a:pt x="14" y="730"/>
                  </a:moveTo>
                  <a:cubicBezTo>
                    <a:pt x="13" y="730"/>
                    <a:pt x="13" y="730"/>
                    <a:pt x="13" y="730"/>
                  </a:cubicBezTo>
                  <a:cubicBezTo>
                    <a:pt x="8" y="730"/>
                    <a:pt x="4" y="725"/>
                    <a:pt x="4" y="719"/>
                  </a:cubicBezTo>
                  <a:cubicBezTo>
                    <a:pt x="7" y="692"/>
                    <a:pt x="11" y="665"/>
                    <a:pt x="16" y="639"/>
                  </a:cubicBezTo>
                  <a:cubicBezTo>
                    <a:pt x="18" y="634"/>
                    <a:pt x="23" y="630"/>
                    <a:pt x="28" y="631"/>
                  </a:cubicBezTo>
                  <a:cubicBezTo>
                    <a:pt x="34" y="632"/>
                    <a:pt x="37" y="638"/>
                    <a:pt x="36" y="643"/>
                  </a:cubicBezTo>
                  <a:cubicBezTo>
                    <a:pt x="31" y="669"/>
                    <a:pt x="27" y="695"/>
                    <a:pt x="24" y="721"/>
                  </a:cubicBezTo>
                  <a:cubicBezTo>
                    <a:pt x="24" y="726"/>
                    <a:pt x="19" y="730"/>
                    <a:pt x="14" y="730"/>
                  </a:cubicBezTo>
                  <a:close/>
                  <a:moveTo>
                    <a:pt x="1584" y="727"/>
                  </a:moveTo>
                  <a:cubicBezTo>
                    <a:pt x="1578" y="727"/>
                    <a:pt x="1574" y="724"/>
                    <a:pt x="1574" y="718"/>
                  </a:cubicBezTo>
                  <a:cubicBezTo>
                    <a:pt x="1571" y="692"/>
                    <a:pt x="1567" y="666"/>
                    <a:pt x="1562" y="641"/>
                  </a:cubicBezTo>
                  <a:cubicBezTo>
                    <a:pt x="1560" y="635"/>
                    <a:pt x="1564" y="630"/>
                    <a:pt x="1569" y="629"/>
                  </a:cubicBezTo>
                  <a:cubicBezTo>
                    <a:pt x="1575" y="628"/>
                    <a:pt x="1580" y="631"/>
                    <a:pt x="1581" y="637"/>
                  </a:cubicBezTo>
                  <a:cubicBezTo>
                    <a:pt x="1587" y="663"/>
                    <a:pt x="1591" y="690"/>
                    <a:pt x="1593" y="716"/>
                  </a:cubicBezTo>
                  <a:cubicBezTo>
                    <a:pt x="1594" y="722"/>
                    <a:pt x="1590" y="727"/>
                    <a:pt x="1585" y="727"/>
                  </a:cubicBezTo>
                  <a:lnTo>
                    <a:pt x="1584" y="727"/>
                  </a:lnTo>
                  <a:close/>
                  <a:moveTo>
                    <a:pt x="46" y="574"/>
                  </a:moveTo>
                  <a:cubicBezTo>
                    <a:pt x="45" y="574"/>
                    <a:pt x="44" y="574"/>
                    <a:pt x="43" y="573"/>
                  </a:cubicBezTo>
                  <a:cubicBezTo>
                    <a:pt x="38" y="572"/>
                    <a:pt x="35" y="566"/>
                    <a:pt x="37" y="561"/>
                  </a:cubicBezTo>
                  <a:cubicBezTo>
                    <a:pt x="45" y="535"/>
                    <a:pt x="54" y="510"/>
                    <a:pt x="65" y="485"/>
                  </a:cubicBezTo>
                  <a:cubicBezTo>
                    <a:pt x="67" y="480"/>
                    <a:pt x="73" y="477"/>
                    <a:pt x="78" y="480"/>
                  </a:cubicBezTo>
                  <a:cubicBezTo>
                    <a:pt x="83" y="482"/>
                    <a:pt x="85" y="488"/>
                    <a:pt x="83" y="493"/>
                  </a:cubicBezTo>
                  <a:cubicBezTo>
                    <a:pt x="73" y="517"/>
                    <a:pt x="63" y="542"/>
                    <a:pt x="56" y="567"/>
                  </a:cubicBezTo>
                  <a:cubicBezTo>
                    <a:pt x="54" y="571"/>
                    <a:pt x="50" y="574"/>
                    <a:pt x="46" y="574"/>
                  </a:cubicBezTo>
                  <a:close/>
                  <a:moveTo>
                    <a:pt x="1551" y="571"/>
                  </a:moveTo>
                  <a:cubicBezTo>
                    <a:pt x="1547" y="571"/>
                    <a:pt x="1543" y="569"/>
                    <a:pt x="1542" y="564"/>
                  </a:cubicBezTo>
                  <a:cubicBezTo>
                    <a:pt x="1534" y="539"/>
                    <a:pt x="1525" y="514"/>
                    <a:pt x="1514" y="490"/>
                  </a:cubicBezTo>
                  <a:cubicBezTo>
                    <a:pt x="1512" y="485"/>
                    <a:pt x="1514" y="479"/>
                    <a:pt x="1519" y="477"/>
                  </a:cubicBezTo>
                  <a:cubicBezTo>
                    <a:pt x="1524" y="475"/>
                    <a:pt x="1530" y="477"/>
                    <a:pt x="1533" y="482"/>
                  </a:cubicBezTo>
                  <a:cubicBezTo>
                    <a:pt x="1543" y="507"/>
                    <a:pt x="1553" y="533"/>
                    <a:pt x="1561" y="558"/>
                  </a:cubicBezTo>
                  <a:cubicBezTo>
                    <a:pt x="1562" y="564"/>
                    <a:pt x="1560" y="569"/>
                    <a:pt x="1554" y="571"/>
                  </a:cubicBezTo>
                  <a:cubicBezTo>
                    <a:pt x="1553" y="571"/>
                    <a:pt x="1552" y="571"/>
                    <a:pt x="1551" y="571"/>
                  </a:cubicBezTo>
                  <a:close/>
                  <a:moveTo>
                    <a:pt x="109" y="427"/>
                  </a:moveTo>
                  <a:cubicBezTo>
                    <a:pt x="107" y="427"/>
                    <a:pt x="106" y="427"/>
                    <a:pt x="104" y="426"/>
                  </a:cubicBezTo>
                  <a:cubicBezTo>
                    <a:pt x="99" y="423"/>
                    <a:pt x="98" y="417"/>
                    <a:pt x="100" y="412"/>
                  </a:cubicBezTo>
                  <a:cubicBezTo>
                    <a:pt x="113" y="389"/>
                    <a:pt x="128" y="366"/>
                    <a:pt x="143" y="344"/>
                  </a:cubicBezTo>
                  <a:cubicBezTo>
                    <a:pt x="146" y="339"/>
                    <a:pt x="152" y="338"/>
                    <a:pt x="157" y="341"/>
                  </a:cubicBezTo>
                  <a:cubicBezTo>
                    <a:pt x="161" y="344"/>
                    <a:pt x="163" y="350"/>
                    <a:pt x="159" y="355"/>
                  </a:cubicBezTo>
                  <a:cubicBezTo>
                    <a:pt x="144" y="377"/>
                    <a:pt x="130" y="399"/>
                    <a:pt x="118" y="422"/>
                  </a:cubicBezTo>
                  <a:cubicBezTo>
                    <a:pt x="116" y="425"/>
                    <a:pt x="112" y="427"/>
                    <a:pt x="109" y="427"/>
                  </a:cubicBezTo>
                  <a:close/>
                  <a:moveTo>
                    <a:pt x="1488" y="425"/>
                  </a:moveTo>
                  <a:cubicBezTo>
                    <a:pt x="1484" y="425"/>
                    <a:pt x="1481" y="423"/>
                    <a:pt x="1479" y="420"/>
                  </a:cubicBezTo>
                  <a:cubicBezTo>
                    <a:pt x="1466" y="397"/>
                    <a:pt x="1452" y="374"/>
                    <a:pt x="1437" y="353"/>
                  </a:cubicBezTo>
                  <a:cubicBezTo>
                    <a:pt x="1434" y="348"/>
                    <a:pt x="1435" y="342"/>
                    <a:pt x="1440" y="339"/>
                  </a:cubicBezTo>
                  <a:cubicBezTo>
                    <a:pt x="1444" y="336"/>
                    <a:pt x="1451" y="337"/>
                    <a:pt x="1454" y="341"/>
                  </a:cubicBezTo>
                  <a:cubicBezTo>
                    <a:pt x="1469" y="363"/>
                    <a:pt x="1484" y="387"/>
                    <a:pt x="1497" y="410"/>
                  </a:cubicBezTo>
                  <a:cubicBezTo>
                    <a:pt x="1499" y="415"/>
                    <a:pt x="1498" y="421"/>
                    <a:pt x="1493" y="424"/>
                  </a:cubicBezTo>
                  <a:cubicBezTo>
                    <a:pt x="1491" y="424"/>
                    <a:pt x="1490" y="425"/>
                    <a:pt x="1488" y="425"/>
                  </a:cubicBezTo>
                  <a:close/>
                  <a:moveTo>
                    <a:pt x="200" y="296"/>
                  </a:moveTo>
                  <a:cubicBezTo>
                    <a:pt x="198" y="296"/>
                    <a:pt x="195" y="295"/>
                    <a:pt x="194" y="294"/>
                  </a:cubicBezTo>
                  <a:cubicBezTo>
                    <a:pt x="189" y="290"/>
                    <a:pt x="189" y="284"/>
                    <a:pt x="192" y="280"/>
                  </a:cubicBezTo>
                  <a:cubicBezTo>
                    <a:pt x="210" y="259"/>
                    <a:pt x="229" y="239"/>
                    <a:pt x="248" y="221"/>
                  </a:cubicBezTo>
                  <a:cubicBezTo>
                    <a:pt x="252" y="217"/>
                    <a:pt x="258" y="217"/>
                    <a:pt x="262" y="221"/>
                  </a:cubicBezTo>
                  <a:cubicBezTo>
                    <a:pt x="266" y="225"/>
                    <a:pt x="266" y="232"/>
                    <a:pt x="262" y="235"/>
                  </a:cubicBezTo>
                  <a:cubicBezTo>
                    <a:pt x="243" y="253"/>
                    <a:pt x="225" y="273"/>
                    <a:pt x="208" y="293"/>
                  </a:cubicBezTo>
                  <a:cubicBezTo>
                    <a:pt x="206" y="295"/>
                    <a:pt x="203" y="296"/>
                    <a:pt x="200" y="296"/>
                  </a:cubicBezTo>
                  <a:close/>
                  <a:moveTo>
                    <a:pt x="1396" y="294"/>
                  </a:moveTo>
                  <a:cubicBezTo>
                    <a:pt x="1394" y="294"/>
                    <a:pt x="1391" y="293"/>
                    <a:pt x="1389" y="291"/>
                  </a:cubicBezTo>
                  <a:cubicBezTo>
                    <a:pt x="1372" y="271"/>
                    <a:pt x="1353" y="252"/>
                    <a:pt x="1334" y="234"/>
                  </a:cubicBezTo>
                  <a:cubicBezTo>
                    <a:pt x="1330" y="230"/>
                    <a:pt x="1330" y="223"/>
                    <a:pt x="1334" y="219"/>
                  </a:cubicBezTo>
                  <a:cubicBezTo>
                    <a:pt x="1338" y="215"/>
                    <a:pt x="1344" y="215"/>
                    <a:pt x="1348" y="219"/>
                  </a:cubicBezTo>
                  <a:cubicBezTo>
                    <a:pt x="1368" y="238"/>
                    <a:pt x="1387" y="257"/>
                    <a:pt x="1404" y="278"/>
                  </a:cubicBezTo>
                  <a:cubicBezTo>
                    <a:pt x="1408" y="282"/>
                    <a:pt x="1407" y="288"/>
                    <a:pt x="1403" y="292"/>
                  </a:cubicBezTo>
                  <a:cubicBezTo>
                    <a:pt x="1401" y="293"/>
                    <a:pt x="1399" y="294"/>
                    <a:pt x="1396" y="294"/>
                  </a:cubicBezTo>
                  <a:close/>
                  <a:moveTo>
                    <a:pt x="315" y="186"/>
                  </a:moveTo>
                  <a:cubicBezTo>
                    <a:pt x="313" y="186"/>
                    <a:pt x="310" y="185"/>
                    <a:pt x="308" y="182"/>
                  </a:cubicBezTo>
                  <a:cubicBezTo>
                    <a:pt x="304" y="178"/>
                    <a:pt x="305" y="172"/>
                    <a:pt x="309" y="168"/>
                  </a:cubicBezTo>
                  <a:cubicBezTo>
                    <a:pt x="331" y="152"/>
                    <a:pt x="353" y="136"/>
                    <a:pt x="376" y="122"/>
                  </a:cubicBezTo>
                  <a:cubicBezTo>
                    <a:pt x="380" y="119"/>
                    <a:pt x="386" y="120"/>
                    <a:pt x="389" y="125"/>
                  </a:cubicBezTo>
                  <a:cubicBezTo>
                    <a:pt x="392" y="130"/>
                    <a:pt x="391" y="136"/>
                    <a:pt x="386" y="139"/>
                  </a:cubicBezTo>
                  <a:cubicBezTo>
                    <a:pt x="364" y="153"/>
                    <a:pt x="342" y="168"/>
                    <a:pt x="322" y="184"/>
                  </a:cubicBezTo>
                  <a:cubicBezTo>
                    <a:pt x="320" y="185"/>
                    <a:pt x="318" y="186"/>
                    <a:pt x="315" y="186"/>
                  </a:cubicBezTo>
                  <a:close/>
                  <a:moveTo>
                    <a:pt x="1281" y="184"/>
                  </a:moveTo>
                  <a:cubicBezTo>
                    <a:pt x="1279" y="184"/>
                    <a:pt x="1276" y="184"/>
                    <a:pt x="1275" y="182"/>
                  </a:cubicBezTo>
                  <a:cubicBezTo>
                    <a:pt x="1254" y="166"/>
                    <a:pt x="1232" y="151"/>
                    <a:pt x="1210" y="137"/>
                  </a:cubicBezTo>
                  <a:cubicBezTo>
                    <a:pt x="1205" y="134"/>
                    <a:pt x="1204" y="128"/>
                    <a:pt x="1207" y="124"/>
                  </a:cubicBezTo>
                  <a:cubicBezTo>
                    <a:pt x="1209" y="119"/>
                    <a:pt x="1216" y="117"/>
                    <a:pt x="1220" y="120"/>
                  </a:cubicBezTo>
                  <a:cubicBezTo>
                    <a:pt x="1243" y="135"/>
                    <a:pt x="1265" y="150"/>
                    <a:pt x="1287" y="167"/>
                  </a:cubicBezTo>
                  <a:cubicBezTo>
                    <a:pt x="1291" y="170"/>
                    <a:pt x="1292" y="176"/>
                    <a:pt x="1289" y="181"/>
                  </a:cubicBezTo>
                  <a:cubicBezTo>
                    <a:pt x="1287" y="183"/>
                    <a:pt x="1284" y="184"/>
                    <a:pt x="1281" y="184"/>
                  </a:cubicBezTo>
                  <a:close/>
                  <a:moveTo>
                    <a:pt x="451" y="101"/>
                  </a:moveTo>
                  <a:cubicBezTo>
                    <a:pt x="447" y="101"/>
                    <a:pt x="443" y="99"/>
                    <a:pt x="442" y="96"/>
                  </a:cubicBezTo>
                  <a:cubicBezTo>
                    <a:pt x="439" y="91"/>
                    <a:pt x="441" y="85"/>
                    <a:pt x="446" y="82"/>
                  </a:cubicBezTo>
                  <a:cubicBezTo>
                    <a:pt x="470" y="70"/>
                    <a:pt x="495" y="60"/>
                    <a:pt x="521" y="50"/>
                  </a:cubicBezTo>
                  <a:cubicBezTo>
                    <a:pt x="526" y="48"/>
                    <a:pt x="531" y="51"/>
                    <a:pt x="533" y="56"/>
                  </a:cubicBezTo>
                  <a:cubicBezTo>
                    <a:pt x="535" y="61"/>
                    <a:pt x="533" y="67"/>
                    <a:pt x="527" y="69"/>
                  </a:cubicBezTo>
                  <a:cubicBezTo>
                    <a:pt x="503" y="78"/>
                    <a:pt x="479" y="89"/>
                    <a:pt x="455" y="100"/>
                  </a:cubicBezTo>
                  <a:cubicBezTo>
                    <a:pt x="454" y="101"/>
                    <a:pt x="452" y="101"/>
                    <a:pt x="451" y="101"/>
                  </a:cubicBezTo>
                  <a:close/>
                  <a:moveTo>
                    <a:pt x="1145" y="100"/>
                  </a:moveTo>
                  <a:cubicBezTo>
                    <a:pt x="1144" y="100"/>
                    <a:pt x="1142" y="100"/>
                    <a:pt x="1141" y="99"/>
                  </a:cubicBezTo>
                  <a:cubicBezTo>
                    <a:pt x="1117" y="88"/>
                    <a:pt x="1093" y="77"/>
                    <a:pt x="1068" y="68"/>
                  </a:cubicBezTo>
                  <a:cubicBezTo>
                    <a:pt x="1063" y="66"/>
                    <a:pt x="1060" y="60"/>
                    <a:pt x="1062" y="55"/>
                  </a:cubicBezTo>
                  <a:cubicBezTo>
                    <a:pt x="1064" y="50"/>
                    <a:pt x="1070" y="47"/>
                    <a:pt x="1075" y="49"/>
                  </a:cubicBezTo>
                  <a:cubicBezTo>
                    <a:pt x="1100" y="59"/>
                    <a:pt x="1125" y="69"/>
                    <a:pt x="1150" y="81"/>
                  </a:cubicBezTo>
                  <a:cubicBezTo>
                    <a:pt x="1155" y="84"/>
                    <a:pt x="1157" y="90"/>
                    <a:pt x="1154" y="95"/>
                  </a:cubicBezTo>
                  <a:cubicBezTo>
                    <a:pt x="1152" y="98"/>
                    <a:pt x="1149" y="100"/>
                    <a:pt x="1145" y="100"/>
                  </a:cubicBezTo>
                  <a:close/>
                  <a:moveTo>
                    <a:pt x="600" y="46"/>
                  </a:moveTo>
                  <a:cubicBezTo>
                    <a:pt x="596" y="46"/>
                    <a:pt x="592" y="43"/>
                    <a:pt x="591" y="38"/>
                  </a:cubicBezTo>
                  <a:cubicBezTo>
                    <a:pt x="589" y="33"/>
                    <a:pt x="592" y="27"/>
                    <a:pt x="598" y="26"/>
                  </a:cubicBezTo>
                  <a:cubicBezTo>
                    <a:pt x="624" y="19"/>
                    <a:pt x="650" y="14"/>
                    <a:pt x="677" y="10"/>
                  </a:cubicBezTo>
                  <a:cubicBezTo>
                    <a:pt x="682" y="9"/>
                    <a:pt x="687" y="13"/>
                    <a:pt x="688" y="18"/>
                  </a:cubicBezTo>
                  <a:cubicBezTo>
                    <a:pt x="689" y="23"/>
                    <a:pt x="685" y="29"/>
                    <a:pt x="680" y="29"/>
                  </a:cubicBezTo>
                  <a:cubicBezTo>
                    <a:pt x="654" y="33"/>
                    <a:pt x="628" y="39"/>
                    <a:pt x="603" y="45"/>
                  </a:cubicBezTo>
                  <a:cubicBezTo>
                    <a:pt x="602" y="46"/>
                    <a:pt x="601" y="46"/>
                    <a:pt x="600" y="46"/>
                  </a:cubicBezTo>
                  <a:close/>
                  <a:moveTo>
                    <a:pt x="995" y="45"/>
                  </a:moveTo>
                  <a:cubicBezTo>
                    <a:pt x="995" y="45"/>
                    <a:pt x="994" y="45"/>
                    <a:pt x="993" y="45"/>
                  </a:cubicBezTo>
                  <a:cubicBezTo>
                    <a:pt x="968" y="38"/>
                    <a:pt x="942" y="33"/>
                    <a:pt x="916" y="29"/>
                  </a:cubicBezTo>
                  <a:cubicBezTo>
                    <a:pt x="910" y="28"/>
                    <a:pt x="906" y="23"/>
                    <a:pt x="907" y="18"/>
                  </a:cubicBezTo>
                  <a:cubicBezTo>
                    <a:pt x="908" y="12"/>
                    <a:pt x="913" y="8"/>
                    <a:pt x="919" y="9"/>
                  </a:cubicBezTo>
                  <a:cubicBezTo>
                    <a:pt x="945" y="13"/>
                    <a:pt x="972" y="19"/>
                    <a:pt x="998" y="25"/>
                  </a:cubicBezTo>
                  <a:cubicBezTo>
                    <a:pt x="1003" y="27"/>
                    <a:pt x="1007" y="32"/>
                    <a:pt x="1005" y="37"/>
                  </a:cubicBezTo>
                  <a:cubicBezTo>
                    <a:pt x="1004" y="42"/>
                    <a:pt x="1000" y="45"/>
                    <a:pt x="995" y="45"/>
                  </a:cubicBezTo>
                  <a:close/>
                  <a:moveTo>
                    <a:pt x="758" y="21"/>
                  </a:moveTo>
                  <a:cubicBezTo>
                    <a:pt x="753" y="21"/>
                    <a:pt x="748" y="17"/>
                    <a:pt x="748" y="12"/>
                  </a:cubicBezTo>
                  <a:cubicBezTo>
                    <a:pt x="748" y="6"/>
                    <a:pt x="752" y="2"/>
                    <a:pt x="757" y="1"/>
                  </a:cubicBezTo>
                  <a:cubicBezTo>
                    <a:pt x="784" y="0"/>
                    <a:pt x="811" y="0"/>
                    <a:pt x="838" y="1"/>
                  </a:cubicBezTo>
                  <a:cubicBezTo>
                    <a:pt x="844" y="2"/>
                    <a:pt x="848" y="6"/>
                    <a:pt x="848" y="12"/>
                  </a:cubicBezTo>
                  <a:cubicBezTo>
                    <a:pt x="847" y="17"/>
                    <a:pt x="843" y="22"/>
                    <a:pt x="837" y="21"/>
                  </a:cubicBezTo>
                  <a:cubicBezTo>
                    <a:pt x="811" y="20"/>
                    <a:pt x="784" y="20"/>
                    <a:pt x="758" y="21"/>
                  </a:cubicBezTo>
                  <a:close/>
                </a:path>
              </a:pathLst>
            </a:custGeom>
            <a:solidFill>
              <a:srgbClr val="FFC000"/>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1" name="Oval 50"/>
            <p:cNvSpPr>
              <a:spLocks noChangeArrowheads="1"/>
            </p:cNvSpPr>
            <p:nvPr/>
          </p:nvSpPr>
          <p:spPr bwMode="auto">
            <a:xfrm>
              <a:off x="4378042" y="5054831"/>
              <a:ext cx="2073439" cy="92564"/>
            </a:xfrm>
            <a:prstGeom prst="ellipse">
              <a:avLst/>
            </a:pr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2" name="Freeform 51"/>
            <p:cNvSpPr>
              <a:spLocks/>
            </p:cNvSpPr>
            <p:nvPr/>
          </p:nvSpPr>
          <p:spPr bwMode="auto">
            <a:xfrm>
              <a:off x="6002951" y="4381427"/>
              <a:ext cx="150418" cy="115705"/>
            </a:xfrm>
            <a:custGeom>
              <a:avLst/>
              <a:gdLst>
                <a:gd name="T0" fmla="*/ 0 w 65"/>
                <a:gd name="T1" fmla="*/ 16 h 50"/>
                <a:gd name="T2" fmla="*/ 31 w 65"/>
                <a:gd name="T3" fmla="*/ 0 h 50"/>
                <a:gd name="T4" fmla="*/ 65 w 65"/>
                <a:gd name="T5" fmla="*/ 33 h 50"/>
                <a:gd name="T6" fmla="*/ 65 w 65"/>
                <a:gd name="T7" fmla="*/ 47 h 50"/>
                <a:gd name="T8" fmla="*/ 58 w 65"/>
                <a:gd name="T9" fmla="*/ 50 h 50"/>
                <a:gd name="T10" fmla="*/ 11 w 65"/>
                <a:gd name="T11" fmla="*/ 34 h 50"/>
                <a:gd name="T12" fmla="*/ 0 w 65"/>
                <a:gd name="T13" fmla="*/ 16 h 50"/>
              </a:gdLst>
              <a:ahLst/>
              <a:cxnLst>
                <a:cxn ang="0">
                  <a:pos x="T0" y="T1"/>
                </a:cxn>
                <a:cxn ang="0">
                  <a:pos x="T2" y="T3"/>
                </a:cxn>
                <a:cxn ang="0">
                  <a:pos x="T4" y="T5"/>
                </a:cxn>
                <a:cxn ang="0">
                  <a:pos x="T6" y="T7"/>
                </a:cxn>
                <a:cxn ang="0">
                  <a:pos x="T8" y="T9"/>
                </a:cxn>
                <a:cxn ang="0">
                  <a:pos x="T10" y="T11"/>
                </a:cxn>
                <a:cxn ang="0">
                  <a:pos x="T12" y="T13"/>
                </a:cxn>
              </a:cxnLst>
              <a:rect l="0" t="0" r="r" b="b"/>
              <a:pathLst>
                <a:path w="65" h="50">
                  <a:moveTo>
                    <a:pt x="0" y="16"/>
                  </a:moveTo>
                  <a:lnTo>
                    <a:pt x="31" y="0"/>
                  </a:lnTo>
                  <a:lnTo>
                    <a:pt x="65" y="33"/>
                  </a:lnTo>
                  <a:lnTo>
                    <a:pt x="65" y="47"/>
                  </a:lnTo>
                  <a:lnTo>
                    <a:pt x="58" y="50"/>
                  </a:lnTo>
                  <a:lnTo>
                    <a:pt x="11" y="34"/>
                  </a:lnTo>
                  <a:lnTo>
                    <a:pt x="0" y="16"/>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3" name="Freeform 52"/>
            <p:cNvSpPr>
              <a:spLocks/>
            </p:cNvSpPr>
            <p:nvPr/>
          </p:nvSpPr>
          <p:spPr bwMode="auto">
            <a:xfrm>
              <a:off x="5417483" y="3666368"/>
              <a:ext cx="657206" cy="768283"/>
            </a:xfrm>
            <a:custGeom>
              <a:avLst/>
              <a:gdLst>
                <a:gd name="T0" fmla="*/ 0 w 284"/>
                <a:gd name="T1" fmla="*/ 25 h 332"/>
                <a:gd name="T2" fmla="*/ 257 w 284"/>
                <a:gd name="T3" fmla="*/ 332 h 332"/>
                <a:gd name="T4" fmla="*/ 284 w 284"/>
                <a:gd name="T5" fmla="*/ 310 h 332"/>
                <a:gd name="T6" fmla="*/ 62 w 284"/>
                <a:gd name="T7" fmla="*/ 0 h 332"/>
                <a:gd name="T8" fmla="*/ 0 w 284"/>
                <a:gd name="T9" fmla="*/ 25 h 332"/>
              </a:gdLst>
              <a:ahLst/>
              <a:cxnLst>
                <a:cxn ang="0">
                  <a:pos x="T0" y="T1"/>
                </a:cxn>
                <a:cxn ang="0">
                  <a:pos x="T2" y="T3"/>
                </a:cxn>
                <a:cxn ang="0">
                  <a:pos x="T4" y="T5"/>
                </a:cxn>
                <a:cxn ang="0">
                  <a:pos x="T6" y="T7"/>
                </a:cxn>
                <a:cxn ang="0">
                  <a:pos x="T8" y="T9"/>
                </a:cxn>
              </a:cxnLst>
              <a:rect l="0" t="0" r="r" b="b"/>
              <a:pathLst>
                <a:path w="284" h="332">
                  <a:moveTo>
                    <a:pt x="0" y="25"/>
                  </a:moveTo>
                  <a:lnTo>
                    <a:pt x="257" y="332"/>
                  </a:lnTo>
                  <a:lnTo>
                    <a:pt x="284" y="310"/>
                  </a:lnTo>
                  <a:lnTo>
                    <a:pt x="62" y="0"/>
                  </a:lnTo>
                  <a:lnTo>
                    <a:pt x="0" y="25"/>
                  </a:lnTo>
                  <a:close/>
                </a:path>
              </a:pathLst>
            </a:custGeom>
            <a:solidFill>
              <a:srgbClr val="5B9BD5"/>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4" name="Freeform 53"/>
            <p:cNvSpPr>
              <a:spLocks/>
            </p:cNvSpPr>
            <p:nvPr/>
          </p:nvSpPr>
          <p:spPr bwMode="auto">
            <a:xfrm>
              <a:off x="5259717" y="3670996"/>
              <a:ext cx="155046" cy="978868"/>
            </a:xfrm>
            <a:custGeom>
              <a:avLst/>
              <a:gdLst>
                <a:gd name="T0" fmla="*/ 67 w 67"/>
                <a:gd name="T1" fmla="*/ 423 h 423"/>
                <a:gd name="T2" fmla="*/ 67 w 67"/>
                <a:gd name="T3" fmla="*/ 28 h 423"/>
                <a:gd name="T4" fmla="*/ 0 w 67"/>
                <a:gd name="T5" fmla="*/ 0 h 423"/>
                <a:gd name="T6" fmla="*/ 32 w 67"/>
                <a:gd name="T7" fmla="*/ 423 h 423"/>
                <a:gd name="T8" fmla="*/ 67 w 67"/>
                <a:gd name="T9" fmla="*/ 423 h 423"/>
              </a:gdLst>
              <a:ahLst/>
              <a:cxnLst>
                <a:cxn ang="0">
                  <a:pos x="T0" y="T1"/>
                </a:cxn>
                <a:cxn ang="0">
                  <a:pos x="T2" y="T3"/>
                </a:cxn>
                <a:cxn ang="0">
                  <a:pos x="T4" y="T5"/>
                </a:cxn>
                <a:cxn ang="0">
                  <a:pos x="T6" y="T7"/>
                </a:cxn>
                <a:cxn ang="0">
                  <a:pos x="T8" y="T9"/>
                </a:cxn>
              </a:cxnLst>
              <a:rect l="0" t="0" r="r" b="b"/>
              <a:pathLst>
                <a:path w="67" h="423">
                  <a:moveTo>
                    <a:pt x="67" y="423"/>
                  </a:moveTo>
                  <a:lnTo>
                    <a:pt x="67" y="28"/>
                  </a:lnTo>
                  <a:lnTo>
                    <a:pt x="0" y="0"/>
                  </a:lnTo>
                  <a:lnTo>
                    <a:pt x="32" y="423"/>
                  </a:lnTo>
                  <a:lnTo>
                    <a:pt x="67" y="423"/>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5" name="Freeform 54"/>
            <p:cNvSpPr>
              <a:spLocks/>
            </p:cNvSpPr>
            <p:nvPr/>
          </p:nvSpPr>
          <p:spPr bwMode="auto">
            <a:xfrm>
              <a:off x="4739042" y="3080899"/>
              <a:ext cx="32397" cy="94879"/>
            </a:xfrm>
            <a:custGeom>
              <a:avLst/>
              <a:gdLst>
                <a:gd name="T0" fmla="*/ 9 w 14"/>
                <a:gd name="T1" fmla="*/ 0 h 41"/>
                <a:gd name="T2" fmla="*/ 0 w 14"/>
                <a:gd name="T3" fmla="*/ 40 h 41"/>
                <a:gd name="T4" fmla="*/ 5 w 14"/>
                <a:gd name="T5" fmla="*/ 41 h 41"/>
                <a:gd name="T6" fmla="*/ 14 w 14"/>
                <a:gd name="T7" fmla="*/ 1 h 41"/>
                <a:gd name="T8" fmla="*/ 9 w 14"/>
                <a:gd name="T9" fmla="*/ 0 h 41"/>
              </a:gdLst>
              <a:ahLst/>
              <a:cxnLst>
                <a:cxn ang="0">
                  <a:pos x="T0" y="T1"/>
                </a:cxn>
                <a:cxn ang="0">
                  <a:pos x="T2" y="T3"/>
                </a:cxn>
                <a:cxn ang="0">
                  <a:pos x="T4" y="T5"/>
                </a:cxn>
                <a:cxn ang="0">
                  <a:pos x="T6" y="T7"/>
                </a:cxn>
                <a:cxn ang="0">
                  <a:pos x="T8" y="T9"/>
                </a:cxn>
              </a:cxnLst>
              <a:rect l="0" t="0" r="r" b="b"/>
              <a:pathLst>
                <a:path w="14" h="41">
                  <a:moveTo>
                    <a:pt x="9" y="0"/>
                  </a:moveTo>
                  <a:lnTo>
                    <a:pt x="0" y="40"/>
                  </a:lnTo>
                  <a:lnTo>
                    <a:pt x="5" y="41"/>
                  </a:lnTo>
                  <a:lnTo>
                    <a:pt x="14" y="1"/>
                  </a:lnTo>
                  <a:lnTo>
                    <a:pt x="9"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6" name="Freeform 55"/>
            <p:cNvSpPr>
              <a:spLocks/>
            </p:cNvSpPr>
            <p:nvPr/>
          </p:nvSpPr>
          <p:spPr bwMode="auto">
            <a:xfrm>
              <a:off x="6060397" y="3080899"/>
              <a:ext cx="30084" cy="94879"/>
            </a:xfrm>
            <a:custGeom>
              <a:avLst/>
              <a:gdLst>
                <a:gd name="T0" fmla="*/ 5 w 13"/>
                <a:gd name="T1" fmla="*/ 0 h 41"/>
                <a:gd name="T2" fmla="*/ 13 w 13"/>
                <a:gd name="T3" fmla="*/ 40 h 41"/>
                <a:gd name="T4" fmla="*/ 8 w 13"/>
                <a:gd name="T5" fmla="*/ 41 h 41"/>
                <a:gd name="T6" fmla="*/ 0 w 13"/>
                <a:gd name="T7" fmla="*/ 1 h 41"/>
                <a:gd name="T8" fmla="*/ 5 w 13"/>
                <a:gd name="T9" fmla="*/ 0 h 41"/>
              </a:gdLst>
              <a:ahLst/>
              <a:cxnLst>
                <a:cxn ang="0">
                  <a:pos x="T0" y="T1"/>
                </a:cxn>
                <a:cxn ang="0">
                  <a:pos x="T2" y="T3"/>
                </a:cxn>
                <a:cxn ang="0">
                  <a:pos x="T4" y="T5"/>
                </a:cxn>
                <a:cxn ang="0">
                  <a:pos x="T6" y="T7"/>
                </a:cxn>
                <a:cxn ang="0">
                  <a:pos x="T8" y="T9"/>
                </a:cxn>
              </a:cxnLst>
              <a:rect l="0" t="0" r="r" b="b"/>
              <a:pathLst>
                <a:path w="13" h="41">
                  <a:moveTo>
                    <a:pt x="5" y="0"/>
                  </a:moveTo>
                  <a:lnTo>
                    <a:pt x="13" y="40"/>
                  </a:lnTo>
                  <a:lnTo>
                    <a:pt x="8" y="41"/>
                  </a:lnTo>
                  <a:lnTo>
                    <a:pt x="0" y="1"/>
                  </a:lnTo>
                  <a:lnTo>
                    <a:pt x="5"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7" name="Oval 28"/>
            <p:cNvSpPr>
              <a:spLocks noChangeArrowheads="1"/>
            </p:cNvSpPr>
            <p:nvPr/>
          </p:nvSpPr>
          <p:spPr bwMode="auto">
            <a:xfrm>
              <a:off x="5206492" y="4696145"/>
              <a:ext cx="416539" cy="416539"/>
            </a:xfrm>
            <a:prstGeom prst="ellipse">
              <a:avLst/>
            </a:prstGeom>
            <a:solidFill>
              <a:srgbClr val="FFC000"/>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8" name="Freeform 29"/>
            <p:cNvSpPr>
              <a:spLocks/>
            </p:cNvSpPr>
            <p:nvPr/>
          </p:nvSpPr>
          <p:spPr bwMode="auto">
            <a:xfrm>
              <a:off x="5206492" y="4883588"/>
              <a:ext cx="416539" cy="229097"/>
            </a:xfrm>
            <a:custGeom>
              <a:avLst/>
              <a:gdLst>
                <a:gd name="T0" fmla="*/ 192 w 383"/>
                <a:gd name="T1" fmla="*/ 210 h 210"/>
                <a:gd name="T2" fmla="*/ 383 w 383"/>
                <a:gd name="T3" fmla="*/ 18 h 210"/>
                <a:gd name="T4" fmla="*/ 382 w 383"/>
                <a:gd name="T5" fmla="*/ 0 h 210"/>
                <a:gd name="T6" fmla="*/ 192 w 383"/>
                <a:gd name="T7" fmla="*/ 173 h 210"/>
                <a:gd name="T8" fmla="*/ 1 w 383"/>
                <a:gd name="T9" fmla="*/ 0 h 210"/>
                <a:gd name="T10" fmla="*/ 0 w 383"/>
                <a:gd name="T11" fmla="*/ 18 h 210"/>
                <a:gd name="T12" fmla="*/ 192 w 383"/>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383" h="210">
                  <a:moveTo>
                    <a:pt x="192" y="210"/>
                  </a:moveTo>
                  <a:cubicBezTo>
                    <a:pt x="298" y="210"/>
                    <a:pt x="383" y="124"/>
                    <a:pt x="383" y="18"/>
                  </a:cubicBezTo>
                  <a:cubicBezTo>
                    <a:pt x="383" y="12"/>
                    <a:pt x="383" y="6"/>
                    <a:pt x="382" y="0"/>
                  </a:cubicBezTo>
                  <a:cubicBezTo>
                    <a:pt x="373" y="97"/>
                    <a:pt x="291" y="173"/>
                    <a:pt x="192" y="173"/>
                  </a:cubicBezTo>
                  <a:cubicBezTo>
                    <a:pt x="92" y="173"/>
                    <a:pt x="10" y="97"/>
                    <a:pt x="1" y="0"/>
                  </a:cubicBezTo>
                  <a:cubicBezTo>
                    <a:pt x="0" y="6"/>
                    <a:pt x="0" y="12"/>
                    <a:pt x="0" y="18"/>
                  </a:cubicBezTo>
                  <a:cubicBezTo>
                    <a:pt x="0" y="124"/>
                    <a:pt x="86" y="210"/>
                    <a:pt x="192" y="210"/>
                  </a:cubicBezTo>
                </a:path>
              </a:pathLst>
            </a:custGeom>
            <a:solidFill>
              <a:srgbClr val="ED7D31"/>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9" name="Freeform 30"/>
            <p:cNvSpPr>
              <a:spLocks/>
            </p:cNvSpPr>
            <p:nvPr/>
          </p:nvSpPr>
          <p:spPr bwMode="auto">
            <a:xfrm>
              <a:off x="5299056" y="4649863"/>
              <a:ext cx="113392" cy="131905"/>
            </a:xfrm>
            <a:custGeom>
              <a:avLst/>
              <a:gdLst>
                <a:gd name="T0" fmla="*/ 49 w 49"/>
                <a:gd name="T1" fmla="*/ 0 h 57"/>
                <a:gd name="T2" fmla="*/ 15 w 49"/>
                <a:gd name="T3" fmla="*/ 0 h 57"/>
                <a:gd name="T4" fmla="*/ 0 w 49"/>
                <a:gd name="T5" fmla="*/ 44 h 57"/>
                <a:gd name="T6" fmla="*/ 6 w 49"/>
                <a:gd name="T7" fmla="*/ 57 h 57"/>
                <a:gd name="T8" fmla="*/ 14 w 49"/>
                <a:gd name="T9" fmla="*/ 57 h 57"/>
                <a:gd name="T10" fmla="*/ 49 w 49"/>
                <a:gd name="T11" fmla="*/ 19 h 57"/>
                <a:gd name="T12" fmla="*/ 49 w 49"/>
                <a:gd name="T13" fmla="*/ 0 h 57"/>
              </a:gdLst>
              <a:ahLst/>
              <a:cxnLst>
                <a:cxn ang="0">
                  <a:pos x="T0" y="T1"/>
                </a:cxn>
                <a:cxn ang="0">
                  <a:pos x="T2" y="T3"/>
                </a:cxn>
                <a:cxn ang="0">
                  <a:pos x="T4" y="T5"/>
                </a:cxn>
                <a:cxn ang="0">
                  <a:pos x="T6" y="T7"/>
                </a:cxn>
                <a:cxn ang="0">
                  <a:pos x="T8" y="T9"/>
                </a:cxn>
                <a:cxn ang="0">
                  <a:pos x="T10" y="T11"/>
                </a:cxn>
                <a:cxn ang="0">
                  <a:pos x="T12" y="T13"/>
                </a:cxn>
              </a:cxnLst>
              <a:rect l="0" t="0" r="r" b="b"/>
              <a:pathLst>
                <a:path w="49" h="57">
                  <a:moveTo>
                    <a:pt x="49" y="0"/>
                  </a:moveTo>
                  <a:lnTo>
                    <a:pt x="15" y="0"/>
                  </a:lnTo>
                  <a:lnTo>
                    <a:pt x="0" y="44"/>
                  </a:lnTo>
                  <a:lnTo>
                    <a:pt x="6" y="57"/>
                  </a:lnTo>
                  <a:lnTo>
                    <a:pt x="14" y="57"/>
                  </a:lnTo>
                  <a:lnTo>
                    <a:pt x="49" y="19"/>
                  </a:lnTo>
                  <a:lnTo>
                    <a:pt x="49" y="0"/>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0" name="Group 59"/>
            <p:cNvGrpSpPr>
              <a:grpSpLocks noChangeAspect="1"/>
            </p:cNvGrpSpPr>
            <p:nvPr/>
          </p:nvGrpSpPr>
          <p:grpSpPr>
            <a:xfrm>
              <a:off x="4696944" y="2059194"/>
              <a:ext cx="415996" cy="234364"/>
              <a:chOff x="3370263" y="896938"/>
              <a:chExt cx="450850" cy="254000"/>
            </a:xfrm>
            <a:solidFill>
              <a:srgbClr val="0072C6"/>
            </a:solidFill>
          </p:grpSpPr>
          <p:sp>
            <p:nvSpPr>
              <p:cNvPr id="88" name="Freeform 107"/>
              <p:cNvSpPr>
                <a:spLocks noEditPoints="1"/>
              </p:cNvSpPr>
              <p:nvPr/>
            </p:nvSpPr>
            <p:spPr bwMode="auto">
              <a:xfrm>
                <a:off x="3370263" y="896938"/>
                <a:ext cx="450850" cy="254000"/>
              </a:xfrm>
              <a:custGeom>
                <a:avLst/>
                <a:gdLst>
                  <a:gd name="T0" fmla="*/ 268 w 284"/>
                  <a:gd name="T1" fmla="*/ 0 h 160"/>
                  <a:gd name="T2" fmla="*/ 16 w 284"/>
                  <a:gd name="T3" fmla="*/ 0 h 160"/>
                  <a:gd name="T4" fmla="*/ 16 w 284"/>
                  <a:gd name="T5" fmla="*/ 0 h 160"/>
                  <a:gd name="T6" fmla="*/ 10 w 284"/>
                  <a:gd name="T7" fmla="*/ 2 h 160"/>
                  <a:gd name="T8" fmla="*/ 6 w 284"/>
                  <a:gd name="T9" fmla="*/ 6 h 160"/>
                  <a:gd name="T10" fmla="*/ 2 w 284"/>
                  <a:gd name="T11" fmla="*/ 10 h 160"/>
                  <a:gd name="T12" fmla="*/ 0 w 284"/>
                  <a:gd name="T13" fmla="*/ 16 h 160"/>
                  <a:gd name="T14" fmla="*/ 0 w 284"/>
                  <a:gd name="T15" fmla="*/ 144 h 160"/>
                  <a:gd name="T16" fmla="*/ 0 w 284"/>
                  <a:gd name="T17" fmla="*/ 144 h 160"/>
                  <a:gd name="T18" fmla="*/ 2 w 284"/>
                  <a:gd name="T19" fmla="*/ 150 h 160"/>
                  <a:gd name="T20" fmla="*/ 6 w 284"/>
                  <a:gd name="T21" fmla="*/ 156 h 160"/>
                  <a:gd name="T22" fmla="*/ 10 w 284"/>
                  <a:gd name="T23" fmla="*/ 160 h 160"/>
                  <a:gd name="T24" fmla="*/ 16 w 284"/>
                  <a:gd name="T25" fmla="*/ 160 h 160"/>
                  <a:gd name="T26" fmla="*/ 268 w 284"/>
                  <a:gd name="T27" fmla="*/ 160 h 160"/>
                  <a:gd name="T28" fmla="*/ 268 w 284"/>
                  <a:gd name="T29" fmla="*/ 160 h 160"/>
                  <a:gd name="T30" fmla="*/ 274 w 284"/>
                  <a:gd name="T31" fmla="*/ 160 h 160"/>
                  <a:gd name="T32" fmla="*/ 280 w 284"/>
                  <a:gd name="T33" fmla="*/ 156 h 160"/>
                  <a:gd name="T34" fmla="*/ 282 w 284"/>
                  <a:gd name="T35" fmla="*/ 150 h 160"/>
                  <a:gd name="T36" fmla="*/ 284 w 284"/>
                  <a:gd name="T37" fmla="*/ 144 h 160"/>
                  <a:gd name="T38" fmla="*/ 284 w 284"/>
                  <a:gd name="T39" fmla="*/ 16 h 160"/>
                  <a:gd name="T40" fmla="*/ 284 w 284"/>
                  <a:gd name="T41" fmla="*/ 16 h 160"/>
                  <a:gd name="T42" fmla="*/ 282 w 284"/>
                  <a:gd name="T43" fmla="*/ 10 h 160"/>
                  <a:gd name="T44" fmla="*/ 280 w 284"/>
                  <a:gd name="T45" fmla="*/ 6 h 160"/>
                  <a:gd name="T46" fmla="*/ 274 w 284"/>
                  <a:gd name="T47" fmla="*/ 2 h 160"/>
                  <a:gd name="T48" fmla="*/ 268 w 284"/>
                  <a:gd name="T49" fmla="*/ 0 h 160"/>
                  <a:gd name="T50" fmla="*/ 268 w 284"/>
                  <a:gd name="T51" fmla="*/ 0 h 160"/>
                  <a:gd name="T52" fmla="*/ 256 w 284"/>
                  <a:gd name="T53" fmla="*/ 136 h 160"/>
                  <a:gd name="T54" fmla="*/ 28 w 284"/>
                  <a:gd name="T55" fmla="*/ 136 h 160"/>
                  <a:gd name="T56" fmla="*/ 28 w 284"/>
                  <a:gd name="T57" fmla="*/ 26 h 160"/>
                  <a:gd name="T58" fmla="*/ 256 w 284"/>
                  <a:gd name="T59" fmla="*/ 26 h 160"/>
                  <a:gd name="T60" fmla="*/ 256 w 284"/>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4" h="160">
                    <a:moveTo>
                      <a:pt x="268" y="0"/>
                    </a:moveTo>
                    <a:lnTo>
                      <a:pt x="16" y="0"/>
                    </a:lnTo>
                    <a:lnTo>
                      <a:pt x="16" y="0"/>
                    </a:lnTo>
                    <a:lnTo>
                      <a:pt x="10" y="2"/>
                    </a:lnTo>
                    <a:lnTo>
                      <a:pt x="6" y="6"/>
                    </a:lnTo>
                    <a:lnTo>
                      <a:pt x="2" y="10"/>
                    </a:lnTo>
                    <a:lnTo>
                      <a:pt x="0" y="16"/>
                    </a:lnTo>
                    <a:lnTo>
                      <a:pt x="0" y="144"/>
                    </a:lnTo>
                    <a:lnTo>
                      <a:pt x="0" y="144"/>
                    </a:lnTo>
                    <a:lnTo>
                      <a:pt x="2" y="150"/>
                    </a:lnTo>
                    <a:lnTo>
                      <a:pt x="6" y="156"/>
                    </a:lnTo>
                    <a:lnTo>
                      <a:pt x="10" y="160"/>
                    </a:lnTo>
                    <a:lnTo>
                      <a:pt x="16" y="160"/>
                    </a:lnTo>
                    <a:lnTo>
                      <a:pt x="268" y="160"/>
                    </a:lnTo>
                    <a:lnTo>
                      <a:pt x="268" y="160"/>
                    </a:lnTo>
                    <a:lnTo>
                      <a:pt x="274" y="160"/>
                    </a:lnTo>
                    <a:lnTo>
                      <a:pt x="280" y="156"/>
                    </a:lnTo>
                    <a:lnTo>
                      <a:pt x="282" y="150"/>
                    </a:lnTo>
                    <a:lnTo>
                      <a:pt x="284" y="144"/>
                    </a:lnTo>
                    <a:lnTo>
                      <a:pt x="284" y="16"/>
                    </a:lnTo>
                    <a:lnTo>
                      <a:pt x="284" y="16"/>
                    </a:lnTo>
                    <a:lnTo>
                      <a:pt x="282" y="10"/>
                    </a:lnTo>
                    <a:lnTo>
                      <a:pt x="280" y="6"/>
                    </a:lnTo>
                    <a:lnTo>
                      <a:pt x="274" y="2"/>
                    </a:lnTo>
                    <a:lnTo>
                      <a:pt x="268" y="0"/>
                    </a:lnTo>
                    <a:lnTo>
                      <a:pt x="268" y="0"/>
                    </a:lnTo>
                    <a:close/>
                    <a:moveTo>
                      <a:pt x="256" y="136"/>
                    </a:moveTo>
                    <a:lnTo>
                      <a:pt x="28" y="136"/>
                    </a:lnTo>
                    <a:lnTo>
                      <a:pt x="28" y="26"/>
                    </a:lnTo>
                    <a:lnTo>
                      <a:pt x="256" y="26"/>
                    </a:lnTo>
                    <a:lnTo>
                      <a:pt x="256"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9" name="Freeform 108"/>
              <p:cNvSpPr>
                <a:spLocks/>
              </p:cNvSpPr>
              <p:nvPr/>
            </p:nvSpPr>
            <p:spPr bwMode="auto">
              <a:xfrm>
                <a:off x="3570288"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1" name="Group 60"/>
            <p:cNvGrpSpPr>
              <a:grpSpLocks noChangeAspect="1"/>
            </p:cNvGrpSpPr>
            <p:nvPr/>
          </p:nvGrpSpPr>
          <p:grpSpPr>
            <a:xfrm>
              <a:off x="4173933" y="2731263"/>
              <a:ext cx="337455" cy="204957"/>
              <a:chOff x="4722813" y="836613"/>
              <a:chExt cx="517525" cy="314325"/>
            </a:xfrm>
            <a:solidFill>
              <a:srgbClr val="0072C6"/>
            </a:solidFill>
          </p:grpSpPr>
          <p:sp>
            <p:nvSpPr>
              <p:cNvPr id="85" name="Freeform 104"/>
              <p:cNvSpPr>
                <a:spLocks/>
              </p:cNvSpPr>
              <p:nvPr/>
            </p:nvSpPr>
            <p:spPr bwMode="auto">
              <a:xfrm>
                <a:off x="4792663" y="836613"/>
                <a:ext cx="447675" cy="254000"/>
              </a:xfrm>
              <a:custGeom>
                <a:avLst/>
                <a:gdLst>
                  <a:gd name="T0" fmla="*/ 266 w 282"/>
                  <a:gd name="T1" fmla="*/ 0 h 160"/>
                  <a:gd name="T2" fmla="*/ 14 w 282"/>
                  <a:gd name="T3" fmla="*/ 0 h 160"/>
                  <a:gd name="T4" fmla="*/ 14 w 282"/>
                  <a:gd name="T5" fmla="*/ 0 h 160"/>
                  <a:gd name="T6" fmla="*/ 8 w 282"/>
                  <a:gd name="T7" fmla="*/ 0 h 160"/>
                  <a:gd name="T8" fmla="*/ 4 w 282"/>
                  <a:gd name="T9" fmla="*/ 4 h 160"/>
                  <a:gd name="T10" fmla="*/ 0 w 282"/>
                  <a:gd name="T11" fmla="*/ 8 h 160"/>
                  <a:gd name="T12" fmla="*/ 0 w 282"/>
                  <a:gd name="T13" fmla="*/ 16 h 160"/>
                  <a:gd name="T14" fmla="*/ 0 w 282"/>
                  <a:gd name="T15" fmla="*/ 20 h 160"/>
                  <a:gd name="T16" fmla="*/ 242 w 282"/>
                  <a:gd name="T17" fmla="*/ 20 h 160"/>
                  <a:gd name="T18" fmla="*/ 242 w 282"/>
                  <a:gd name="T19" fmla="*/ 20 h 160"/>
                  <a:gd name="T20" fmla="*/ 248 w 282"/>
                  <a:gd name="T21" fmla="*/ 22 h 160"/>
                  <a:gd name="T22" fmla="*/ 254 w 282"/>
                  <a:gd name="T23" fmla="*/ 24 h 160"/>
                  <a:gd name="T24" fmla="*/ 258 w 282"/>
                  <a:gd name="T25" fmla="*/ 30 h 160"/>
                  <a:gd name="T26" fmla="*/ 258 w 282"/>
                  <a:gd name="T27" fmla="*/ 36 h 160"/>
                  <a:gd name="T28" fmla="*/ 258 w 282"/>
                  <a:gd name="T29" fmla="*/ 160 h 160"/>
                  <a:gd name="T30" fmla="*/ 266 w 282"/>
                  <a:gd name="T31" fmla="*/ 160 h 160"/>
                  <a:gd name="T32" fmla="*/ 266 w 282"/>
                  <a:gd name="T33" fmla="*/ 160 h 160"/>
                  <a:gd name="T34" fmla="*/ 272 w 282"/>
                  <a:gd name="T35" fmla="*/ 158 h 160"/>
                  <a:gd name="T36" fmla="*/ 278 w 282"/>
                  <a:gd name="T37" fmla="*/ 154 h 160"/>
                  <a:gd name="T38" fmla="*/ 282 w 282"/>
                  <a:gd name="T39" fmla="*/ 150 h 160"/>
                  <a:gd name="T40" fmla="*/ 282 w 282"/>
                  <a:gd name="T41" fmla="*/ 144 h 160"/>
                  <a:gd name="T42" fmla="*/ 282 w 282"/>
                  <a:gd name="T43" fmla="*/ 16 h 160"/>
                  <a:gd name="T44" fmla="*/ 282 w 282"/>
                  <a:gd name="T45" fmla="*/ 16 h 160"/>
                  <a:gd name="T46" fmla="*/ 282 w 282"/>
                  <a:gd name="T47" fmla="*/ 8 h 160"/>
                  <a:gd name="T48" fmla="*/ 278 w 282"/>
                  <a:gd name="T49" fmla="*/ 4 h 160"/>
                  <a:gd name="T50" fmla="*/ 272 w 282"/>
                  <a:gd name="T51" fmla="*/ 0 h 160"/>
                  <a:gd name="T52" fmla="*/ 266 w 282"/>
                  <a:gd name="T53" fmla="*/ 0 h 160"/>
                  <a:gd name="T54" fmla="*/ 266 w 282"/>
                  <a:gd name="T55" fmla="*/ 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82" h="160">
                    <a:moveTo>
                      <a:pt x="266" y="0"/>
                    </a:moveTo>
                    <a:lnTo>
                      <a:pt x="14" y="0"/>
                    </a:lnTo>
                    <a:lnTo>
                      <a:pt x="14" y="0"/>
                    </a:lnTo>
                    <a:lnTo>
                      <a:pt x="8" y="0"/>
                    </a:lnTo>
                    <a:lnTo>
                      <a:pt x="4" y="4"/>
                    </a:lnTo>
                    <a:lnTo>
                      <a:pt x="0" y="8"/>
                    </a:lnTo>
                    <a:lnTo>
                      <a:pt x="0" y="16"/>
                    </a:lnTo>
                    <a:lnTo>
                      <a:pt x="0" y="20"/>
                    </a:lnTo>
                    <a:lnTo>
                      <a:pt x="242" y="20"/>
                    </a:lnTo>
                    <a:lnTo>
                      <a:pt x="242" y="20"/>
                    </a:lnTo>
                    <a:lnTo>
                      <a:pt x="248" y="22"/>
                    </a:lnTo>
                    <a:lnTo>
                      <a:pt x="254" y="24"/>
                    </a:lnTo>
                    <a:lnTo>
                      <a:pt x="258" y="30"/>
                    </a:lnTo>
                    <a:lnTo>
                      <a:pt x="258" y="36"/>
                    </a:lnTo>
                    <a:lnTo>
                      <a:pt x="258" y="160"/>
                    </a:lnTo>
                    <a:lnTo>
                      <a:pt x="266" y="160"/>
                    </a:lnTo>
                    <a:lnTo>
                      <a:pt x="266" y="160"/>
                    </a:lnTo>
                    <a:lnTo>
                      <a:pt x="272" y="158"/>
                    </a:lnTo>
                    <a:lnTo>
                      <a:pt x="278" y="154"/>
                    </a:lnTo>
                    <a:lnTo>
                      <a:pt x="282" y="150"/>
                    </a:lnTo>
                    <a:lnTo>
                      <a:pt x="282" y="144"/>
                    </a:lnTo>
                    <a:lnTo>
                      <a:pt x="282" y="16"/>
                    </a:lnTo>
                    <a:lnTo>
                      <a:pt x="282" y="16"/>
                    </a:lnTo>
                    <a:lnTo>
                      <a:pt x="282" y="8"/>
                    </a:lnTo>
                    <a:lnTo>
                      <a:pt x="278" y="4"/>
                    </a:lnTo>
                    <a:lnTo>
                      <a:pt x="272" y="0"/>
                    </a:lnTo>
                    <a:lnTo>
                      <a:pt x="266" y="0"/>
                    </a:lnTo>
                    <a:lnTo>
                      <a:pt x="266"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6" name="Freeform 105"/>
              <p:cNvSpPr>
                <a:spLocks noEditPoints="1"/>
              </p:cNvSpPr>
              <p:nvPr/>
            </p:nvSpPr>
            <p:spPr bwMode="auto">
              <a:xfrm>
                <a:off x="4722813" y="896938"/>
                <a:ext cx="447675" cy="254000"/>
              </a:xfrm>
              <a:custGeom>
                <a:avLst/>
                <a:gdLst>
                  <a:gd name="T0" fmla="*/ 266 w 282"/>
                  <a:gd name="T1" fmla="*/ 0 h 160"/>
                  <a:gd name="T2" fmla="*/ 14 w 282"/>
                  <a:gd name="T3" fmla="*/ 0 h 160"/>
                  <a:gd name="T4" fmla="*/ 14 w 282"/>
                  <a:gd name="T5" fmla="*/ 0 h 160"/>
                  <a:gd name="T6" fmla="*/ 8 w 282"/>
                  <a:gd name="T7" fmla="*/ 2 h 160"/>
                  <a:gd name="T8" fmla="*/ 4 w 282"/>
                  <a:gd name="T9" fmla="*/ 6 h 160"/>
                  <a:gd name="T10" fmla="*/ 0 w 282"/>
                  <a:gd name="T11" fmla="*/ 10 h 160"/>
                  <a:gd name="T12" fmla="*/ 0 w 282"/>
                  <a:gd name="T13" fmla="*/ 16 h 160"/>
                  <a:gd name="T14" fmla="*/ 0 w 282"/>
                  <a:gd name="T15" fmla="*/ 144 h 160"/>
                  <a:gd name="T16" fmla="*/ 0 w 282"/>
                  <a:gd name="T17" fmla="*/ 144 h 160"/>
                  <a:gd name="T18" fmla="*/ 0 w 282"/>
                  <a:gd name="T19" fmla="*/ 150 h 160"/>
                  <a:gd name="T20" fmla="*/ 4 w 282"/>
                  <a:gd name="T21" fmla="*/ 156 h 160"/>
                  <a:gd name="T22" fmla="*/ 8 w 282"/>
                  <a:gd name="T23" fmla="*/ 160 h 160"/>
                  <a:gd name="T24" fmla="*/ 14 w 282"/>
                  <a:gd name="T25" fmla="*/ 160 h 160"/>
                  <a:gd name="T26" fmla="*/ 266 w 282"/>
                  <a:gd name="T27" fmla="*/ 160 h 160"/>
                  <a:gd name="T28" fmla="*/ 266 w 282"/>
                  <a:gd name="T29" fmla="*/ 160 h 160"/>
                  <a:gd name="T30" fmla="*/ 272 w 282"/>
                  <a:gd name="T31" fmla="*/ 160 h 160"/>
                  <a:gd name="T32" fmla="*/ 278 w 282"/>
                  <a:gd name="T33" fmla="*/ 156 h 160"/>
                  <a:gd name="T34" fmla="*/ 282 w 282"/>
                  <a:gd name="T35" fmla="*/ 150 h 160"/>
                  <a:gd name="T36" fmla="*/ 282 w 282"/>
                  <a:gd name="T37" fmla="*/ 144 h 160"/>
                  <a:gd name="T38" fmla="*/ 282 w 282"/>
                  <a:gd name="T39" fmla="*/ 16 h 160"/>
                  <a:gd name="T40" fmla="*/ 282 w 282"/>
                  <a:gd name="T41" fmla="*/ 16 h 160"/>
                  <a:gd name="T42" fmla="*/ 282 w 282"/>
                  <a:gd name="T43" fmla="*/ 10 h 160"/>
                  <a:gd name="T44" fmla="*/ 278 w 282"/>
                  <a:gd name="T45" fmla="*/ 6 h 160"/>
                  <a:gd name="T46" fmla="*/ 272 w 282"/>
                  <a:gd name="T47" fmla="*/ 2 h 160"/>
                  <a:gd name="T48" fmla="*/ 266 w 282"/>
                  <a:gd name="T49" fmla="*/ 0 h 160"/>
                  <a:gd name="T50" fmla="*/ 266 w 282"/>
                  <a:gd name="T51" fmla="*/ 0 h 160"/>
                  <a:gd name="T52" fmla="*/ 254 w 282"/>
                  <a:gd name="T53" fmla="*/ 136 h 160"/>
                  <a:gd name="T54" fmla="*/ 28 w 282"/>
                  <a:gd name="T55" fmla="*/ 136 h 160"/>
                  <a:gd name="T56" fmla="*/ 28 w 282"/>
                  <a:gd name="T57" fmla="*/ 26 h 160"/>
                  <a:gd name="T58" fmla="*/ 254 w 282"/>
                  <a:gd name="T59" fmla="*/ 26 h 160"/>
                  <a:gd name="T60" fmla="*/ 254 w 282"/>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2" h="160">
                    <a:moveTo>
                      <a:pt x="266" y="0"/>
                    </a:moveTo>
                    <a:lnTo>
                      <a:pt x="14" y="0"/>
                    </a:lnTo>
                    <a:lnTo>
                      <a:pt x="14" y="0"/>
                    </a:lnTo>
                    <a:lnTo>
                      <a:pt x="8" y="2"/>
                    </a:lnTo>
                    <a:lnTo>
                      <a:pt x="4" y="6"/>
                    </a:lnTo>
                    <a:lnTo>
                      <a:pt x="0" y="10"/>
                    </a:lnTo>
                    <a:lnTo>
                      <a:pt x="0" y="16"/>
                    </a:lnTo>
                    <a:lnTo>
                      <a:pt x="0" y="144"/>
                    </a:lnTo>
                    <a:lnTo>
                      <a:pt x="0" y="144"/>
                    </a:lnTo>
                    <a:lnTo>
                      <a:pt x="0" y="150"/>
                    </a:lnTo>
                    <a:lnTo>
                      <a:pt x="4" y="156"/>
                    </a:lnTo>
                    <a:lnTo>
                      <a:pt x="8" y="160"/>
                    </a:lnTo>
                    <a:lnTo>
                      <a:pt x="14" y="160"/>
                    </a:lnTo>
                    <a:lnTo>
                      <a:pt x="266" y="160"/>
                    </a:lnTo>
                    <a:lnTo>
                      <a:pt x="266" y="160"/>
                    </a:lnTo>
                    <a:lnTo>
                      <a:pt x="272" y="160"/>
                    </a:lnTo>
                    <a:lnTo>
                      <a:pt x="278" y="156"/>
                    </a:lnTo>
                    <a:lnTo>
                      <a:pt x="282" y="150"/>
                    </a:lnTo>
                    <a:lnTo>
                      <a:pt x="282" y="144"/>
                    </a:lnTo>
                    <a:lnTo>
                      <a:pt x="282" y="16"/>
                    </a:lnTo>
                    <a:lnTo>
                      <a:pt x="282" y="16"/>
                    </a:lnTo>
                    <a:lnTo>
                      <a:pt x="282" y="10"/>
                    </a:lnTo>
                    <a:lnTo>
                      <a:pt x="278" y="6"/>
                    </a:lnTo>
                    <a:lnTo>
                      <a:pt x="272" y="2"/>
                    </a:lnTo>
                    <a:lnTo>
                      <a:pt x="266" y="0"/>
                    </a:lnTo>
                    <a:lnTo>
                      <a:pt x="266" y="0"/>
                    </a:lnTo>
                    <a:close/>
                    <a:moveTo>
                      <a:pt x="254" y="136"/>
                    </a:moveTo>
                    <a:lnTo>
                      <a:pt x="28" y="136"/>
                    </a:lnTo>
                    <a:lnTo>
                      <a:pt x="28" y="26"/>
                    </a:lnTo>
                    <a:lnTo>
                      <a:pt x="254" y="26"/>
                    </a:lnTo>
                    <a:lnTo>
                      <a:pt x="254"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7" name="Freeform 106"/>
              <p:cNvSpPr>
                <a:spLocks/>
              </p:cNvSpPr>
              <p:nvPr/>
            </p:nvSpPr>
            <p:spPr bwMode="auto">
              <a:xfrm>
                <a:off x="4919663"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sp>
          <p:nvSpPr>
            <p:cNvPr id="62" name="Freeform 59"/>
            <p:cNvSpPr>
              <a:spLocks noChangeAspect="1" noEditPoints="1"/>
            </p:cNvSpPr>
            <p:nvPr/>
          </p:nvSpPr>
          <p:spPr bwMode="auto">
            <a:xfrm>
              <a:off x="6351773" y="2659837"/>
              <a:ext cx="279320" cy="337291"/>
            </a:xfrm>
            <a:custGeom>
              <a:avLst/>
              <a:gdLst>
                <a:gd name="T0" fmla="*/ 0 w 212"/>
                <a:gd name="T1" fmla="*/ 188 h 256"/>
                <a:gd name="T2" fmla="*/ 106 w 212"/>
                <a:gd name="T3" fmla="*/ 56 h 256"/>
                <a:gd name="T4" fmla="*/ 128 w 212"/>
                <a:gd name="T5" fmla="*/ 90 h 256"/>
                <a:gd name="T6" fmla="*/ 134 w 212"/>
                <a:gd name="T7" fmla="*/ 110 h 256"/>
                <a:gd name="T8" fmla="*/ 134 w 212"/>
                <a:gd name="T9" fmla="*/ 152 h 256"/>
                <a:gd name="T10" fmla="*/ 128 w 212"/>
                <a:gd name="T11" fmla="*/ 170 h 256"/>
                <a:gd name="T12" fmla="*/ 106 w 212"/>
                <a:gd name="T13" fmla="*/ 206 h 256"/>
                <a:gd name="T14" fmla="*/ 104 w 212"/>
                <a:gd name="T15" fmla="*/ 208 h 256"/>
                <a:gd name="T16" fmla="*/ 90 w 212"/>
                <a:gd name="T17" fmla="*/ 200 h 256"/>
                <a:gd name="T18" fmla="*/ 106 w 212"/>
                <a:gd name="T19" fmla="*/ 182 h 256"/>
                <a:gd name="T20" fmla="*/ 120 w 212"/>
                <a:gd name="T21" fmla="*/ 148 h 256"/>
                <a:gd name="T22" fmla="*/ 122 w 212"/>
                <a:gd name="T23" fmla="*/ 130 h 256"/>
                <a:gd name="T24" fmla="*/ 116 w 212"/>
                <a:gd name="T25" fmla="*/ 96 h 256"/>
                <a:gd name="T26" fmla="*/ 94 w 212"/>
                <a:gd name="T27" fmla="*/ 66 h 256"/>
                <a:gd name="T28" fmla="*/ 90 w 212"/>
                <a:gd name="T29" fmla="*/ 62 h 256"/>
                <a:gd name="T30" fmla="*/ 98 w 212"/>
                <a:gd name="T31" fmla="*/ 48 h 256"/>
                <a:gd name="T32" fmla="*/ 106 w 212"/>
                <a:gd name="T33" fmla="*/ 56 h 256"/>
                <a:gd name="T34" fmla="*/ 122 w 212"/>
                <a:gd name="T35" fmla="*/ 222 h 256"/>
                <a:gd name="T36" fmla="*/ 138 w 212"/>
                <a:gd name="T37" fmla="*/ 202 h 256"/>
                <a:gd name="T38" fmla="*/ 150 w 212"/>
                <a:gd name="T39" fmla="*/ 180 h 256"/>
                <a:gd name="T40" fmla="*/ 154 w 212"/>
                <a:gd name="T41" fmla="*/ 168 h 256"/>
                <a:gd name="T42" fmla="*/ 158 w 212"/>
                <a:gd name="T43" fmla="*/ 144 h 256"/>
                <a:gd name="T44" fmla="*/ 160 w 212"/>
                <a:gd name="T45" fmla="*/ 130 h 256"/>
                <a:gd name="T46" fmla="*/ 156 w 212"/>
                <a:gd name="T47" fmla="*/ 106 h 256"/>
                <a:gd name="T48" fmla="*/ 154 w 212"/>
                <a:gd name="T49" fmla="*/ 94 h 256"/>
                <a:gd name="T50" fmla="*/ 144 w 212"/>
                <a:gd name="T51" fmla="*/ 70 h 256"/>
                <a:gd name="T52" fmla="*/ 130 w 212"/>
                <a:gd name="T53" fmla="*/ 48 h 256"/>
                <a:gd name="T54" fmla="*/ 118 w 212"/>
                <a:gd name="T55" fmla="*/ 36 h 256"/>
                <a:gd name="T56" fmla="*/ 128 w 212"/>
                <a:gd name="T57" fmla="*/ 26 h 256"/>
                <a:gd name="T58" fmla="*/ 130 w 212"/>
                <a:gd name="T59" fmla="*/ 28 h 256"/>
                <a:gd name="T60" fmla="*/ 142 w 212"/>
                <a:gd name="T61" fmla="*/ 40 h 256"/>
                <a:gd name="T62" fmla="*/ 158 w 212"/>
                <a:gd name="T63" fmla="*/ 64 h 256"/>
                <a:gd name="T64" fmla="*/ 168 w 212"/>
                <a:gd name="T65" fmla="*/ 90 h 256"/>
                <a:gd name="T66" fmla="*/ 172 w 212"/>
                <a:gd name="T67" fmla="*/ 116 h 256"/>
                <a:gd name="T68" fmla="*/ 172 w 212"/>
                <a:gd name="T69" fmla="*/ 144 h 256"/>
                <a:gd name="T70" fmla="*/ 168 w 212"/>
                <a:gd name="T71" fmla="*/ 172 h 256"/>
                <a:gd name="T72" fmla="*/ 158 w 212"/>
                <a:gd name="T73" fmla="*/ 198 h 256"/>
                <a:gd name="T74" fmla="*/ 142 w 212"/>
                <a:gd name="T75" fmla="*/ 220 h 256"/>
                <a:gd name="T76" fmla="*/ 160 w 212"/>
                <a:gd name="T77" fmla="*/ 2 h 256"/>
                <a:gd name="T78" fmla="*/ 182 w 212"/>
                <a:gd name="T79" fmla="*/ 30 h 256"/>
                <a:gd name="T80" fmla="*/ 200 w 212"/>
                <a:gd name="T81" fmla="*/ 62 h 256"/>
                <a:gd name="T82" fmla="*/ 210 w 212"/>
                <a:gd name="T83" fmla="*/ 96 h 256"/>
                <a:gd name="T84" fmla="*/ 212 w 212"/>
                <a:gd name="T85" fmla="*/ 130 h 256"/>
                <a:gd name="T86" fmla="*/ 210 w 212"/>
                <a:gd name="T87" fmla="*/ 164 h 256"/>
                <a:gd name="T88" fmla="*/ 200 w 212"/>
                <a:gd name="T89" fmla="*/ 198 h 256"/>
                <a:gd name="T90" fmla="*/ 184 w 212"/>
                <a:gd name="T91" fmla="*/ 228 h 256"/>
                <a:gd name="T92" fmla="*/ 162 w 212"/>
                <a:gd name="T93" fmla="*/ 256 h 256"/>
                <a:gd name="T94" fmla="*/ 162 w 212"/>
                <a:gd name="T95" fmla="*/ 236 h 256"/>
                <a:gd name="T96" fmla="*/ 170 w 212"/>
                <a:gd name="T97" fmla="*/ 224 h 256"/>
                <a:gd name="T98" fmla="*/ 186 w 212"/>
                <a:gd name="T99" fmla="*/ 194 h 256"/>
                <a:gd name="T100" fmla="*/ 196 w 212"/>
                <a:gd name="T101" fmla="*/ 162 h 256"/>
                <a:gd name="T102" fmla="*/ 198 w 212"/>
                <a:gd name="T103" fmla="*/ 146 h 256"/>
                <a:gd name="T104" fmla="*/ 198 w 212"/>
                <a:gd name="T105" fmla="*/ 114 h 256"/>
                <a:gd name="T106" fmla="*/ 196 w 212"/>
                <a:gd name="T107" fmla="*/ 98 h 256"/>
                <a:gd name="T108" fmla="*/ 186 w 212"/>
                <a:gd name="T109" fmla="*/ 68 h 256"/>
                <a:gd name="T110" fmla="*/ 178 w 212"/>
                <a:gd name="T111" fmla="*/ 52 h 256"/>
                <a:gd name="T112" fmla="*/ 160 w 212"/>
                <a:gd name="T113" fmla="*/ 24 h 256"/>
                <a:gd name="T114" fmla="*/ 148 w 212"/>
                <a:gd name="T115" fmla="*/ 10 h 256"/>
                <a:gd name="T116" fmla="*/ 158 w 212"/>
                <a:gd name="T117" fmla="*/ 0 h 256"/>
                <a:gd name="T118" fmla="*/ 158 w 212"/>
                <a:gd name="T119" fmla="*/ 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2" h="256">
                  <a:moveTo>
                    <a:pt x="0" y="74"/>
                  </a:moveTo>
                  <a:lnTo>
                    <a:pt x="74" y="130"/>
                  </a:lnTo>
                  <a:lnTo>
                    <a:pt x="0" y="188"/>
                  </a:lnTo>
                  <a:lnTo>
                    <a:pt x="0" y="74"/>
                  </a:lnTo>
                  <a:close/>
                  <a:moveTo>
                    <a:pt x="106" y="56"/>
                  </a:moveTo>
                  <a:lnTo>
                    <a:pt x="106" y="56"/>
                  </a:lnTo>
                  <a:lnTo>
                    <a:pt x="118" y="72"/>
                  </a:lnTo>
                  <a:lnTo>
                    <a:pt x="118" y="72"/>
                  </a:lnTo>
                  <a:lnTo>
                    <a:pt x="128" y="90"/>
                  </a:lnTo>
                  <a:lnTo>
                    <a:pt x="128" y="90"/>
                  </a:lnTo>
                  <a:lnTo>
                    <a:pt x="134" y="110"/>
                  </a:lnTo>
                  <a:lnTo>
                    <a:pt x="134" y="110"/>
                  </a:lnTo>
                  <a:lnTo>
                    <a:pt x="136" y="130"/>
                  </a:lnTo>
                  <a:lnTo>
                    <a:pt x="136" y="130"/>
                  </a:lnTo>
                  <a:lnTo>
                    <a:pt x="134" y="152"/>
                  </a:lnTo>
                  <a:lnTo>
                    <a:pt x="134" y="152"/>
                  </a:lnTo>
                  <a:lnTo>
                    <a:pt x="128" y="170"/>
                  </a:lnTo>
                  <a:lnTo>
                    <a:pt x="128" y="170"/>
                  </a:lnTo>
                  <a:lnTo>
                    <a:pt x="118" y="190"/>
                  </a:lnTo>
                  <a:lnTo>
                    <a:pt x="118" y="190"/>
                  </a:lnTo>
                  <a:lnTo>
                    <a:pt x="106" y="206"/>
                  </a:lnTo>
                  <a:lnTo>
                    <a:pt x="106" y="206"/>
                  </a:lnTo>
                  <a:lnTo>
                    <a:pt x="104" y="208"/>
                  </a:lnTo>
                  <a:lnTo>
                    <a:pt x="104" y="208"/>
                  </a:lnTo>
                  <a:lnTo>
                    <a:pt x="102" y="208"/>
                  </a:lnTo>
                  <a:lnTo>
                    <a:pt x="90" y="200"/>
                  </a:lnTo>
                  <a:lnTo>
                    <a:pt x="90" y="200"/>
                  </a:lnTo>
                  <a:lnTo>
                    <a:pt x="94" y="196"/>
                  </a:lnTo>
                  <a:lnTo>
                    <a:pt x="94" y="196"/>
                  </a:lnTo>
                  <a:lnTo>
                    <a:pt x="106" y="182"/>
                  </a:lnTo>
                  <a:lnTo>
                    <a:pt x="116" y="166"/>
                  </a:lnTo>
                  <a:lnTo>
                    <a:pt x="116" y="166"/>
                  </a:lnTo>
                  <a:lnTo>
                    <a:pt x="120" y="148"/>
                  </a:lnTo>
                  <a:lnTo>
                    <a:pt x="120" y="148"/>
                  </a:lnTo>
                  <a:lnTo>
                    <a:pt x="122" y="130"/>
                  </a:lnTo>
                  <a:lnTo>
                    <a:pt x="122" y="130"/>
                  </a:lnTo>
                  <a:lnTo>
                    <a:pt x="120" y="114"/>
                  </a:lnTo>
                  <a:lnTo>
                    <a:pt x="116" y="96"/>
                  </a:lnTo>
                  <a:lnTo>
                    <a:pt x="116" y="96"/>
                  </a:lnTo>
                  <a:lnTo>
                    <a:pt x="106" y="80"/>
                  </a:lnTo>
                  <a:lnTo>
                    <a:pt x="106" y="80"/>
                  </a:lnTo>
                  <a:lnTo>
                    <a:pt x="94" y="66"/>
                  </a:lnTo>
                  <a:lnTo>
                    <a:pt x="94" y="66"/>
                  </a:lnTo>
                  <a:lnTo>
                    <a:pt x="90" y="62"/>
                  </a:lnTo>
                  <a:lnTo>
                    <a:pt x="90" y="62"/>
                  </a:lnTo>
                  <a:lnTo>
                    <a:pt x="86" y="58"/>
                  </a:lnTo>
                  <a:lnTo>
                    <a:pt x="98" y="48"/>
                  </a:lnTo>
                  <a:lnTo>
                    <a:pt x="98" y="48"/>
                  </a:lnTo>
                  <a:lnTo>
                    <a:pt x="102" y="52"/>
                  </a:lnTo>
                  <a:lnTo>
                    <a:pt x="102" y="52"/>
                  </a:lnTo>
                  <a:lnTo>
                    <a:pt x="106" y="56"/>
                  </a:lnTo>
                  <a:lnTo>
                    <a:pt x="106" y="56"/>
                  </a:lnTo>
                  <a:close/>
                  <a:moveTo>
                    <a:pt x="120" y="222"/>
                  </a:moveTo>
                  <a:lnTo>
                    <a:pt x="122" y="222"/>
                  </a:lnTo>
                  <a:lnTo>
                    <a:pt x="122" y="222"/>
                  </a:lnTo>
                  <a:lnTo>
                    <a:pt x="130" y="212"/>
                  </a:lnTo>
                  <a:lnTo>
                    <a:pt x="138" y="202"/>
                  </a:lnTo>
                  <a:lnTo>
                    <a:pt x="138" y="202"/>
                  </a:lnTo>
                  <a:lnTo>
                    <a:pt x="144" y="192"/>
                  </a:lnTo>
                  <a:lnTo>
                    <a:pt x="150" y="180"/>
                  </a:lnTo>
                  <a:lnTo>
                    <a:pt x="150" y="180"/>
                  </a:lnTo>
                  <a:lnTo>
                    <a:pt x="154" y="168"/>
                  </a:lnTo>
                  <a:lnTo>
                    <a:pt x="154" y="168"/>
                  </a:lnTo>
                  <a:lnTo>
                    <a:pt x="156" y="156"/>
                  </a:lnTo>
                  <a:lnTo>
                    <a:pt x="156" y="156"/>
                  </a:lnTo>
                  <a:lnTo>
                    <a:pt x="158" y="144"/>
                  </a:lnTo>
                  <a:lnTo>
                    <a:pt x="158" y="144"/>
                  </a:lnTo>
                  <a:lnTo>
                    <a:pt x="160" y="130"/>
                  </a:lnTo>
                  <a:lnTo>
                    <a:pt x="160" y="130"/>
                  </a:lnTo>
                  <a:lnTo>
                    <a:pt x="158" y="118"/>
                  </a:lnTo>
                  <a:lnTo>
                    <a:pt x="158" y="118"/>
                  </a:lnTo>
                  <a:lnTo>
                    <a:pt x="156" y="106"/>
                  </a:lnTo>
                  <a:lnTo>
                    <a:pt x="156" y="106"/>
                  </a:lnTo>
                  <a:lnTo>
                    <a:pt x="154" y="94"/>
                  </a:lnTo>
                  <a:lnTo>
                    <a:pt x="154" y="94"/>
                  </a:lnTo>
                  <a:lnTo>
                    <a:pt x="150" y="82"/>
                  </a:lnTo>
                  <a:lnTo>
                    <a:pt x="150" y="82"/>
                  </a:lnTo>
                  <a:lnTo>
                    <a:pt x="144" y="70"/>
                  </a:lnTo>
                  <a:lnTo>
                    <a:pt x="138" y="60"/>
                  </a:lnTo>
                  <a:lnTo>
                    <a:pt x="138" y="60"/>
                  </a:lnTo>
                  <a:lnTo>
                    <a:pt x="130" y="48"/>
                  </a:lnTo>
                  <a:lnTo>
                    <a:pt x="122" y="40"/>
                  </a:lnTo>
                  <a:lnTo>
                    <a:pt x="122" y="40"/>
                  </a:lnTo>
                  <a:lnTo>
                    <a:pt x="118" y="36"/>
                  </a:lnTo>
                  <a:lnTo>
                    <a:pt x="118" y="36"/>
                  </a:lnTo>
                  <a:lnTo>
                    <a:pt x="116" y="34"/>
                  </a:lnTo>
                  <a:lnTo>
                    <a:pt x="128" y="26"/>
                  </a:lnTo>
                  <a:lnTo>
                    <a:pt x="128" y="26"/>
                  </a:lnTo>
                  <a:lnTo>
                    <a:pt x="130" y="28"/>
                  </a:lnTo>
                  <a:lnTo>
                    <a:pt x="130" y="28"/>
                  </a:lnTo>
                  <a:lnTo>
                    <a:pt x="132" y="30"/>
                  </a:lnTo>
                  <a:lnTo>
                    <a:pt x="132" y="30"/>
                  </a:lnTo>
                  <a:lnTo>
                    <a:pt x="142" y="40"/>
                  </a:lnTo>
                  <a:lnTo>
                    <a:pt x="150" y="52"/>
                  </a:lnTo>
                  <a:lnTo>
                    <a:pt x="150" y="52"/>
                  </a:lnTo>
                  <a:lnTo>
                    <a:pt x="158" y="64"/>
                  </a:lnTo>
                  <a:lnTo>
                    <a:pt x="164" y="76"/>
                  </a:lnTo>
                  <a:lnTo>
                    <a:pt x="164" y="76"/>
                  </a:lnTo>
                  <a:lnTo>
                    <a:pt x="168" y="90"/>
                  </a:lnTo>
                  <a:lnTo>
                    <a:pt x="170" y="104"/>
                  </a:lnTo>
                  <a:lnTo>
                    <a:pt x="170" y="104"/>
                  </a:lnTo>
                  <a:lnTo>
                    <a:pt x="172" y="116"/>
                  </a:lnTo>
                  <a:lnTo>
                    <a:pt x="174" y="130"/>
                  </a:lnTo>
                  <a:lnTo>
                    <a:pt x="174" y="130"/>
                  </a:lnTo>
                  <a:lnTo>
                    <a:pt x="172" y="144"/>
                  </a:lnTo>
                  <a:lnTo>
                    <a:pt x="170" y="158"/>
                  </a:lnTo>
                  <a:lnTo>
                    <a:pt x="170" y="158"/>
                  </a:lnTo>
                  <a:lnTo>
                    <a:pt x="168" y="172"/>
                  </a:lnTo>
                  <a:lnTo>
                    <a:pt x="164" y="184"/>
                  </a:lnTo>
                  <a:lnTo>
                    <a:pt x="164" y="184"/>
                  </a:lnTo>
                  <a:lnTo>
                    <a:pt x="158" y="198"/>
                  </a:lnTo>
                  <a:lnTo>
                    <a:pt x="150" y="210"/>
                  </a:lnTo>
                  <a:lnTo>
                    <a:pt x="150" y="210"/>
                  </a:lnTo>
                  <a:lnTo>
                    <a:pt x="142" y="220"/>
                  </a:lnTo>
                  <a:lnTo>
                    <a:pt x="132" y="232"/>
                  </a:lnTo>
                  <a:lnTo>
                    <a:pt x="120" y="222"/>
                  </a:lnTo>
                  <a:close/>
                  <a:moveTo>
                    <a:pt x="160" y="2"/>
                  </a:moveTo>
                  <a:lnTo>
                    <a:pt x="160" y="2"/>
                  </a:lnTo>
                  <a:lnTo>
                    <a:pt x="172" y="16"/>
                  </a:lnTo>
                  <a:lnTo>
                    <a:pt x="182" y="30"/>
                  </a:lnTo>
                  <a:lnTo>
                    <a:pt x="182" y="30"/>
                  </a:lnTo>
                  <a:lnTo>
                    <a:pt x="192" y="46"/>
                  </a:lnTo>
                  <a:lnTo>
                    <a:pt x="200" y="62"/>
                  </a:lnTo>
                  <a:lnTo>
                    <a:pt x="200" y="62"/>
                  </a:lnTo>
                  <a:lnTo>
                    <a:pt x="206" y="78"/>
                  </a:lnTo>
                  <a:lnTo>
                    <a:pt x="210" y="96"/>
                  </a:lnTo>
                  <a:lnTo>
                    <a:pt x="210" y="96"/>
                  </a:lnTo>
                  <a:lnTo>
                    <a:pt x="212" y="114"/>
                  </a:lnTo>
                  <a:lnTo>
                    <a:pt x="212" y="130"/>
                  </a:lnTo>
                  <a:lnTo>
                    <a:pt x="212" y="130"/>
                  </a:lnTo>
                  <a:lnTo>
                    <a:pt x="212" y="148"/>
                  </a:lnTo>
                  <a:lnTo>
                    <a:pt x="210" y="164"/>
                  </a:lnTo>
                  <a:lnTo>
                    <a:pt x="210" y="164"/>
                  </a:lnTo>
                  <a:lnTo>
                    <a:pt x="206" y="180"/>
                  </a:lnTo>
                  <a:lnTo>
                    <a:pt x="200" y="198"/>
                  </a:lnTo>
                  <a:lnTo>
                    <a:pt x="200" y="198"/>
                  </a:lnTo>
                  <a:lnTo>
                    <a:pt x="194" y="212"/>
                  </a:lnTo>
                  <a:lnTo>
                    <a:pt x="184" y="228"/>
                  </a:lnTo>
                  <a:lnTo>
                    <a:pt x="184" y="228"/>
                  </a:lnTo>
                  <a:lnTo>
                    <a:pt x="174" y="242"/>
                  </a:lnTo>
                  <a:lnTo>
                    <a:pt x="162" y="256"/>
                  </a:lnTo>
                  <a:lnTo>
                    <a:pt x="152" y="248"/>
                  </a:lnTo>
                  <a:lnTo>
                    <a:pt x="152" y="248"/>
                  </a:lnTo>
                  <a:lnTo>
                    <a:pt x="162" y="236"/>
                  </a:lnTo>
                  <a:lnTo>
                    <a:pt x="162" y="236"/>
                  </a:lnTo>
                  <a:lnTo>
                    <a:pt x="170" y="224"/>
                  </a:lnTo>
                  <a:lnTo>
                    <a:pt x="170" y="224"/>
                  </a:lnTo>
                  <a:lnTo>
                    <a:pt x="178" y="210"/>
                  </a:lnTo>
                  <a:lnTo>
                    <a:pt x="186" y="194"/>
                  </a:lnTo>
                  <a:lnTo>
                    <a:pt x="186" y="194"/>
                  </a:lnTo>
                  <a:lnTo>
                    <a:pt x="192" y="178"/>
                  </a:lnTo>
                  <a:lnTo>
                    <a:pt x="192" y="178"/>
                  </a:lnTo>
                  <a:lnTo>
                    <a:pt x="196" y="162"/>
                  </a:lnTo>
                  <a:lnTo>
                    <a:pt x="196" y="162"/>
                  </a:lnTo>
                  <a:lnTo>
                    <a:pt x="198" y="146"/>
                  </a:lnTo>
                  <a:lnTo>
                    <a:pt x="198" y="146"/>
                  </a:lnTo>
                  <a:lnTo>
                    <a:pt x="198" y="130"/>
                  </a:lnTo>
                  <a:lnTo>
                    <a:pt x="198" y="130"/>
                  </a:lnTo>
                  <a:lnTo>
                    <a:pt x="198" y="114"/>
                  </a:lnTo>
                  <a:lnTo>
                    <a:pt x="198" y="114"/>
                  </a:lnTo>
                  <a:lnTo>
                    <a:pt x="196" y="98"/>
                  </a:lnTo>
                  <a:lnTo>
                    <a:pt x="196" y="98"/>
                  </a:lnTo>
                  <a:lnTo>
                    <a:pt x="192" y="82"/>
                  </a:lnTo>
                  <a:lnTo>
                    <a:pt x="192" y="82"/>
                  </a:lnTo>
                  <a:lnTo>
                    <a:pt x="186" y="68"/>
                  </a:lnTo>
                  <a:lnTo>
                    <a:pt x="186" y="68"/>
                  </a:lnTo>
                  <a:lnTo>
                    <a:pt x="178" y="52"/>
                  </a:lnTo>
                  <a:lnTo>
                    <a:pt x="178" y="52"/>
                  </a:lnTo>
                  <a:lnTo>
                    <a:pt x="170" y="38"/>
                  </a:lnTo>
                  <a:lnTo>
                    <a:pt x="170" y="38"/>
                  </a:lnTo>
                  <a:lnTo>
                    <a:pt x="160" y="24"/>
                  </a:lnTo>
                  <a:lnTo>
                    <a:pt x="148" y="12"/>
                  </a:lnTo>
                  <a:lnTo>
                    <a:pt x="148" y="12"/>
                  </a:lnTo>
                  <a:lnTo>
                    <a:pt x="148" y="10"/>
                  </a:lnTo>
                  <a:lnTo>
                    <a:pt x="148" y="10"/>
                  </a:lnTo>
                  <a:lnTo>
                    <a:pt x="148" y="10"/>
                  </a:lnTo>
                  <a:lnTo>
                    <a:pt x="158" y="0"/>
                  </a:lnTo>
                  <a:lnTo>
                    <a:pt x="158" y="0"/>
                  </a:lnTo>
                  <a:lnTo>
                    <a:pt x="158" y="2"/>
                  </a:lnTo>
                  <a:lnTo>
                    <a:pt x="158" y="2"/>
                  </a:lnTo>
                  <a:lnTo>
                    <a:pt x="160" y="2"/>
                  </a:lnTo>
                  <a:lnTo>
                    <a:pt x="160" y="2"/>
                  </a:ln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3" name="Freeform 131"/>
            <p:cNvSpPr>
              <a:spLocks noChangeAspect="1" noEditPoints="1"/>
            </p:cNvSpPr>
            <p:nvPr/>
          </p:nvSpPr>
          <p:spPr bwMode="auto">
            <a:xfrm>
              <a:off x="4576419" y="3479171"/>
              <a:ext cx="340241" cy="267244"/>
            </a:xfrm>
            <a:custGeom>
              <a:avLst/>
              <a:gdLst>
                <a:gd name="T0" fmla="*/ 62 w 275"/>
                <a:gd name="T1" fmla="*/ 5 h 216"/>
                <a:gd name="T2" fmla="*/ 62 w 275"/>
                <a:gd name="T3" fmla="*/ 212 h 216"/>
                <a:gd name="T4" fmla="*/ 0 w 275"/>
                <a:gd name="T5" fmla="*/ 212 h 216"/>
                <a:gd name="T6" fmla="*/ 0 w 275"/>
                <a:gd name="T7" fmla="*/ 5 h 216"/>
                <a:gd name="T8" fmla="*/ 62 w 275"/>
                <a:gd name="T9" fmla="*/ 5 h 216"/>
                <a:gd name="T10" fmla="*/ 50 w 275"/>
                <a:gd name="T11" fmla="*/ 29 h 216"/>
                <a:gd name="T12" fmla="*/ 12 w 275"/>
                <a:gd name="T13" fmla="*/ 29 h 216"/>
                <a:gd name="T14" fmla="*/ 12 w 275"/>
                <a:gd name="T15" fmla="*/ 41 h 216"/>
                <a:gd name="T16" fmla="*/ 50 w 275"/>
                <a:gd name="T17" fmla="*/ 41 h 216"/>
                <a:gd name="T18" fmla="*/ 50 w 275"/>
                <a:gd name="T19" fmla="*/ 29 h 216"/>
                <a:gd name="T20" fmla="*/ 50 w 275"/>
                <a:gd name="T21" fmla="*/ 53 h 216"/>
                <a:gd name="T22" fmla="*/ 12 w 275"/>
                <a:gd name="T23" fmla="*/ 53 h 216"/>
                <a:gd name="T24" fmla="*/ 12 w 275"/>
                <a:gd name="T25" fmla="*/ 66 h 216"/>
                <a:gd name="T26" fmla="*/ 50 w 275"/>
                <a:gd name="T27" fmla="*/ 66 h 216"/>
                <a:gd name="T28" fmla="*/ 50 w 275"/>
                <a:gd name="T29" fmla="*/ 53 h 216"/>
                <a:gd name="T30" fmla="*/ 134 w 275"/>
                <a:gd name="T31" fmla="*/ 5 h 216"/>
                <a:gd name="T32" fmla="*/ 134 w 275"/>
                <a:gd name="T33" fmla="*/ 212 h 216"/>
                <a:gd name="T34" fmla="*/ 74 w 275"/>
                <a:gd name="T35" fmla="*/ 212 h 216"/>
                <a:gd name="T36" fmla="*/ 74 w 275"/>
                <a:gd name="T37" fmla="*/ 5 h 216"/>
                <a:gd name="T38" fmla="*/ 134 w 275"/>
                <a:gd name="T39" fmla="*/ 5 h 216"/>
                <a:gd name="T40" fmla="*/ 122 w 275"/>
                <a:gd name="T41" fmla="*/ 29 h 216"/>
                <a:gd name="T42" fmla="*/ 86 w 275"/>
                <a:gd name="T43" fmla="*/ 29 h 216"/>
                <a:gd name="T44" fmla="*/ 86 w 275"/>
                <a:gd name="T45" fmla="*/ 41 h 216"/>
                <a:gd name="T46" fmla="*/ 122 w 275"/>
                <a:gd name="T47" fmla="*/ 41 h 216"/>
                <a:gd name="T48" fmla="*/ 122 w 275"/>
                <a:gd name="T49" fmla="*/ 29 h 216"/>
                <a:gd name="T50" fmla="*/ 122 w 275"/>
                <a:gd name="T51" fmla="*/ 53 h 216"/>
                <a:gd name="T52" fmla="*/ 86 w 275"/>
                <a:gd name="T53" fmla="*/ 53 h 216"/>
                <a:gd name="T54" fmla="*/ 86 w 275"/>
                <a:gd name="T55" fmla="*/ 66 h 216"/>
                <a:gd name="T56" fmla="*/ 122 w 275"/>
                <a:gd name="T57" fmla="*/ 66 h 216"/>
                <a:gd name="T58" fmla="*/ 122 w 275"/>
                <a:gd name="T59" fmla="*/ 53 h 216"/>
                <a:gd name="T60" fmla="*/ 275 w 275"/>
                <a:gd name="T61" fmla="*/ 195 h 216"/>
                <a:gd name="T62" fmla="*/ 218 w 275"/>
                <a:gd name="T63" fmla="*/ 216 h 216"/>
                <a:gd name="T64" fmla="*/ 147 w 275"/>
                <a:gd name="T65" fmla="*/ 21 h 216"/>
                <a:gd name="T66" fmla="*/ 204 w 275"/>
                <a:gd name="T67" fmla="*/ 0 h 216"/>
                <a:gd name="T68" fmla="*/ 275 w 275"/>
                <a:gd name="T69" fmla="*/ 195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75" h="216">
                  <a:moveTo>
                    <a:pt x="62" y="5"/>
                  </a:moveTo>
                  <a:lnTo>
                    <a:pt x="62" y="212"/>
                  </a:lnTo>
                  <a:lnTo>
                    <a:pt x="0" y="212"/>
                  </a:lnTo>
                  <a:lnTo>
                    <a:pt x="0" y="5"/>
                  </a:lnTo>
                  <a:lnTo>
                    <a:pt x="62" y="5"/>
                  </a:lnTo>
                  <a:close/>
                  <a:moveTo>
                    <a:pt x="50" y="29"/>
                  </a:moveTo>
                  <a:lnTo>
                    <a:pt x="12" y="29"/>
                  </a:lnTo>
                  <a:lnTo>
                    <a:pt x="12" y="41"/>
                  </a:lnTo>
                  <a:lnTo>
                    <a:pt x="50" y="41"/>
                  </a:lnTo>
                  <a:lnTo>
                    <a:pt x="50" y="29"/>
                  </a:lnTo>
                  <a:close/>
                  <a:moveTo>
                    <a:pt x="50" y="53"/>
                  </a:moveTo>
                  <a:lnTo>
                    <a:pt x="12" y="53"/>
                  </a:lnTo>
                  <a:lnTo>
                    <a:pt x="12" y="66"/>
                  </a:lnTo>
                  <a:lnTo>
                    <a:pt x="50" y="66"/>
                  </a:lnTo>
                  <a:lnTo>
                    <a:pt x="50" y="53"/>
                  </a:lnTo>
                  <a:close/>
                  <a:moveTo>
                    <a:pt x="134" y="5"/>
                  </a:moveTo>
                  <a:lnTo>
                    <a:pt x="134" y="212"/>
                  </a:lnTo>
                  <a:lnTo>
                    <a:pt x="74" y="212"/>
                  </a:lnTo>
                  <a:lnTo>
                    <a:pt x="74" y="5"/>
                  </a:lnTo>
                  <a:lnTo>
                    <a:pt x="134" y="5"/>
                  </a:lnTo>
                  <a:close/>
                  <a:moveTo>
                    <a:pt x="122" y="29"/>
                  </a:moveTo>
                  <a:lnTo>
                    <a:pt x="86" y="29"/>
                  </a:lnTo>
                  <a:lnTo>
                    <a:pt x="86" y="41"/>
                  </a:lnTo>
                  <a:lnTo>
                    <a:pt x="122" y="41"/>
                  </a:lnTo>
                  <a:lnTo>
                    <a:pt x="122" y="29"/>
                  </a:lnTo>
                  <a:close/>
                  <a:moveTo>
                    <a:pt x="122" y="53"/>
                  </a:moveTo>
                  <a:lnTo>
                    <a:pt x="86" y="53"/>
                  </a:lnTo>
                  <a:lnTo>
                    <a:pt x="86" y="66"/>
                  </a:lnTo>
                  <a:lnTo>
                    <a:pt x="122" y="66"/>
                  </a:lnTo>
                  <a:lnTo>
                    <a:pt x="122" y="53"/>
                  </a:lnTo>
                  <a:close/>
                  <a:moveTo>
                    <a:pt x="275" y="195"/>
                  </a:moveTo>
                  <a:lnTo>
                    <a:pt x="218" y="216"/>
                  </a:lnTo>
                  <a:lnTo>
                    <a:pt x="147" y="21"/>
                  </a:lnTo>
                  <a:lnTo>
                    <a:pt x="204" y="0"/>
                  </a:lnTo>
                  <a:lnTo>
                    <a:pt x="275" y="195"/>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4" name="Group 63"/>
            <p:cNvGrpSpPr/>
            <p:nvPr/>
          </p:nvGrpSpPr>
          <p:grpSpPr>
            <a:xfrm>
              <a:off x="5817717" y="1990739"/>
              <a:ext cx="256972" cy="381312"/>
              <a:chOff x="8785977" y="2372203"/>
              <a:chExt cx="482479" cy="715935"/>
            </a:xfrm>
            <a:solidFill>
              <a:srgbClr val="0072C6"/>
            </a:solidFill>
          </p:grpSpPr>
          <p:sp>
            <p:nvSpPr>
              <p:cNvPr id="83" name="Freeform 28"/>
              <p:cNvSpPr>
                <a:spLocks noEditPoints="1"/>
              </p:cNvSpPr>
              <p:nvPr/>
            </p:nvSpPr>
            <p:spPr bwMode="auto">
              <a:xfrm>
                <a:off x="8785977" y="2372203"/>
                <a:ext cx="482479" cy="715935"/>
              </a:xfrm>
              <a:custGeom>
                <a:avLst/>
                <a:gdLst>
                  <a:gd name="T0" fmla="*/ 90 w 93"/>
                  <a:gd name="T1" fmla="*/ 34 h 138"/>
                  <a:gd name="T2" fmla="*/ 86 w 93"/>
                  <a:gd name="T3" fmla="*/ 23 h 138"/>
                  <a:gd name="T4" fmla="*/ 79 w 93"/>
                  <a:gd name="T5" fmla="*/ 13 h 138"/>
                  <a:gd name="T6" fmla="*/ 69 w 93"/>
                  <a:gd name="T7" fmla="*/ 6 h 138"/>
                  <a:gd name="T8" fmla="*/ 58 w 93"/>
                  <a:gd name="T9" fmla="*/ 2 h 138"/>
                  <a:gd name="T10" fmla="*/ 46 w 93"/>
                  <a:gd name="T11" fmla="*/ 0 h 138"/>
                  <a:gd name="T12" fmla="*/ 35 w 93"/>
                  <a:gd name="T13" fmla="*/ 2 h 138"/>
                  <a:gd name="T14" fmla="*/ 24 w 93"/>
                  <a:gd name="T15" fmla="*/ 6 h 138"/>
                  <a:gd name="T16" fmla="*/ 14 w 93"/>
                  <a:gd name="T17" fmla="*/ 13 h 138"/>
                  <a:gd name="T18" fmla="*/ 7 w 93"/>
                  <a:gd name="T19" fmla="*/ 23 h 138"/>
                  <a:gd name="T20" fmla="*/ 2 w 93"/>
                  <a:gd name="T21" fmla="*/ 34 h 138"/>
                  <a:gd name="T22" fmla="*/ 0 w 93"/>
                  <a:gd name="T23" fmla="*/ 46 h 138"/>
                  <a:gd name="T24" fmla="*/ 2 w 93"/>
                  <a:gd name="T25" fmla="*/ 57 h 138"/>
                  <a:gd name="T26" fmla="*/ 7 w 93"/>
                  <a:gd name="T27" fmla="*/ 68 h 138"/>
                  <a:gd name="T28" fmla="*/ 14 w 93"/>
                  <a:gd name="T29" fmla="*/ 79 h 138"/>
                  <a:gd name="T30" fmla="*/ 21 w 93"/>
                  <a:gd name="T31" fmla="*/ 138 h 138"/>
                  <a:gd name="T32" fmla="*/ 71 w 93"/>
                  <a:gd name="T33" fmla="*/ 138 h 138"/>
                  <a:gd name="T34" fmla="*/ 79 w 93"/>
                  <a:gd name="T35" fmla="*/ 79 h 138"/>
                  <a:gd name="T36" fmla="*/ 86 w 93"/>
                  <a:gd name="T37" fmla="*/ 68 h 138"/>
                  <a:gd name="T38" fmla="*/ 90 w 93"/>
                  <a:gd name="T39" fmla="*/ 57 h 138"/>
                  <a:gd name="T40" fmla="*/ 93 w 93"/>
                  <a:gd name="T41" fmla="*/ 46 h 138"/>
                  <a:gd name="T42" fmla="*/ 46 w 93"/>
                  <a:gd name="T43" fmla="*/ 72 h 138"/>
                  <a:gd name="T44" fmla="*/ 41 w 93"/>
                  <a:gd name="T45" fmla="*/ 72 h 138"/>
                  <a:gd name="T46" fmla="*/ 32 w 93"/>
                  <a:gd name="T47" fmla="*/ 67 h 138"/>
                  <a:gd name="T48" fmla="*/ 25 w 93"/>
                  <a:gd name="T49" fmla="*/ 61 h 138"/>
                  <a:gd name="T50" fmla="*/ 21 w 93"/>
                  <a:gd name="T51" fmla="*/ 52 h 138"/>
                  <a:gd name="T52" fmla="*/ 20 w 93"/>
                  <a:gd name="T53" fmla="*/ 47 h 138"/>
                  <a:gd name="T54" fmla="*/ 23 w 93"/>
                  <a:gd name="T55" fmla="*/ 37 h 138"/>
                  <a:gd name="T56" fmla="*/ 28 w 93"/>
                  <a:gd name="T57" fmla="*/ 29 h 138"/>
                  <a:gd name="T58" fmla="*/ 36 w 93"/>
                  <a:gd name="T59" fmla="*/ 23 h 138"/>
                  <a:gd name="T60" fmla="*/ 46 w 93"/>
                  <a:gd name="T61" fmla="*/ 21 h 138"/>
                  <a:gd name="T62" fmla="*/ 52 w 93"/>
                  <a:gd name="T63" fmla="*/ 22 h 138"/>
                  <a:gd name="T64" fmla="*/ 61 w 93"/>
                  <a:gd name="T65" fmla="*/ 26 h 138"/>
                  <a:gd name="T66" fmla="*/ 68 w 93"/>
                  <a:gd name="T67" fmla="*/ 32 h 138"/>
                  <a:gd name="T68" fmla="*/ 71 w 93"/>
                  <a:gd name="T69" fmla="*/ 41 h 138"/>
                  <a:gd name="T70" fmla="*/ 72 w 93"/>
                  <a:gd name="T71" fmla="*/ 47 h 138"/>
                  <a:gd name="T72" fmla="*/ 70 w 93"/>
                  <a:gd name="T73" fmla="*/ 56 h 138"/>
                  <a:gd name="T74" fmla="*/ 64 w 93"/>
                  <a:gd name="T75" fmla="*/ 65 h 138"/>
                  <a:gd name="T76" fmla="*/ 56 w 93"/>
                  <a:gd name="T77" fmla="*/ 70 h 138"/>
                  <a:gd name="T78" fmla="*/ 46 w 93"/>
                  <a:gd name="T79" fmla="*/ 7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3" h="138">
                    <a:moveTo>
                      <a:pt x="80" y="41"/>
                    </a:moveTo>
                    <a:lnTo>
                      <a:pt x="90" y="34"/>
                    </a:lnTo>
                    <a:lnTo>
                      <a:pt x="78" y="32"/>
                    </a:lnTo>
                    <a:lnTo>
                      <a:pt x="86" y="23"/>
                    </a:lnTo>
                    <a:lnTo>
                      <a:pt x="73" y="24"/>
                    </a:lnTo>
                    <a:lnTo>
                      <a:pt x="79" y="13"/>
                    </a:lnTo>
                    <a:lnTo>
                      <a:pt x="68" y="19"/>
                    </a:lnTo>
                    <a:lnTo>
                      <a:pt x="69" y="6"/>
                    </a:lnTo>
                    <a:lnTo>
                      <a:pt x="60" y="14"/>
                    </a:lnTo>
                    <a:lnTo>
                      <a:pt x="58" y="2"/>
                    </a:lnTo>
                    <a:lnTo>
                      <a:pt x="51" y="12"/>
                    </a:lnTo>
                    <a:lnTo>
                      <a:pt x="46" y="0"/>
                    </a:lnTo>
                    <a:lnTo>
                      <a:pt x="42" y="12"/>
                    </a:lnTo>
                    <a:lnTo>
                      <a:pt x="35" y="2"/>
                    </a:lnTo>
                    <a:lnTo>
                      <a:pt x="33" y="14"/>
                    </a:lnTo>
                    <a:lnTo>
                      <a:pt x="24" y="6"/>
                    </a:lnTo>
                    <a:lnTo>
                      <a:pt x="25" y="19"/>
                    </a:lnTo>
                    <a:lnTo>
                      <a:pt x="14" y="13"/>
                    </a:lnTo>
                    <a:lnTo>
                      <a:pt x="19" y="24"/>
                    </a:lnTo>
                    <a:lnTo>
                      <a:pt x="7" y="23"/>
                    </a:lnTo>
                    <a:lnTo>
                      <a:pt x="15" y="32"/>
                    </a:lnTo>
                    <a:lnTo>
                      <a:pt x="2" y="34"/>
                    </a:lnTo>
                    <a:lnTo>
                      <a:pt x="12" y="41"/>
                    </a:lnTo>
                    <a:lnTo>
                      <a:pt x="0" y="46"/>
                    </a:lnTo>
                    <a:lnTo>
                      <a:pt x="12" y="50"/>
                    </a:lnTo>
                    <a:lnTo>
                      <a:pt x="2" y="57"/>
                    </a:lnTo>
                    <a:lnTo>
                      <a:pt x="15" y="59"/>
                    </a:lnTo>
                    <a:lnTo>
                      <a:pt x="7" y="68"/>
                    </a:lnTo>
                    <a:lnTo>
                      <a:pt x="19" y="67"/>
                    </a:lnTo>
                    <a:lnTo>
                      <a:pt x="14" y="79"/>
                    </a:lnTo>
                    <a:lnTo>
                      <a:pt x="21" y="75"/>
                    </a:lnTo>
                    <a:lnTo>
                      <a:pt x="21" y="138"/>
                    </a:lnTo>
                    <a:lnTo>
                      <a:pt x="46" y="113"/>
                    </a:lnTo>
                    <a:lnTo>
                      <a:pt x="71" y="138"/>
                    </a:lnTo>
                    <a:lnTo>
                      <a:pt x="71" y="75"/>
                    </a:lnTo>
                    <a:lnTo>
                      <a:pt x="79" y="79"/>
                    </a:lnTo>
                    <a:lnTo>
                      <a:pt x="73" y="67"/>
                    </a:lnTo>
                    <a:lnTo>
                      <a:pt x="86" y="68"/>
                    </a:lnTo>
                    <a:lnTo>
                      <a:pt x="78" y="59"/>
                    </a:lnTo>
                    <a:lnTo>
                      <a:pt x="90" y="57"/>
                    </a:lnTo>
                    <a:lnTo>
                      <a:pt x="80" y="50"/>
                    </a:lnTo>
                    <a:lnTo>
                      <a:pt x="93" y="46"/>
                    </a:lnTo>
                    <a:lnTo>
                      <a:pt x="80" y="41"/>
                    </a:lnTo>
                    <a:close/>
                    <a:moveTo>
                      <a:pt x="46" y="72"/>
                    </a:moveTo>
                    <a:lnTo>
                      <a:pt x="46" y="72"/>
                    </a:lnTo>
                    <a:lnTo>
                      <a:pt x="41" y="72"/>
                    </a:lnTo>
                    <a:lnTo>
                      <a:pt x="36" y="70"/>
                    </a:lnTo>
                    <a:lnTo>
                      <a:pt x="32" y="67"/>
                    </a:lnTo>
                    <a:lnTo>
                      <a:pt x="28" y="65"/>
                    </a:lnTo>
                    <a:lnTo>
                      <a:pt x="25" y="61"/>
                    </a:lnTo>
                    <a:lnTo>
                      <a:pt x="23" y="56"/>
                    </a:lnTo>
                    <a:lnTo>
                      <a:pt x="21" y="52"/>
                    </a:lnTo>
                    <a:lnTo>
                      <a:pt x="20" y="47"/>
                    </a:lnTo>
                    <a:lnTo>
                      <a:pt x="20" y="47"/>
                    </a:lnTo>
                    <a:lnTo>
                      <a:pt x="21" y="41"/>
                    </a:lnTo>
                    <a:lnTo>
                      <a:pt x="23" y="37"/>
                    </a:lnTo>
                    <a:lnTo>
                      <a:pt x="25" y="32"/>
                    </a:lnTo>
                    <a:lnTo>
                      <a:pt x="28" y="29"/>
                    </a:lnTo>
                    <a:lnTo>
                      <a:pt x="32" y="26"/>
                    </a:lnTo>
                    <a:lnTo>
                      <a:pt x="36" y="23"/>
                    </a:lnTo>
                    <a:lnTo>
                      <a:pt x="41" y="22"/>
                    </a:lnTo>
                    <a:lnTo>
                      <a:pt x="46" y="21"/>
                    </a:lnTo>
                    <a:lnTo>
                      <a:pt x="46" y="21"/>
                    </a:lnTo>
                    <a:lnTo>
                      <a:pt x="52" y="22"/>
                    </a:lnTo>
                    <a:lnTo>
                      <a:pt x="56" y="23"/>
                    </a:lnTo>
                    <a:lnTo>
                      <a:pt x="61" y="26"/>
                    </a:lnTo>
                    <a:lnTo>
                      <a:pt x="64" y="29"/>
                    </a:lnTo>
                    <a:lnTo>
                      <a:pt x="68" y="32"/>
                    </a:lnTo>
                    <a:lnTo>
                      <a:pt x="70" y="37"/>
                    </a:lnTo>
                    <a:lnTo>
                      <a:pt x="71" y="41"/>
                    </a:lnTo>
                    <a:lnTo>
                      <a:pt x="72" y="47"/>
                    </a:lnTo>
                    <a:lnTo>
                      <a:pt x="72" y="47"/>
                    </a:lnTo>
                    <a:lnTo>
                      <a:pt x="71" y="52"/>
                    </a:lnTo>
                    <a:lnTo>
                      <a:pt x="70" y="56"/>
                    </a:lnTo>
                    <a:lnTo>
                      <a:pt x="68" y="61"/>
                    </a:lnTo>
                    <a:lnTo>
                      <a:pt x="64" y="65"/>
                    </a:lnTo>
                    <a:lnTo>
                      <a:pt x="61" y="67"/>
                    </a:lnTo>
                    <a:lnTo>
                      <a:pt x="56" y="70"/>
                    </a:lnTo>
                    <a:lnTo>
                      <a:pt x="52" y="72"/>
                    </a:lnTo>
                    <a:lnTo>
                      <a:pt x="46" y="72"/>
                    </a:lnTo>
                    <a:lnTo>
                      <a:pt x="46" y="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4" name="Freeform 29"/>
              <p:cNvSpPr>
                <a:spLocks/>
              </p:cNvSpPr>
              <p:nvPr/>
            </p:nvSpPr>
            <p:spPr bwMode="auto">
              <a:xfrm>
                <a:off x="8926053" y="2517465"/>
                <a:ext cx="197141" cy="197141"/>
              </a:xfrm>
              <a:custGeom>
                <a:avLst/>
                <a:gdLst>
                  <a:gd name="T0" fmla="*/ 19 w 38"/>
                  <a:gd name="T1" fmla="*/ 0 h 38"/>
                  <a:gd name="T2" fmla="*/ 19 w 38"/>
                  <a:gd name="T3" fmla="*/ 0 h 38"/>
                  <a:gd name="T4" fmla="*/ 16 w 38"/>
                  <a:gd name="T5" fmla="*/ 0 h 38"/>
                  <a:gd name="T6" fmla="*/ 11 w 38"/>
                  <a:gd name="T7" fmla="*/ 1 h 38"/>
                  <a:gd name="T8" fmla="*/ 9 w 38"/>
                  <a:gd name="T9" fmla="*/ 3 h 38"/>
                  <a:gd name="T10" fmla="*/ 6 w 38"/>
                  <a:gd name="T11" fmla="*/ 6 h 38"/>
                  <a:gd name="T12" fmla="*/ 4 w 38"/>
                  <a:gd name="T13" fmla="*/ 8 h 38"/>
                  <a:gd name="T14" fmla="*/ 1 w 38"/>
                  <a:gd name="T15" fmla="*/ 11 h 38"/>
                  <a:gd name="T16" fmla="*/ 0 w 38"/>
                  <a:gd name="T17" fmla="*/ 15 h 38"/>
                  <a:gd name="T18" fmla="*/ 0 w 38"/>
                  <a:gd name="T19" fmla="*/ 19 h 38"/>
                  <a:gd name="T20" fmla="*/ 0 w 38"/>
                  <a:gd name="T21" fmla="*/ 19 h 38"/>
                  <a:gd name="T22" fmla="*/ 0 w 38"/>
                  <a:gd name="T23" fmla="*/ 22 h 38"/>
                  <a:gd name="T24" fmla="*/ 1 w 38"/>
                  <a:gd name="T25" fmla="*/ 26 h 38"/>
                  <a:gd name="T26" fmla="*/ 4 w 38"/>
                  <a:gd name="T27" fmla="*/ 29 h 38"/>
                  <a:gd name="T28" fmla="*/ 6 w 38"/>
                  <a:gd name="T29" fmla="*/ 33 h 38"/>
                  <a:gd name="T30" fmla="*/ 9 w 38"/>
                  <a:gd name="T31" fmla="*/ 35 h 38"/>
                  <a:gd name="T32" fmla="*/ 11 w 38"/>
                  <a:gd name="T33" fmla="*/ 36 h 38"/>
                  <a:gd name="T34" fmla="*/ 16 w 38"/>
                  <a:gd name="T35" fmla="*/ 37 h 38"/>
                  <a:gd name="T36" fmla="*/ 19 w 38"/>
                  <a:gd name="T37" fmla="*/ 38 h 38"/>
                  <a:gd name="T38" fmla="*/ 19 w 38"/>
                  <a:gd name="T39" fmla="*/ 38 h 38"/>
                  <a:gd name="T40" fmla="*/ 23 w 38"/>
                  <a:gd name="T41" fmla="*/ 37 h 38"/>
                  <a:gd name="T42" fmla="*/ 27 w 38"/>
                  <a:gd name="T43" fmla="*/ 36 h 38"/>
                  <a:gd name="T44" fmla="*/ 29 w 38"/>
                  <a:gd name="T45" fmla="*/ 35 h 38"/>
                  <a:gd name="T46" fmla="*/ 33 w 38"/>
                  <a:gd name="T47" fmla="*/ 33 h 38"/>
                  <a:gd name="T48" fmla="*/ 35 w 38"/>
                  <a:gd name="T49" fmla="*/ 29 h 38"/>
                  <a:gd name="T50" fmla="*/ 37 w 38"/>
                  <a:gd name="T51" fmla="*/ 26 h 38"/>
                  <a:gd name="T52" fmla="*/ 38 w 38"/>
                  <a:gd name="T53" fmla="*/ 22 h 38"/>
                  <a:gd name="T54" fmla="*/ 38 w 38"/>
                  <a:gd name="T55" fmla="*/ 19 h 38"/>
                  <a:gd name="T56" fmla="*/ 38 w 38"/>
                  <a:gd name="T57" fmla="*/ 19 h 38"/>
                  <a:gd name="T58" fmla="*/ 38 w 38"/>
                  <a:gd name="T59" fmla="*/ 15 h 38"/>
                  <a:gd name="T60" fmla="*/ 37 w 38"/>
                  <a:gd name="T61" fmla="*/ 11 h 38"/>
                  <a:gd name="T62" fmla="*/ 35 w 38"/>
                  <a:gd name="T63" fmla="*/ 8 h 38"/>
                  <a:gd name="T64" fmla="*/ 33 w 38"/>
                  <a:gd name="T65" fmla="*/ 6 h 38"/>
                  <a:gd name="T66" fmla="*/ 29 w 38"/>
                  <a:gd name="T67" fmla="*/ 3 h 38"/>
                  <a:gd name="T68" fmla="*/ 27 w 38"/>
                  <a:gd name="T69" fmla="*/ 1 h 38"/>
                  <a:gd name="T70" fmla="*/ 23 w 38"/>
                  <a:gd name="T71" fmla="*/ 0 h 38"/>
                  <a:gd name="T72" fmla="*/ 19 w 38"/>
                  <a:gd name="T73" fmla="*/ 0 h 38"/>
                  <a:gd name="T74" fmla="*/ 19 w 38"/>
                  <a:gd name="T75"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8" h="38">
                    <a:moveTo>
                      <a:pt x="19" y="0"/>
                    </a:moveTo>
                    <a:lnTo>
                      <a:pt x="19" y="0"/>
                    </a:lnTo>
                    <a:lnTo>
                      <a:pt x="16" y="0"/>
                    </a:lnTo>
                    <a:lnTo>
                      <a:pt x="11" y="1"/>
                    </a:lnTo>
                    <a:lnTo>
                      <a:pt x="9" y="3"/>
                    </a:lnTo>
                    <a:lnTo>
                      <a:pt x="6" y="6"/>
                    </a:lnTo>
                    <a:lnTo>
                      <a:pt x="4" y="8"/>
                    </a:lnTo>
                    <a:lnTo>
                      <a:pt x="1" y="11"/>
                    </a:lnTo>
                    <a:lnTo>
                      <a:pt x="0" y="15"/>
                    </a:lnTo>
                    <a:lnTo>
                      <a:pt x="0" y="19"/>
                    </a:lnTo>
                    <a:lnTo>
                      <a:pt x="0" y="19"/>
                    </a:lnTo>
                    <a:lnTo>
                      <a:pt x="0" y="22"/>
                    </a:lnTo>
                    <a:lnTo>
                      <a:pt x="1" y="26"/>
                    </a:lnTo>
                    <a:lnTo>
                      <a:pt x="4" y="29"/>
                    </a:lnTo>
                    <a:lnTo>
                      <a:pt x="6" y="33"/>
                    </a:lnTo>
                    <a:lnTo>
                      <a:pt x="9" y="35"/>
                    </a:lnTo>
                    <a:lnTo>
                      <a:pt x="11" y="36"/>
                    </a:lnTo>
                    <a:lnTo>
                      <a:pt x="16" y="37"/>
                    </a:lnTo>
                    <a:lnTo>
                      <a:pt x="19" y="38"/>
                    </a:lnTo>
                    <a:lnTo>
                      <a:pt x="19" y="38"/>
                    </a:lnTo>
                    <a:lnTo>
                      <a:pt x="23" y="37"/>
                    </a:lnTo>
                    <a:lnTo>
                      <a:pt x="27" y="36"/>
                    </a:lnTo>
                    <a:lnTo>
                      <a:pt x="29" y="35"/>
                    </a:lnTo>
                    <a:lnTo>
                      <a:pt x="33" y="33"/>
                    </a:lnTo>
                    <a:lnTo>
                      <a:pt x="35" y="29"/>
                    </a:lnTo>
                    <a:lnTo>
                      <a:pt x="37" y="26"/>
                    </a:lnTo>
                    <a:lnTo>
                      <a:pt x="38" y="22"/>
                    </a:lnTo>
                    <a:lnTo>
                      <a:pt x="38" y="19"/>
                    </a:lnTo>
                    <a:lnTo>
                      <a:pt x="38" y="19"/>
                    </a:lnTo>
                    <a:lnTo>
                      <a:pt x="38" y="15"/>
                    </a:lnTo>
                    <a:lnTo>
                      <a:pt x="37" y="11"/>
                    </a:lnTo>
                    <a:lnTo>
                      <a:pt x="35" y="8"/>
                    </a:lnTo>
                    <a:lnTo>
                      <a:pt x="33" y="6"/>
                    </a:lnTo>
                    <a:lnTo>
                      <a:pt x="29" y="3"/>
                    </a:lnTo>
                    <a:lnTo>
                      <a:pt x="27" y="1"/>
                    </a:lnTo>
                    <a:lnTo>
                      <a:pt x="23" y="0"/>
                    </a:lnTo>
                    <a:lnTo>
                      <a:pt x="19" y="0"/>
                    </a:lnTo>
                    <a:lnTo>
                      <a:pt x="1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5" name="Group 64"/>
            <p:cNvGrpSpPr>
              <a:grpSpLocks noChangeAspect="1"/>
            </p:cNvGrpSpPr>
            <p:nvPr/>
          </p:nvGrpSpPr>
          <p:grpSpPr>
            <a:xfrm>
              <a:off x="5989763" y="3481970"/>
              <a:ext cx="359056" cy="244464"/>
              <a:chOff x="7554913" y="3697288"/>
              <a:chExt cx="596900" cy="406400"/>
            </a:xfrm>
            <a:solidFill>
              <a:srgbClr val="0072C6"/>
            </a:solidFill>
          </p:grpSpPr>
          <p:sp>
            <p:nvSpPr>
              <p:cNvPr id="78" name="Freeform 16"/>
              <p:cNvSpPr>
                <a:spLocks noEditPoints="1"/>
              </p:cNvSpPr>
              <p:nvPr/>
            </p:nvSpPr>
            <p:spPr bwMode="auto">
              <a:xfrm>
                <a:off x="7554913" y="3697288"/>
                <a:ext cx="596900" cy="406400"/>
              </a:xfrm>
              <a:custGeom>
                <a:avLst/>
                <a:gdLst>
                  <a:gd name="T0" fmla="*/ 358 w 376"/>
                  <a:gd name="T1" fmla="*/ 0 h 256"/>
                  <a:gd name="T2" fmla="*/ 18 w 376"/>
                  <a:gd name="T3" fmla="*/ 0 h 256"/>
                  <a:gd name="T4" fmla="*/ 18 w 376"/>
                  <a:gd name="T5" fmla="*/ 0 h 256"/>
                  <a:gd name="T6" fmla="*/ 10 w 376"/>
                  <a:gd name="T7" fmla="*/ 2 h 256"/>
                  <a:gd name="T8" fmla="*/ 4 w 376"/>
                  <a:gd name="T9" fmla="*/ 6 h 256"/>
                  <a:gd name="T10" fmla="*/ 0 w 376"/>
                  <a:gd name="T11" fmla="*/ 12 h 256"/>
                  <a:gd name="T12" fmla="*/ 0 w 376"/>
                  <a:gd name="T13" fmla="*/ 18 h 256"/>
                  <a:gd name="T14" fmla="*/ 0 w 376"/>
                  <a:gd name="T15" fmla="*/ 236 h 256"/>
                  <a:gd name="T16" fmla="*/ 0 w 376"/>
                  <a:gd name="T17" fmla="*/ 236 h 256"/>
                  <a:gd name="T18" fmla="*/ 0 w 376"/>
                  <a:gd name="T19" fmla="*/ 244 h 256"/>
                  <a:gd name="T20" fmla="*/ 4 w 376"/>
                  <a:gd name="T21" fmla="*/ 250 h 256"/>
                  <a:gd name="T22" fmla="*/ 10 w 376"/>
                  <a:gd name="T23" fmla="*/ 254 h 256"/>
                  <a:gd name="T24" fmla="*/ 18 w 376"/>
                  <a:gd name="T25" fmla="*/ 256 h 256"/>
                  <a:gd name="T26" fmla="*/ 358 w 376"/>
                  <a:gd name="T27" fmla="*/ 256 h 256"/>
                  <a:gd name="T28" fmla="*/ 358 w 376"/>
                  <a:gd name="T29" fmla="*/ 256 h 256"/>
                  <a:gd name="T30" fmla="*/ 364 w 376"/>
                  <a:gd name="T31" fmla="*/ 254 h 256"/>
                  <a:gd name="T32" fmla="*/ 370 w 376"/>
                  <a:gd name="T33" fmla="*/ 250 h 256"/>
                  <a:gd name="T34" fmla="*/ 376 w 376"/>
                  <a:gd name="T35" fmla="*/ 244 h 256"/>
                  <a:gd name="T36" fmla="*/ 376 w 376"/>
                  <a:gd name="T37" fmla="*/ 236 h 256"/>
                  <a:gd name="T38" fmla="*/ 376 w 376"/>
                  <a:gd name="T39" fmla="*/ 18 h 256"/>
                  <a:gd name="T40" fmla="*/ 376 w 376"/>
                  <a:gd name="T41" fmla="*/ 18 h 256"/>
                  <a:gd name="T42" fmla="*/ 376 w 376"/>
                  <a:gd name="T43" fmla="*/ 12 h 256"/>
                  <a:gd name="T44" fmla="*/ 370 w 376"/>
                  <a:gd name="T45" fmla="*/ 6 h 256"/>
                  <a:gd name="T46" fmla="*/ 364 w 376"/>
                  <a:gd name="T47" fmla="*/ 2 h 256"/>
                  <a:gd name="T48" fmla="*/ 358 w 376"/>
                  <a:gd name="T49" fmla="*/ 0 h 256"/>
                  <a:gd name="T50" fmla="*/ 358 w 376"/>
                  <a:gd name="T51" fmla="*/ 0 h 256"/>
                  <a:gd name="T52" fmla="*/ 342 w 376"/>
                  <a:gd name="T53" fmla="*/ 224 h 256"/>
                  <a:gd name="T54" fmla="*/ 34 w 376"/>
                  <a:gd name="T55" fmla="*/ 224 h 256"/>
                  <a:gd name="T56" fmla="*/ 34 w 376"/>
                  <a:gd name="T57" fmla="*/ 30 h 256"/>
                  <a:gd name="T58" fmla="*/ 342 w 376"/>
                  <a:gd name="T59" fmla="*/ 30 h 256"/>
                  <a:gd name="T60" fmla="*/ 342 w 376"/>
                  <a:gd name="T61" fmla="*/ 22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76" h="256">
                    <a:moveTo>
                      <a:pt x="358" y="0"/>
                    </a:moveTo>
                    <a:lnTo>
                      <a:pt x="18" y="0"/>
                    </a:lnTo>
                    <a:lnTo>
                      <a:pt x="18" y="0"/>
                    </a:lnTo>
                    <a:lnTo>
                      <a:pt x="10" y="2"/>
                    </a:lnTo>
                    <a:lnTo>
                      <a:pt x="4" y="6"/>
                    </a:lnTo>
                    <a:lnTo>
                      <a:pt x="0" y="12"/>
                    </a:lnTo>
                    <a:lnTo>
                      <a:pt x="0" y="18"/>
                    </a:lnTo>
                    <a:lnTo>
                      <a:pt x="0" y="236"/>
                    </a:lnTo>
                    <a:lnTo>
                      <a:pt x="0" y="236"/>
                    </a:lnTo>
                    <a:lnTo>
                      <a:pt x="0" y="244"/>
                    </a:lnTo>
                    <a:lnTo>
                      <a:pt x="4" y="250"/>
                    </a:lnTo>
                    <a:lnTo>
                      <a:pt x="10" y="254"/>
                    </a:lnTo>
                    <a:lnTo>
                      <a:pt x="18" y="256"/>
                    </a:lnTo>
                    <a:lnTo>
                      <a:pt x="358" y="256"/>
                    </a:lnTo>
                    <a:lnTo>
                      <a:pt x="358" y="256"/>
                    </a:lnTo>
                    <a:lnTo>
                      <a:pt x="364" y="254"/>
                    </a:lnTo>
                    <a:lnTo>
                      <a:pt x="370" y="250"/>
                    </a:lnTo>
                    <a:lnTo>
                      <a:pt x="376" y="244"/>
                    </a:lnTo>
                    <a:lnTo>
                      <a:pt x="376" y="236"/>
                    </a:lnTo>
                    <a:lnTo>
                      <a:pt x="376" y="18"/>
                    </a:lnTo>
                    <a:lnTo>
                      <a:pt x="376" y="18"/>
                    </a:lnTo>
                    <a:lnTo>
                      <a:pt x="376" y="12"/>
                    </a:lnTo>
                    <a:lnTo>
                      <a:pt x="370" y="6"/>
                    </a:lnTo>
                    <a:lnTo>
                      <a:pt x="364" y="2"/>
                    </a:lnTo>
                    <a:lnTo>
                      <a:pt x="358" y="0"/>
                    </a:lnTo>
                    <a:lnTo>
                      <a:pt x="358" y="0"/>
                    </a:lnTo>
                    <a:close/>
                    <a:moveTo>
                      <a:pt x="342" y="224"/>
                    </a:moveTo>
                    <a:lnTo>
                      <a:pt x="34" y="224"/>
                    </a:lnTo>
                    <a:lnTo>
                      <a:pt x="34" y="30"/>
                    </a:lnTo>
                    <a:lnTo>
                      <a:pt x="342" y="30"/>
                    </a:lnTo>
                    <a:lnTo>
                      <a:pt x="342" y="2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9" name="Freeform 17"/>
              <p:cNvSpPr>
                <a:spLocks/>
              </p:cNvSpPr>
              <p:nvPr/>
            </p:nvSpPr>
            <p:spPr bwMode="auto">
              <a:xfrm>
                <a:off x="7910513" y="3805238"/>
                <a:ext cx="117475" cy="187325"/>
              </a:xfrm>
              <a:custGeom>
                <a:avLst/>
                <a:gdLst>
                  <a:gd name="T0" fmla="*/ 18 w 74"/>
                  <a:gd name="T1" fmla="*/ 70 h 118"/>
                  <a:gd name="T2" fmla="*/ 18 w 74"/>
                  <a:gd name="T3" fmla="*/ 118 h 118"/>
                  <a:gd name="T4" fmla="*/ 36 w 74"/>
                  <a:gd name="T5" fmla="*/ 100 h 118"/>
                  <a:gd name="T6" fmla="*/ 56 w 74"/>
                  <a:gd name="T7" fmla="*/ 118 h 118"/>
                  <a:gd name="T8" fmla="*/ 56 w 74"/>
                  <a:gd name="T9" fmla="*/ 70 h 118"/>
                  <a:gd name="T10" fmla="*/ 56 w 74"/>
                  <a:gd name="T11" fmla="*/ 70 h 118"/>
                  <a:gd name="T12" fmla="*/ 62 w 74"/>
                  <a:gd name="T13" fmla="*/ 64 h 118"/>
                  <a:gd name="T14" fmla="*/ 68 w 74"/>
                  <a:gd name="T15" fmla="*/ 56 h 118"/>
                  <a:gd name="T16" fmla="*/ 72 w 74"/>
                  <a:gd name="T17" fmla="*/ 48 h 118"/>
                  <a:gd name="T18" fmla="*/ 74 w 74"/>
                  <a:gd name="T19" fmla="*/ 38 h 118"/>
                  <a:gd name="T20" fmla="*/ 74 w 74"/>
                  <a:gd name="T21" fmla="*/ 38 h 118"/>
                  <a:gd name="T22" fmla="*/ 72 w 74"/>
                  <a:gd name="T23" fmla="*/ 30 h 118"/>
                  <a:gd name="T24" fmla="*/ 70 w 74"/>
                  <a:gd name="T25" fmla="*/ 22 h 118"/>
                  <a:gd name="T26" fmla="*/ 68 w 74"/>
                  <a:gd name="T27" fmla="*/ 16 h 118"/>
                  <a:gd name="T28" fmla="*/ 62 w 74"/>
                  <a:gd name="T29" fmla="*/ 10 h 118"/>
                  <a:gd name="T30" fmla="*/ 58 w 74"/>
                  <a:gd name="T31" fmla="*/ 6 h 118"/>
                  <a:gd name="T32" fmla="*/ 50 w 74"/>
                  <a:gd name="T33" fmla="*/ 2 h 118"/>
                  <a:gd name="T34" fmla="*/ 44 w 74"/>
                  <a:gd name="T35" fmla="*/ 0 h 118"/>
                  <a:gd name="T36" fmla="*/ 36 w 74"/>
                  <a:gd name="T37" fmla="*/ 0 h 118"/>
                  <a:gd name="T38" fmla="*/ 36 w 74"/>
                  <a:gd name="T39" fmla="*/ 0 h 118"/>
                  <a:gd name="T40" fmla="*/ 28 w 74"/>
                  <a:gd name="T41" fmla="*/ 0 h 118"/>
                  <a:gd name="T42" fmla="*/ 22 w 74"/>
                  <a:gd name="T43" fmla="*/ 2 h 118"/>
                  <a:gd name="T44" fmla="*/ 16 w 74"/>
                  <a:gd name="T45" fmla="*/ 6 h 118"/>
                  <a:gd name="T46" fmla="*/ 10 w 74"/>
                  <a:gd name="T47" fmla="*/ 10 h 118"/>
                  <a:gd name="T48" fmla="*/ 6 w 74"/>
                  <a:gd name="T49" fmla="*/ 16 h 118"/>
                  <a:gd name="T50" fmla="*/ 2 w 74"/>
                  <a:gd name="T51" fmla="*/ 22 h 118"/>
                  <a:gd name="T52" fmla="*/ 0 w 74"/>
                  <a:gd name="T53" fmla="*/ 30 h 118"/>
                  <a:gd name="T54" fmla="*/ 0 w 74"/>
                  <a:gd name="T55" fmla="*/ 38 h 118"/>
                  <a:gd name="T56" fmla="*/ 0 w 74"/>
                  <a:gd name="T57" fmla="*/ 38 h 118"/>
                  <a:gd name="T58" fmla="*/ 0 w 74"/>
                  <a:gd name="T59" fmla="*/ 48 h 118"/>
                  <a:gd name="T60" fmla="*/ 4 w 74"/>
                  <a:gd name="T61" fmla="*/ 56 h 118"/>
                  <a:gd name="T62" fmla="*/ 10 w 74"/>
                  <a:gd name="T63" fmla="*/ 64 h 118"/>
                  <a:gd name="T64" fmla="*/ 18 w 74"/>
                  <a:gd name="T65" fmla="*/ 70 h 118"/>
                  <a:gd name="T66" fmla="*/ 18 w 74"/>
                  <a:gd name="T67" fmla="*/ 70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4" h="118">
                    <a:moveTo>
                      <a:pt x="18" y="70"/>
                    </a:moveTo>
                    <a:lnTo>
                      <a:pt x="18" y="118"/>
                    </a:lnTo>
                    <a:lnTo>
                      <a:pt x="36" y="100"/>
                    </a:lnTo>
                    <a:lnTo>
                      <a:pt x="56" y="118"/>
                    </a:lnTo>
                    <a:lnTo>
                      <a:pt x="56" y="70"/>
                    </a:lnTo>
                    <a:lnTo>
                      <a:pt x="56" y="70"/>
                    </a:lnTo>
                    <a:lnTo>
                      <a:pt x="62" y="64"/>
                    </a:lnTo>
                    <a:lnTo>
                      <a:pt x="68" y="56"/>
                    </a:lnTo>
                    <a:lnTo>
                      <a:pt x="72" y="48"/>
                    </a:lnTo>
                    <a:lnTo>
                      <a:pt x="74" y="38"/>
                    </a:lnTo>
                    <a:lnTo>
                      <a:pt x="74" y="38"/>
                    </a:lnTo>
                    <a:lnTo>
                      <a:pt x="72" y="30"/>
                    </a:lnTo>
                    <a:lnTo>
                      <a:pt x="70" y="22"/>
                    </a:lnTo>
                    <a:lnTo>
                      <a:pt x="68" y="16"/>
                    </a:lnTo>
                    <a:lnTo>
                      <a:pt x="62" y="10"/>
                    </a:lnTo>
                    <a:lnTo>
                      <a:pt x="58" y="6"/>
                    </a:lnTo>
                    <a:lnTo>
                      <a:pt x="50" y="2"/>
                    </a:lnTo>
                    <a:lnTo>
                      <a:pt x="44" y="0"/>
                    </a:lnTo>
                    <a:lnTo>
                      <a:pt x="36" y="0"/>
                    </a:lnTo>
                    <a:lnTo>
                      <a:pt x="36" y="0"/>
                    </a:lnTo>
                    <a:lnTo>
                      <a:pt x="28" y="0"/>
                    </a:lnTo>
                    <a:lnTo>
                      <a:pt x="22" y="2"/>
                    </a:lnTo>
                    <a:lnTo>
                      <a:pt x="16" y="6"/>
                    </a:lnTo>
                    <a:lnTo>
                      <a:pt x="10" y="10"/>
                    </a:lnTo>
                    <a:lnTo>
                      <a:pt x="6" y="16"/>
                    </a:lnTo>
                    <a:lnTo>
                      <a:pt x="2" y="22"/>
                    </a:lnTo>
                    <a:lnTo>
                      <a:pt x="0" y="30"/>
                    </a:lnTo>
                    <a:lnTo>
                      <a:pt x="0" y="38"/>
                    </a:lnTo>
                    <a:lnTo>
                      <a:pt x="0" y="38"/>
                    </a:lnTo>
                    <a:lnTo>
                      <a:pt x="0" y="48"/>
                    </a:lnTo>
                    <a:lnTo>
                      <a:pt x="4" y="56"/>
                    </a:lnTo>
                    <a:lnTo>
                      <a:pt x="10" y="64"/>
                    </a:lnTo>
                    <a:lnTo>
                      <a:pt x="18" y="70"/>
                    </a:lnTo>
                    <a:lnTo>
                      <a:pt x="18"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0" name="Rectangle 18"/>
              <p:cNvSpPr>
                <a:spLocks noChangeArrowheads="1"/>
              </p:cNvSpPr>
              <p:nvPr/>
            </p:nvSpPr>
            <p:spPr bwMode="auto">
              <a:xfrm>
                <a:off x="7694613" y="380841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1" name="Rectangle 19"/>
              <p:cNvSpPr>
                <a:spLocks noChangeArrowheads="1"/>
              </p:cNvSpPr>
              <p:nvPr/>
            </p:nvSpPr>
            <p:spPr bwMode="auto">
              <a:xfrm>
                <a:off x="7694613" y="387826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2" name="Rectangle 20"/>
              <p:cNvSpPr>
                <a:spLocks noChangeArrowheads="1"/>
              </p:cNvSpPr>
              <p:nvPr/>
            </p:nvSpPr>
            <p:spPr bwMode="auto">
              <a:xfrm>
                <a:off x="7694613" y="3951288"/>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6" name="Group 65"/>
            <p:cNvGrpSpPr/>
            <p:nvPr/>
          </p:nvGrpSpPr>
          <p:grpSpPr>
            <a:xfrm>
              <a:off x="4576010" y="2578029"/>
              <a:ext cx="1719157" cy="1164284"/>
              <a:chOff x="8933043" y="3080582"/>
              <a:chExt cx="1940444" cy="1314148"/>
            </a:xfrm>
          </p:grpSpPr>
          <p:sp>
            <p:nvSpPr>
              <p:cNvPr id="67" name="Freeform 12"/>
              <p:cNvSpPr>
                <a:spLocks/>
              </p:cNvSpPr>
              <p:nvPr/>
            </p:nvSpPr>
            <p:spPr bwMode="auto">
              <a:xfrm>
                <a:off x="10739663" y="3286670"/>
                <a:ext cx="133824" cy="211441"/>
              </a:xfrm>
              <a:custGeom>
                <a:avLst/>
                <a:gdLst>
                  <a:gd name="T0" fmla="*/ 102 w 107"/>
                  <a:gd name="T1" fmla="*/ 60 h 169"/>
                  <a:gd name="T2" fmla="*/ 96 w 107"/>
                  <a:gd name="T3" fmla="*/ 60 h 169"/>
                  <a:gd name="T4" fmla="*/ 101 w 107"/>
                  <a:gd name="T5" fmla="*/ 47 h 169"/>
                  <a:gd name="T6" fmla="*/ 97 w 107"/>
                  <a:gd name="T7" fmla="*/ 37 h 169"/>
                  <a:gd name="T8" fmla="*/ 94 w 107"/>
                  <a:gd name="T9" fmla="*/ 37 h 169"/>
                  <a:gd name="T10" fmla="*/ 98 w 107"/>
                  <a:gd name="T11" fmla="*/ 26 h 169"/>
                  <a:gd name="T12" fmla="*/ 93 w 107"/>
                  <a:gd name="T13" fmla="*/ 14 h 169"/>
                  <a:gd name="T14" fmla="*/ 86 w 107"/>
                  <a:gd name="T15" fmla="*/ 15 h 169"/>
                  <a:gd name="T16" fmla="*/ 86 w 107"/>
                  <a:gd name="T17" fmla="*/ 13 h 169"/>
                  <a:gd name="T18" fmla="*/ 81 w 107"/>
                  <a:gd name="T19" fmla="*/ 1 h 169"/>
                  <a:gd name="T20" fmla="*/ 69 w 107"/>
                  <a:gd name="T21" fmla="*/ 7 h 169"/>
                  <a:gd name="T22" fmla="*/ 50 w 107"/>
                  <a:gd name="T23" fmla="*/ 56 h 169"/>
                  <a:gd name="T24" fmla="*/ 44 w 107"/>
                  <a:gd name="T25" fmla="*/ 49 h 169"/>
                  <a:gd name="T26" fmla="*/ 29 w 107"/>
                  <a:gd name="T27" fmla="*/ 55 h 169"/>
                  <a:gd name="T28" fmla="*/ 28 w 107"/>
                  <a:gd name="T29" fmla="*/ 58 h 169"/>
                  <a:gd name="T30" fmla="*/ 16 w 107"/>
                  <a:gd name="T31" fmla="*/ 89 h 169"/>
                  <a:gd name="T32" fmla="*/ 7 w 107"/>
                  <a:gd name="T33" fmla="*/ 112 h 169"/>
                  <a:gd name="T34" fmla="*/ 7 w 107"/>
                  <a:gd name="T35" fmla="*/ 112 h 169"/>
                  <a:gd name="T36" fmla="*/ 29 w 107"/>
                  <a:gd name="T37" fmla="*/ 161 h 169"/>
                  <a:gd name="T38" fmla="*/ 79 w 107"/>
                  <a:gd name="T39" fmla="*/ 139 h 169"/>
                  <a:gd name="T40" fmla="*/ 79 w 107"/>
                  <a:gd name="T41" fmla="*/ 139 h 169"/>
                  <a:gd name="T42" fmla="*/ 89 w 107"/>
                  <a:gd name="T43" fmla="*/ 114 h 169"/>
                  <a:gd name="T44" fmla="*/ 99 w 107"/>
                  <a:gd name="T45" fmla="*/ 86 h 169"/>
                  <a:gd name="T46" fmla="*/ 106 w 107"/>
                  <a:gd name="T47" fmla="*/ 69 h 169"/>
                  <a:gd name="T48" fmla="*/ 102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102" y="60"/>
                    </a:moveTo>
                    <a:cubicBezTo>
                      <a:pt x="100" y="59"/>
                      <a:pt x="98" y="59"/>
                      <a:pt x="96" y="60"/>
                    </a:cubicBezTo>
                    <a:cubicBezTo>
                      <a:pt x="99" y="53"/>
                      <a:pt x="101" y="47"/>
                      <a:pt x="101" y="47"/>
                    </a:cubicBezTo>
                    <a:cubicBezTo>
                      <a:pt x="102" y="43"/>
                      <a:pt x="101" y="39"/>
                      <a:pt x="97" y="37"/>
                    </a:cubicBezTo>
                    <a:cubicBezTo>
                      <a:pt x="96" y="37"/>
                      <a:pt x="95" y="37"/>
                      <a:pt x="94" y="37"/>
                    </a:cubicBezTo>
                    <a:cubicBezTo>
                      <a:pt x="96" y="31"/>
                      <a:pt x="98" y="27"/>
                      <a:pt x="98" y="26"/>
                    </a:cubicBezTo>
                    <a:cubicBezTo>
                      <a:pt x="100" y="21"/>
                      <a:pt x="98" y="16"/>
                      <a:pt x="93" y="14"/>
                    </a:cubicBezTo>
                    <a:cubicBezTo>
                      <a:pt x="90" y="13"/>
                      <a:pt x="88" y="13"/>
                      <a:pt x="86" y="15"/>
                    </a:cubicBezTo>
                    <a:cubicBezTo>
                      <a:pt x="86" y="14"/>
                      <a:pt x="86" y="13"/>
                      <a:pt x="86" y="13"/>
                    </a:cubicBezTo>
                    <a:cubicBezTo>
                      <a:pt x="88" y="8"/>
                      <a:pt x="86" y="3"/>
                      <a:pt x="81" y="1"/>
                    </a:cubicBezTo>
                    <a:cubicBezTo>
                      <a:pt x="76" y="0"/>
                      <a:pt x="71" y="2"/>
                      <a:pt x="69" y="7"/>
                    </a:cubicBezTo>
                    <a:cubicBezTo>
                      <a:pt x="68" y="9"/>
                      <a:pt x="56" y="41"/>
                      <a:pt x="50" y="56"/>
                    </a:cubicBezTo>
                    <a:cubicBezTo>
                      <a:pt x="49" y="53"/>
                      <a:pt x="47" y="50"/>
                      <a:pt x="44" y="49"/>
                    </a:cubicBezTo>
                    <a:cubicBezTo>
                      <a:pt x="38" y="46"/>
                      <a:pt x="31" y="49"/>
                      <a:pt x="29" y="55"/>
                    </a:cubicBezTo>
                    <a:cubicBezTo>
                      <a:pt x="29" y="56"/>
                      <a:pt x="28" y="57"/>
                      <a:pt x="28" y="58"/>
                    </a:cubicBezTo>
                    <a:cubicBezTo>
                      <a:pt x="25" y="67"/>
                      <a:pt x="17" y="86"/>
                      <a:pt x="16" y="89"/>
                    </a:cubicBezTo>
                    <a:cubicBezTo>
                      <a:pt x="7" y="112"/>
                      <a:pt x="7" y="112"/>
                      <a:pt x="7" y="112"/>
                    </a:cubicBezTo>
                    <a:cubicBezTo>
                      <a:pt x="7" y="112"/>
                      <a:pt x="7" y="112"/>
                      <a:pt x="7" y="112"/>
                    </a:cubicBezTo>
                    <a:cubicBezTo>
                      <a:pt x="0" y="132"/>
                      <a:pt x="10" y="154"/>
                      <a:pt x="29" y="161"/>
                    </a:cubicBezTo>
                    <a:cubicBezTo>
                      <a:pt x="49" y="169"/>
                      <a:pt x="71" y="159"/>
                      <a:pt x="79" y="139"/>
                    </a:cubicBezTo>
                    <a:cubicBezTo>
                      <a:pt x="79" y="139"/>
                      <a:pt x="79" y="139"/>
                      <a:pt x="79" y="139"/>
                    </a:cubicBezTo>
                    <a:cubicBezTo>
                      <a:pt x="89" y="114"/>
                      <a:pt x="89" y="114"/>
                      <a:pt x="89" y="114"/>
                    </a:cubicBezTo>
                    <a:cubicBezTo>
                      <a:pt x="89" y="113"/>
                      <a:pt x="95" y="98"/>
                      <a:pt x="99" y="86"/>
                    </a:cubicBezTo>
                    <a:cubicBezTo>
                      <a:pt x="103" y="77"/>
                      <a:pt x="106" y="70"/>
                      <a:pt x="106" y="69"/>
                    </a:cubicBezTo>
                    <a:cubicBezTo>
                      <a:pt x="107" y="65"/>
                      <a:pt x="105" y="61"/>
                      <a:pt x="102"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8" name="Freeform 13"/>
              <p:cNvSpPr>
                <a:spLocks/>
              </p:cNvSpPr>
              <p:nvPr/>
            </p:nvSpPr>
            <p:spPr bwMode="auto">
              <a:xfrm>
                <a:off x="8933043" y="3286670"/>
                <a:ext cx="136500" cy="211441"/>
              </a:xfrm>
              <a:custGeom>
                <a:avLst/>
                <a:gdLst>
                  <a:gd name="T0" fmla="*/ 5 w 107"/>
                  <a:gd name="T1" fmla="*/ 60 h 169"/>
                  <a:gd name="T2" fmla="*/ 11 w 107"/>
                  <a:gd name="T3" fmla="*/ 60 h 169"/>
                  <a:gd name="T4" fmla="*/ 6 w 107"/>
                  <a:gd name="T5" fmla="*/ 47 h 169"/>
                  <a:gd name="T6" fmla="*/ 10 w 107"/>
                  <a:gd name="T7" fmla="*/ 37 h 169"/>
                  <a:gd name="T8" fmla="*/ 13 w 107"/>
                  <a:gd name="T9" fmla="*/ 37 h 169"/>
                  <a:gd name="T10" fmla="*/ 9 w 107"/>
                  <a:gd name="T11" fmla="*/ 26 h 169"/>
                  <a:gd name="T12" fmla="*/ 14 w 107"/>
                  <a:gd name="T13" fmla="*/ 14 h 169"/>
                  <a:gd name="T14" fmla="*/ 21 w 107"/>
                  <a:gd name="T15" fmla="*/ 15 h 169"/>
                  <a:gd name="T16" fmla="*/ 21 w 107"/>
                  <a:gd name="T17" fmla="*/ 13 h 169"/>
                  <a:gd name="T18" fmla="*/ 26 w 107"/>
                  <a:gd name="T19" fmla="*/ 1 h 169"/>
                  <a:gd name="T20" fmla="*/ 38 w 107"/>
                  <a:gd name="T21" fmla="*/ 7 h 169"/>
                  <a:gd name="T22" fmla="*/ 57 w 107"/>
                  <a:gd name="T23" fmla="*/ 56 h 169"/>
                  <a:gd name="T24" fmla="*/ 63 w 107"/>
                  <a:gd name="T25" fmla="*/ 49 h 169"/>
                  <a:gd name="T26" fmla="*/ 78 w 107"/>
                  <a:gd name="T27" fmla="*/ 55 h 169"/>
                  <a:gd name="T28" fmla="*/ 79 w 107"/>
                  <a:gd name="T29" fmla="*/ 58 h 169"/>
                  <a:gd name="T30" fmla="*/ 91 w 107"/>
                  <a:gd name="T31" fmla="*/ 89 h 169"/>
                  <a:gd name="T32" fmla="*/ 100 w 107"/>
                  <a:gd name="T33" fmla="*/ 112 h 169"/>
                  <a:gd name="T34" fmla="*/ 100 w 107"/>
                  <a:gd name="T35" fmla="*/ 112 h 169"/>
                  <a:gd name="T36" fmla="*/ 78 w 107"/>
                  <a:gd name="T37" fmla="*/ 161 h 169"/>
                  <a:gd name="T38" fmla="*/ 28 w 107"/>
                  <a:gd name="T39" fmla="*/ 139 h 169"/>
                  <a:gd name="T40" fmla="*/ 28 w 107"/>
                  <a:gd name="T41" fmla="*/ 139 h 169"/>
                  <a:gd name="T42" fmla="*/ 18 w 107"/>
                  <a:gd name="T43" fmla="*/ 114 h 169"/>
                  <a:gd name="T44" fmla="*/ 8 w 107"/>
                  <a:gd name="T45" fmla="*/ 86 h 169"/>
                  <a:gd name="T46" fmla="*/ 1 w 107"/>
                  <a:gd name="T47" fmla="*/ 69 h 169"/>
                  <a:gd name="T48" fmla="*/ 5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5" y="60"/>
                    </a:moveTo>
                    <a:cubicBezTo>
                      <a:pt x="7" y="59"/>
                      <a:pt x="9" y="59"/>
                      <a:pt x="11" y="60"/>
                    </a:cubicBezTo>
                    <a:cubicBezTo>
                      <a:pt x="8" y="53"/>
                      <a:pt x="6" y="47"/>
                      <a:pt x="6" y="47"/>
                    </a:cubicBezTo>
                    <a:cubicBezTo>
                      <a:pt x="5" y="43"/>
                      <a:pt x="6" y="39"/>
                      <a:pt x="10" y="37"/>
                    </a:cubicBezTo>
                    <a:cubicBezTo>
                      <a:pt x="11" y="37"/>
                      <a:pt x="12" y="37"/>
                      <a:pt x="13" y="37"/>
                    </a:cubicBezTo>
                    <a:cubicBezTo>
                      <a:pt x="11" y="31"/>
                      <a:pt x="9" y="27"/>
                      <a:pt x="9" y="26"/>
                    </a:cubicBezTo>
                    <a:cubicBezTo>
                      <a:pt x="7" y="21"/>
                      <a:pt x="9" y="16"/>
                      <a:pt x="14" y="14"/>
                    </a:cubicBezTo>
                    <a:cubicBezTo>
                      <a:pt x="17" y="13"/>
                      <a:pt x="19" y="13"/>
                      <a:pt x="21" y="15"/>
                    </a:cubicBezTo>
                    <a:cubicBezTo>
                      <a:pt x="21" y="14"/>
                      <a:pt x="21" y="13"/>
                      <a:pt x="21" y="13"/>
                    </a:cubicBezTo>
                    <a:cubicBezTo>
                      <a:pt x="19" y="8"/>
                      <a:pt x="21" y="3"/>
                      <a:pt x="26" y="1"/>
                    </a:cubicBezTo>
                    <a:cubicBezTo>
                      <a:pt x="31" y="0"/>
                      <a:pt x="36" y="2"/>
                      <a:pt x="38" y="7"/>
                    </a:cubicBezTo>
                    <a:cubicBezTo>
                      <a:pt x="39" y="9"/>
                      <a:pt x="51" y="41"/>
                      <a:pt x="57" y="56"/>
                    </a:cubicBezTo>
                    <a:cubicBezTo>
                      <a:pt x="58" y="53"/>
                      <a:pt x="60" y="50"/>
                      <a:pt x="63" y="49"/>
                    </a:cubicBezTo>
                    <a:cubicBezTo>
                      <a:pt x="69" y="46"/>
                      <a:pt x="76" y="49"/>
                      <a:pt x="78" y="55"/>
                    </a:cubicBezTo>
                    <a:cubicBezTo>
                      <a:pt x="78" y="56"/>
                      <a:pt x="79" y="57"/>
                      <a:pt x="79" y="58"/>
                    </a:cubicBezTo>
                    <a:cubicBezTo>
                      <a:pt x="82" y="67"/>
                      <a:pt x="90" y="86"/>
                      <a:pt x="91" y="89"/>
                    </a:cubicBezTo>
                    <a:cubicBezTo>
                      <a:pt x="100" y="112"/>
                      <a:pt x="100" y="112"/>
                      <a:pt x="100" y="112"/>
                    </a:cubicBezTo>
                    <a:cubicBezTo>
                      <a:pt x="100" y="112"/>
                      <a:pt x="100" y="112"/>
                      <a:pt x="100" y="112"/>
                    </a:cubicBezTo>
                    <a:cubicBezTo>
                      <a:pt x="107" y="132"/>
                      <a:pt x="97" y="154"/>
                      <a:pt x="78" y="161"/>
                    </a:cubicBezTo>
                    <a:cubicBezTo>
                      <a:pt x="58" y="169"/>
                      <a:pt x="36" y="159"/>
                      <a:pt x="28" y="139"/>
                    </a:cubicBezTo>
                    <a:cubicBezTo>
                      <a:pt x="28" y="139"/>
                      <a:pt x="28" y="139"/>
                      <a:pt x="28" y="139"/>
                    </a:cubicBezTo>
                    <a:cubicBezTo>
                      <a:pt x="18" y="114"/>
                      <a:pt x="18" y="114"/>
                      <a:pt x="18" y="114"/>
                    </a:cubicBezTo>
                    <a:cubicBezTo>
                      <a:pt x="18" y="113"/>
                      <a:pt x="12" y="98"/>
                      <a:pt x="8" y="86"/>
                    </a:cubicBezTo>
                    <a:cubicBezTo>
                      <a:pt x="4" y="77"/>
                      <a:pt x="1" y="70"/>
                      <a:pt x="1" y="69"/>
                    </a:cubicBezTo>
                    <a:cubicBezTo>
                      <a:pt x="0" y="65"/>
                      <a:pt x="1" y="61"/>
                      <a:pt x="5"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9" name="Freeform 14"/>
              <p:cNvSpPr>
                <a:spLocks/>
              </p:cNvSpPr>
              <p:nvPr/>
            </p:nvSpPr>
            <p:spPr bwMode="auto">
              <a:xfrm>
                <a:off x="8973190" y="3436553"/>
                <a:ext cx="1862826" cy="958177"/>
              </a:xfrm>
              <a:custGeom>
                <a:avLst/>
                <a:gdLst>
                  <a:gd name="T0" fmla="*/ 1400 w 1478"/>
                  <a:gd name="T1" fmla="*/ 0 h 762"/>
                  <a:gd name="T2" fmla="*/ 1292 w 1478"/>
                  <a:gd name="T3" fmla="*/ 133 h 762"/>
                  <a:gd name="T4" fmla="*/ 1072 w 1478"/>
                  <a:gd name="T5" fmla="*/ 178 h 762"/>
                  <a:gd name="T6" fmla="*/ 898 w 1478"/>
                  <a:gd name="T7" fmla="*/ 72 h 762"/>
                  <a:gd name="T8" fmla="*/ 579 w 1478"/>
                  <a:gd name="T9" fmla="*/ 74 h 762"/>
                  <a:gd name="T10" fmla="*/ 406 w 1478"/>
                  <a:gd name="T11" fmla="*/ 178 h 762"/>
                  <a:gd name="T12" fmla="*/ 185 w 1478"/>
                  <a:gd name="T13" fmla="*/ 133 h 762"/>
                  <a:gd name="T14" fmla="*/ 78 w 1478"/>
                  <a:gd name="T15" fmla="*/ 0 h 762"/>
                  <a:gd name="T16" fmla="*/ 0 w 1478"/>
                  <a:gd name="T17" fmla="*/ 31 h 762"/>
                  <a:gd name="T18" fmla="*/ 139 w 1478"/>
                  <a:gd name="T19" fmla="*/ 203 h 762"/>
                  <a:gd name="T20" fmla="*/ 349 w 1478"/>
                  <a:gd name="T21" fmla="*/ 268 h 762"/>
                  <a:gd name="T22" fmla="*/ 422 w 1478"/>
                  <a:gd name="T23" fmla="*/ 261 h 762"/>
                  <a:gd name="T24" fmla="*/ 579 w 1478"/>
                  <a:gd name="T25" fmla="*/ 190 h 762"/>
                  <a:gd name="T26" fmla="*/ 579 w 1478"/>
                  <a:gd name="T27" fmla="*/ 762 h 762"/>
                  <a:gd name="T28" fmla="*/ 898 w 1478"/>
                  <a:gd name="T29" fmla="*/ 762 h 762"/>
                  <a:gd name="T30" fmla="*/ 898 w 1478"/>
                  <a:gd name="T31" fmla="*/ 189 h 762"/>
                  <a:gd name="T32" fmla="*/ 1128 w 1478"/>
                  <a:gd name="T33" fmla="*/ 267 h 762"/>
                  <a:gd name="T34" fmla="*/ 1339 w 1478"/>
                  <a:gd name="T35" fmla="*/ 203 h 762"/>
                  <a:gd name="T36" fmla="*/ 1478 w 1478"/>
                  <a:gd name="T37" fmla="*/ 31 h 762"/>
                  <a:gd name="T38" fmla="*/ 1400 w 1478"/>
                  <a:gd name="T39" fmla="*/ 0 h 7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78" h="762">
                    <a:moveTo>
                      <a:pt x="1400" y="0"/>
                    </a:move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762"/>
                      <a:pt x="579" y="762"/>
                      <a:pt x="579" y="762"/>
                    </a:cubicBezTo>
                    <a:cubicBezTo>
                      <a:pt x="898" y="762"/>
                      <a:pt x="898" y="762"/>
                      <a:pt x="898" y="762"/>
                    </a:cubicBezTo>
                    <a:cubicBezTo>
                      <a:pt x="898" y="189"/>
                      <a:pt x="898" y="189"/>
                      <a:pt x="898" y="189"/>
                    </a:cubicBezTo>
                    <a:cubicBezTo>
                      <a:pt x="964" y="241"/>
                      <a:pt x="1046" y="267"/>
                      <a:pt x="1128" y="267"/>
                    </a:cubicBezTo>
                    <a:cubicBezTo>
                      <a:pt x="1201" y="267"/>
                      <a:pt x="1274" y="247"/>
                      <a:pt x="1339" y="203"/>
                    </a:cubicBezTo>
                    <a:cubicBezTo>
                      <a:pt x="1402" y="161"/>
                      <a:pt x="1450" y="101"/>
                      <a:pt x="1478" y="31"/>
                    </a:cubicBezTo>
                    <a:lnTo>
                      <a:pt x="1400" y="0"/>
                    </a:lnTo>
                    <a:close/>
                  </a:path>
                </a:pathLst>
              </a:custGeom>
              <a:solidFill>
                <a:sysClr val="window" lastClr="FFFFFF">
                  <a:lumMod val="75000"/>
                </a:sysClr>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0" name="Freeform 15"/>
              <p:cNvSpPr>
                <a:spLocks/>
              </p:cNvSpPr>
              <p:nvPr/>
            </p:nvSpPr>
            <p:spPr bwMode="auto">
              <a:xfrm>
                <a:off x="8973190" y="3436552"/>
                <a:ext cx="1862827" cy="337236"/>
              </a:xfrm>
              <a:custGeom>
                <a:avLst/>
                <a:gdLst>
                  <a:gd name="T0" fmla="*/ 1128 w 1478"/>
                  <a:gd name="T1" fmla="*/ 267 h 268"/>
                  <a:gd name="T2" fmla="*/ 1339 w 1478"/>
                  <a:gd name="T3" fmla="*/ 203 h 268"/>
                  <a:gd name="T4" fmla="*/ 1478 w 1478"/>
                  <a:gd name="T5" fmla="*/ 31 h 268"/>
                  <a:gd name="T6" fmla="*/ 1400 w 1478"/>
                  <a:gd name="T7" fmla="*/ 0 h 268"/>
                  <a:gd name="T8" fmla="*/ 1292 w 1478"/>
                  <a:gd name="T9" fmla="*/ 133 h 268"/>
                  <a:gd name="T10" fmla="*/ 1072 w 1478"/>
                  <a:gd name="T11" fmla="*/ 178 h 268"/>
                  <a:gd name="T12" fmla="*/ 898 w 1478"/>
                  <a:gd name="T13" fmla="*/ 72 h 268"/>
                  <a:gd name="T14" fmla="*/ 579 w 1478"/>
                  <a:gd name="T15" fmla="*/ 74 h 268"/>
                  <a:gd name="T16" fmla="*/ 406 w 1478"/>
                  <a:gd name="T17" fmla="*/ 178 h 268"/>
                  <a:gd name="T18" fmla="*/ 185 w 1478"/>
                  <a:gd name="T19" fmla="*/ 133 h 268"/>
                  <a:gd name="T20" fmla="*/ 78 w 1478"/>
                  <a:gd name="T21" fmla="*/ 0 h 268"/>
                  <a:gd name="T22" fmla="*/ 0 w 1478"/>
                  <a:gd name="T23" fmla="*/ 31 h 268"/>
                  <a:gd name="T24" fmla="*/ 139 w 1478"/>
                  <a:gd name="T25" fmla="*/ 203 h 268"/>
                  <a:gd name="T26" fmla="*/ 349 w 1478"/>
                  <a:gd name="T27" fmla="*/ 268 h 268"/>
                  <a:gd name="T28" fmla="*/ 422 w 1478"/>
                  <a:gd name="T29" fmla="*/ 261 h 268"/>
                  <a:gd name="T30" fmla="*/ 579 w 1478"/>
                  <a:gd name="T31" fmla="*/ 190 h 268"/>
                  <a:gd name="T32" fmla="*/ 579 w 1478"/>
                  <a:gd name="T33" fmla="*/ 199 h 268"/>
                  <a:gd name="T34" fmla="*/ 613 w 1478"/>
                  <a:gd name="T35" fmla="*/ 85 h 268"/>
                  <a:gd name="T36" fmla="*/ 643 w 1478"/>
                  <a:gd name="T37" fmla="*/ 85 h 268"/>
                  <a:gd name="T38" fmla="*/ 713 w 1478"/>
                  <a:gd name="T39" fmla="*/ 135 h 268"/>
                  <a:gd name="T40" fmla="*/ 778 w 1478"/>
                  <a:gd name="T41" fmla="*/ 85 h 268"/>
                  <a:gd name="T42" fmla="*/ 835 w 1478"/>
                  <a:gd name="T43" fmla="*/ 85 h 268"/>
                  <a:gd name="T44" fmla="*/ 913 w 1478"/>
                  <a:gd name="T45" fmla="*/ 200 h 268"/>
                  <a:gd name="T46" fmla="*/ 1128 w 1478"/>
                  <a:gd name="T47" fmla="*/ 267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478" h="268">
                    <a:moveTo>
                      <a:pt x="1128" y="267"/>
                    </a:moveTo>
                    <a:cubicBezTo>
                      <a:pt x="1201" y="267"/>
                      <a:pt x="1274" y="247"/>
                      <a:pt x="1339" y="203"/>
                    </a:cubicBezTo>
                    <a:cubicBezTo>
                      <a:pt x="1402" y="161"/>
                      <a:pt x="1450" y="101"/>
                      <a:pt x="1478" y="31"/>
                    </a:cubicBezTo>
                    <a:cubicBezTo>
                      <a:pt x="1400" y="0"/>
                      <a:pt x="1400" y="0"/>
                      <a:pt x="1400" y="0"/>
                    </a:cubicBez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199"/>
                      <a:pt x="579" y="199"/>
                      <a:pt x="579" y="199"/>
                    </a:cubicBezTo>
                    <a:cubicBezTo>
                      <a:pt x="613" y="85"/>
                      <a:pt x="613" y="85"/>
                      <a:pt x="613" y="85"/>
                    </a:cubicBezTo>
                    <a:cubicBezTo>
                      <a:pt x="643" y="85"/>
                      <a:pt x="643" y="85"/>
                      <a:pt x="643" y="85"/>
                    </a:cubicBezTo>
                    <a:cubicBezTo>
                      <a:pt x="713" y="135"/>
                      <a:pt x="713" y="135"/>
                      <a:pt x="713" y="135"/>
                    </a:cubicBezTo>
                    <a:cubicBezTo>
                      <a:pt x="778" y="85"/>
                      <a:pt x="778" y="85"/>
                      <a:pt x="778" y="85"/>
                    </a:cubicBezTo>
                    <a:cubicBezTo>
                      <a:pt x="835" y="85"/>
                      <a:pt x="835" y="85"/>
                      <a:pt x="835" y="85"/>
                    </a:cubicBezTo>
                    <a:cubicBezTo>
                      <a:pt x="913" y="200"/>
                      <a:pt x="913" y="200"/>
                      <a:pt x="913" y="200"/>
                    </a:cubicBezTo>
                    <a:cubicBezTo>
                      <a:pt x="976" y="244"/>
                      <a:pt x="1052" y="267"/>
                      <a:pt x="1128" y="267"/>
                    </a:cubicBez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1" name="Freeform 35"/>
              <p:cNvSpPr>
                <a:spLocks/>
              </p:cNvSpPr>
              <p:nvPr/>
            </p:nvSpPr>
            <p:spPr bwMode="auto">
              <a:xfrm>
                <a:off x="9481720" y="3080582"/>
                <a:ext cx="291736" cy="291736"/>
              </a:xfrm>
              <a:custGeom>
                <a:avLst/>
                <a:gdLst>
                  <a:gd name="T0" fmla="*/ 92 w 232"/>
                  <a:gd name="T1" fmla="*/ 232 h 232"/>
                  <a:gd name="T2" fmla="*/ 139 w 232"/>
                  <a:gd name="T3" fmla="*/ 0 h 232"/>
                  <a:gd name="T4" fmla="*/ 92 w 232"/>
                  <a:gd name="T5" fmla="*/ 232 h 232"/>
                </a:gdLst>
                <a:ahLst/>
                <a:cxnLst>
                  <a:cxn ang="0">
                    <a:pos x="T0" y="T1"/>
                  </a:cxn>
                  <a:cxn ang="0">
                    <a:pos x="T2" y="T3"/>
                  </a:cxn>
                  <a:cxn ang="0">
                    <a:pos x="T4" y="T5"/>
                  </a:cxn>
                </a:cxnLst>
                <a:rect l="0" t="0" r="r" b="b"/>
                <a:pathLst>
                  <a:path w="232" h="232">
                    <a:moveTo>
                      <a:pt x="92" y="232"/>
                    </a:moveTo>
                    <a:cubicBezTo>
                      <a:pt x="92" y="232"/>
                      <a:pt x="0" y="92"/>
                      <a:pt x="139" y="0"/>
                    </a:cubicBezTo>
                    <a:cubicBezTo>
                      <a:pt x="139" y="0"/>
                      <a:pt x="232" y="139"/>
                      <a:pt x="92" y="232"/>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2" name="Freeform 36"/>
              <p:cNvSpPr>
                <a:spLocks/>
              </p:cNvSpPr>
              <p:nvPr/>
            </p:nvSpPr>
            <p:spPr bwMode="auto">
              <a:xfrm>
                <a:off x="9444250" y="3152847"/>
                <a:ext cx="278353" cy="278353"/>
              </a:xfrm>
              <a:custGeom>
                <a:avLst/>
                <a:gdLst>
                  <a:gd name="T0" fmla="*/ 153 w 220"/>
                  <a:gd name="T1" fmla="*/ 221 h 221"/>
                  <a:gd name="T2" fmla="*/ 67 w 220"/>
                  <a:gd name="T3" fmla="*/ 0 h 221"/>
                  <a:gd name="T4" fmla="*/ 153 w 220"/>
                  <a:gd name="T5" fmla="*/ 221 h 221"/>
                </a:gdLst>
                <a:ahLst/>
                <a:cxnLst>
                  <a:cxn ang="0">
                    <a:pos x="T0" y="T1"/>
                  </a:cxn>
                  <a:cxn ang="0">
                    <a:pos x="T2" y="T3"/>
                  </a:cxn>
                  <a:cxn ang="0">
                    <a:pos x="T4" y="T5"/>
                  </a:cxn>
                </a:cxnLst>
                <a:rect l="0" t="0" r="r" b="b"/>
                <a:pathLst>
                  <a:path w="220" h="221">
                    <a:moveTo>
                      <a:pt x="153" y="221"/>
                    </a:moveTo>
                    <a:cubicBezTo>
                      <a:pt x="153" y="221"/>
                      <a:pt x="0" y="153"/>
                      <a:pt x="67" y="0"/>
                    </a:cubicBezTo>
                    <a:cubicBezTo>
                      <a:pt x="67" y="0"/>
                      <a:pt x="220" y="68"/>
                      <a:pt x="153" y="221"/>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3" name="Freeform 37"/>
              <p:cNvSpPr>
                <a:spLocks/>
              </p:cNvSpPr>
              <p:nvPr/>
            </p:nvSpPr>
            <p:spPr bwMode="auto">
              <a:xfrm>
                <a:off x="9529897" y="3292023"/>
                <a:ext cx="270324" cy="283706"/>
              </a:xfrm>
              <a:custGeom>
                <a:avLst/>
                <a:gdLst>
                  <a:gd name="T0" fmla="*/ 216 w 216"/>
                  <a:gd name="T1" fmla="*/ 156 h 224"/>
                  <a:gd name="T2" fmla="*/ 0 w 216"/>
                  <a:gd name="T3" fmla="*/ 61 h 224"/>
                  <a:gd name="T4" fmla="*/ 216 w 216"/>
                  <a:gd name="T5" fmla="*/ 156 h 224"/>
                </a:gdLst>
                <a:ahLst/>
                <a:cxnLst>
                  <a:cxn ang="0">
                    <a:pos x="T0" y="T1"/>
                  </a:cxn>
                  <a:cxn ang="0">
                    <a:pos x="T2" y="T3"/>
                  </a:cxn>
                  <a:cxn ang="0">
                    <a:pos x="T4" y="T5"/>
                  </a:cxn>
                </a:cxnLst>
                <a:rect l="0" t="0" r="r" b="b"/>
                <a:pathLst>
                  <a:path w="216" h="224">
                    <a:moveTo>
                      <a:pt x="216" y="156"/>
                    </a:moveTo>
                    <a:cubicBezTo>
                      <a:pt x="206" y="160"/>
                      <a:pt x="63" y="224"/>
                      <a:pt x="0" y="61"/>
                    </a:cubicBezTo>
                    <a:cubicBezTo>
                      <a:pt x="0" y="61"/>
                      <a:pt x="156" y="0"/>
                      <a:pt x="216" y="156"/>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4" name="Freeform 38"/>
              <p:cNvSpPr>
                <a:spLocks/>
              </p:cNvSpPr>
              <p:nvPr/>
            </p:nvSpPr>
            <p:spPr bwMode="auto">
              <a:xfrm>
                <a:off x="9596809" y="3281317"/>
                <a:ext cx="222147" cy="187353"/>
              </a:xfrm>
              <a:custGeom>
                <a:avLst/>
                <a:gdLst>
                  <a:gd name="T0" fmla="*/ 83 w 83"/>
                  <a:gd name="T1" fmla="*/ 31 h 70"/>
                  <a:gd name="T2" fmla="*/ 65 w 83"/>
                  <a:gd name="T3" fmla="*/ 70 h 70"/>
                  <a:gd name="T4" fmla="*/ 0 w 83"/>
                  <a:gd name="T5" fmla="*/ 39 h 70"/>
                  <a:gd name="T6" fmla="*/ 18 w 83"/>
                  <a:gd name="T7" fmla="*/ 0 h 70"/>
                  <a:gd name="T8" fmla="*/ 83 w 83"/>
                  <a:gd name="T9" fmla="*/ 31 h 70"/>
                </a:gdLst>
                <a:ahLst/>
                <a:cxnLst>
                  <a:cxn ang="0">
                    <a:pos x="T0" y="T1"/>
                  </a:cxn>
                  <a:cxn ang="0">
                    <a:pos x="T2" y="T3"/>
                  </a:cxn>
                  <a:cxn ang="0">
                    <a:pos x="T4" y="T5"/>
                  </a:cxn>
                  <a:cxn ang="0">
                    <a:pos x="T6" y="T7"/>
                  </a:cxn>
                  <a:cxn ang="0">
                    <a:pos x="T8" y="T9"/>
                  </a:cxn>
                </a:cxnLst>
                <a:rect l="0" t="0" r="r" b="b"/>
                <a:pathLst>
                  <a:path w="83" h="70">
                    <a:moveTo>
                      <a:pt x="83" y="31"/>
                    </a:moveTo>
                    <a:lnTo>
                      <a:pt x="65" y="70"/>
                    </a:lnTo>
                    <a:lnTo>
                      <a:pt x="0" y="39"/>
                    </a:lnTo>
                    <a:lnTo>
                      <a:pt x="18" y="0"/>
                    </a:lnTo>
                    <a:lnTo>
                      <a:pt x="83" y="31"/>
                    </a:ln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5" name="Freeform 39"/>
              <p:cNvSpPr>
                <a:spLocks/>
              </p:cNvSpPr>
              <p:nvPr/>
            </p:nvSpPr>
            <p:spPr bwMode="auto">
              <a:xfrm>
                <a:off x="9626250" y="3171582"/>
                <a:ext cx="372030" cy="414853"/>
              </a:xfrm>
              <a:custGeom>
                <a:avLst/>
                <a:gdLst>
                  <a:gd name="T0" fmla="*/ 17 w 296"/>
                  <a:gd name="T1" fmla="*/ 0 h 330"/>
                  <a:gd name="T2" fmla="*/ 15 w 296"/>
                  <a:gd name="T3" fmla="*/ 73 h 330"/>
                  <a:gd name="T4" fmla="*/ 0 w 296"/>
                  <a:gd name="T5" fmla="*/ 90 h 330"/>
                  <a:gd name="T6" fmla="*/ 84 w 296"/>
                  <a:gd name="T7" fmla="*/ 125 h 330"/>
                  <a:gd name="T8" fmla="*/ 90 w 296"/>
                  <a:gd name="T9" fmla="*/ 129 h 330"/>
                  <a:gd name="T10" fmla="*/ 109 w 296"/>
                  <a:gd name="T11" fmla="*/ 146 h 330"/>
                  <a:gd name="T12" fmla="*/ 101 w 296"/>
                  <a:gd name="T13" fmla="*/ 163 h 330"/>
                  <a:gd name="T14" fmla="*/ 88 w 296"/>
                  <a:gd name="T15" fmla="*/ 155 h 330"/>
                  <a:gd name="T16" fmla="*/ 61 w 296"/>
                  <a:gd name="T17" fmla="*/ 161 h 330"/>
                  <a:gd name="T18" fmla="*/ 67 w 296"/>
                  <a:gd name="T19" fmla="*/ 189 h 330"/>
                  <a:gd name="T20" fmla="*/ 89 w 296"/>
                  <a:gd name="T21" fmla="*/ 203 h 330"/>
                  <a:gd name="T22" fmla="*/ 122 w 296"/>
                  <a:gd name="T23" fmla="*/ 223 h 330"/>
                  <a:gd name="T24" fmla="*/ 132 w 296"/>
                  <a:gd name="T25" fmla="*/ 291 h 330"/>
                  <a:gd name="T26" fmla="*/ 201 w 296"/>
                  <a:gd name="T27" fmla="*/ 330 h 330"/>
                  <a:gd name="T28" fmla="*/ 248 w 296"/>
                  <a:gd name="T29" fmla="*/ 205 h 330"/>
                  <a:gd name="T30" fmla="*/ 282 w 296"/>
                  <a:gd name="T31" fmla="*/ 176 h 330"/>
                  <a:gd name="T32" fmla="*/ 296 w 296"/>
                  <a:gd name="T33" fmla="*/ 153 h 330"/>
                  <a:gd name="T34" fmla="*/ 208 w 296"/>
                  <a:gd name="T35" fmla="*/ 89 h 330"/>
                  <a:gd name="T36" fmla="*/ 223 w 296"/>
                  <a:gd name="T37" fmla="*/ 64 h 330"/>
                  <a:gd name="T38" fmla="*/ 17 w 296"/>
                  <a:gd name="T39" fmla="*/ 0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96" h="330">
                    <a:moveTo>
                      <a:pt x="17" y="0"/>
                    </a:moveTo>
                    <a:cubicBezTo>
                      <a:pt x="30" y="20"/>
                      <a:pt x="30" y="48"/>
                      <a:pt x="15" y="73"/>
                    </a:cubicBezTo>
                    <a:cubicBezTo>
                      <a:pt x="10" y="79"/>
                      <a:pt x="6" y="85"/>
                      <a:pt x="0" y="90"/>
                    </a:cubicBezTo>
                    <a:cubicBezTo>
                      <a:pt x="27" y="95"/>
                      <a:pt x="56" y="107"/>
                      <a:pt x="84" y="125"/>
                    </a:cubicBezTo>
                    <a:cubicBezTo>
                      <a:pt x="86" y="126"/>
                      <a:pt x="88" y="127"/>
                      <a:pt x="90" y="129"/>
                    </a:cubicBezTo>
                    <a:cubicBezTo>
                      <a:pt x="101" y="139"/>
                      <a:pt x="109" y="146"/>
                      <a:pt x="109" y="146"/>
                    </a:cubicBezTo>
                    <a:cubicBezTo>
                      <a:pt x="106" y="152"/>
                      <a:pt x="104" y="158"/>
                      <a:pt x="101" y="163"/>
                    </a:cubicBezTo>
                    <a:cubicBezTo>
                      <a:pt x="96" y="160"/>
                      <a:pt x="91" y="156"/>
                      <a:pt x="88" y="155"/>
                    </a:cubicBezTo>
                    <a:cubicBezTo>
                      <a:pt x="79" y="149"/>
                      <a:pt x="67" y="152"/>
                      <a:pt x="61" y="161"/>
                    </a:cubicBezTo>
                    <a:cubicBezTo>
                      <a:pt x="55" y="171"/>
                      <a:pt x="58" y="183"/>
                      <a:pt x="67" y="189"/>
                    </a:cubicBezTo>
                    <a:cubicBezTo>
                      <a:pt x="71" y="191"/>
                      <a:pt x="85" y="200"/>
                      <a:pt x="89" y="203"/>
                    </a:cubicBezTo>
                    <a:cubicBezTo>
                      <a:pt x="90" y="203"/>
                      <a:pt x="122" y="223"/>
                      <a:pt x="122" y="223"/>
                    </a:cubicBezTo>
                    <a:cubicBezTo>
                      <a:pt x="122" y="239"/>
                      <a:pt x="132" y="291"/>
                      <a:pt x="132" y="291"/>
                    </a:cubicBezTo>
                    <a:cubicBezTo>
                      <a:pt x="201" y="330"/>
                      <a:pt x="201" y="330"/>
                      <a:pt x="201" y="330"/>
                    </a:cubicBezTo>
                    <a:cubicBezTo>
                      <a:pt x="248" y="205"/>
                      <a:pt x="248" y="205"/>
                      <a:pt x="248" y="205"/>
                    </a:cubicBezTo>
                    <a:cubicBezTo>
                      <a:pt x="260" y="195"/>
                      <a:pt x="273" y="191"/>
                      <a:pt x="282" y="176"/>
                    </a:cubicBezTo>
                    <a:cubicBezTo>
                      <a:pt x="287" y="168"/>
                      <a:pt x="293" y="162"/>
                      <a:pt x="296" y="153"/>
                    </a:cubicBezTo>
                    <a:cubicBezTo>
                      <a:pt x="208" y="89"/>
                      <a:pt x="208" y="89"/>
                      <a:pt x="208" y="89"/>
                    </a:cubicBezTo>
                    <a:cubicBezTo>
                      <a:pt x="223" y="64"/>
                      <a:pt x="223" y="64"/>
                      <a:pt x="223" y="64"/>
                    </a:cubicBezTo>
                    <a:lnTo>
                      <a:pt x="17" y="0"/>
                    </a:ln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6" name="Freeform 40"/>
              <p:cNvSpPr>
                <a:spLocks/>
              </p:cNvSpPr>
              <p:nvPr/>
            </p:nvSpPr>
            <p:spPr bwMode="auto">
              <a:xfrm>
                <a:off x="9778809" y="3259906"/>
                <a:ext cx="18735" cy="18735"/>
              </a:xfrm>
              <a:custGeom>
                <a:avLst/>
                <a:gdLst>
                  <a:gd name="T0" fmla="*/ 11 w 15"/>
                  <a:gd name="T1" fmla="*/ 2 h 16"/>
                  <a:gd name="T2" fmla="*/ 13 w 15"/>
                  <a:gd name="T3" fmla="*/ 12 h 16"/>
                  <a:gd name="T4" fmla="*/ 4 w 15"/>
                  <a:gd name="T5" fmla="*/ 14 h 16"/>
                  <a:gd name="T6" fmla="*/ 2 w 15"/>
                  <a:gd name="T7" fmla="*/ 5 h 16"/>
                  <a:gd name="T8" fmla="*/ 11 w 15"/>
                  <a:gd name="T9" fmla="*/ 2 h 16"/>
                </a:gdLst>
                <a:ahLst/>
                <a:cxnLst>
                  <a:cxn ang="0">
                    <a:pos x="T0" y="T1"/>
                  </a:cxn>
                  <a:cxn ang="0">
                    <a:pos x="T2" y="T3"/>
                  </a:cxn>
                  <a:cxn ang="0">
                    <a:pos x="T4" y="T5"/>
                  </a:cxn>
                  <a:cxn ang="0">
                    <a:pos x="T6" y="T7"/>
                  </a:cxn>
                  <a:cxn ang="0">
                    <a:pos x="T8" y="T9"/>
                  </a:cxn>
                </a:cxnLst>
                <a:rect l="0" t="0" r="r" b="b"/>
                <a:pathLst>
                  <a:path w="15" h="16">
                    <a:moveTo>
                      <a:pt x="11" y="2"/>
                    </a:moveTo>
                    <a:cubicBezTo>
                      <a:pt x="14" y="4"/>
                      <a:pt x="15" y="9"/>
                      <a:pt x="13" y="12"/>
                    </a:cubicBezTo>
                    <a:cubicBezTo>
                      <a:pt x="11" y="15"/>
                      <a:pt x="7" y="16"/>
                      <a:pt x="4" y="14"/>
                    </a:cubicBezTo>
                    <a:cubicBezTo>
                      <a:pt x="1" y="12"/>
                      <a:pt x="0" y="8"/>
                      <a:pt x="2" y="5"/>
                    </a:cubicBezTo>
                    <a:cubicBezTo>
                      <a:pt x="4" y="1"/>
                      <a:pt x="8" y="0"/>
                      <a:pt x="11" y="2"/>
                    </a:cubicBezTo>
                    <a:close/>
                  </a:path>
                </a:pathLst>
              </a:custGeom>
              <a:solidFill>
                <a:srgbClr val="002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7" name="Freeform 41"/>
              <p:cNvSpPr>
                <a:spLocks/>
              </p:cNvSpPr>
              <p:nvPr/>
            </p:nvSpPr>
            <p:spPr bwMode="auto">
              <a:xfrm>
                <a:off x="9816280" y="3356259"/>
                <a:ext cx="179324" cy="230177"/>
              </a:xfrm>
              <a:custGeom>
                <a:avLst/>
                <a:gdLst>
                  <a:gd name="T0" fmla="*/ 130 w 142"/>
                  <a:gd name="T1" fmla="*/ 0 h 184"/>
                  <a:gd name="T2" fmla="*/ 46 w 142"/>
                  <a:gd name="T3" fmla="*/ 69 h 184"/>
                  <a:gd name="T4" fmla="*/ 0 w 142"/>
                  <a:gd name="T5" fmla="*/ 59 h 184"/>
                  <a:gd name="T6" fmla="*/ 26 w 142"/>
                  <a:gd name="T7" fmla="*/ 171 h 184"/>
                  <a:gd name="T8" fmla="*/ 50 w 142"/>
                  <a:gd name="T9" fmla="*/ 184 h 184"/>
                  <a:gd name="T10" fmla="*/ 103 w 142"/>
                  <a:gd name="T11" fmla="*/ 137 h 184"/>
                  <a:gd name="T12" fmla="*/ 99 w 142"/>
                  <a:gd name="T13" fmla="*/ 75 h 184"/>
                  <a:gd name="T14" fmla="*/ 128 w 142"/>
                  <a:gd name="T15" fmla="*/ 38 h 184"/>
                  <a:gd name="T16" fmla="*/ 129 w 142"/>
                  <a:gd name="T17" fmla="*/ 33 h 184"/>
                  <a:gd name="T18" fmla="*/ 132 w 142"/>
                  <a:gd name="T19" fmla="*/ 31 h 184"/>
                  <a:gd name="T20" fmla="*/ 142 w 142"/>
                  <a:gd name="T21" fmla="*/ 7 h 184"/>
                  <a:gd name="T22" fmla="*/ 130 w 142"/>
                  <a:gd name="T23" fmla="*/ 0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2" h="184">
                    <a:moveTo>
                      <a:pt x="130" y="0"/>
                    </a:moveTo>
                    <a:cubicBezTo>
                      <a:pt x="46" y="69"/>
                      <a:pt x="46" y="69"/>
                      <a:pt x="46" y="69"/>
                    </a:cubicBezTo>
                    <a:cubicBezTo>
                      <a:pt x="0" y="59"/>
                      <a:pt x="0" y="59"/>
                      <a:pt x="0" y="59"/>
                    </a:cubicBezTo>
                    <a:cubicBezTo>
                      <a:pt x="26" y="171"/>
                      <a:pt x="26" y="171"/>
                      <a:pt x="26" y="171"/>
                    </a:cubicBezTo>
                    <a:cubicBezTo>
                      <a:pt x="50" y="184"/>
                      <a:pt x="50" y="184"/>
                      <a:pt x="50" y="184"/>
                    </a:cubicBezTo>
                    <a:cubicBezTo>
                      <a:pt x="103" y="137"/>
                      <a:pt x="103" y="137"/>
                      <a:pt x="103" y="137"/>
                    </a:cubicBezTo>
                    <a:cubicBezTo>
                      <a:pt x="99" y="75"/>
                      <a:pt x="99" y="75"/>
                      <a:pt x="99" y="75"/>
                    </a:cubicBezTo>
                    <a:cubicBezTo>
                      <a:pt x="110" y="64"/>
                      <a:pt x="120" y="52"/>
                      <a:pt x="128" y="38"/>
                    </a:cubicBezTo>
                    <a:cubicBezTo>
                      <a:pt x="128" y="36"/>
                      <a:pt x="128" y="35"/>
                      <a:pt x="129" y="33"/>
                    </a:cubicBezTo>
                    <a:cubicBezTo>
                      <a:pt x="130" y="32"/>
                      <a:pt x="131" y="32"/>
                      <a:pt x="132" y="31"/>
                    </a:cubicBezTo>
                    <a:cubicBezTo>
                      <a:pt x="136" y="23"/>
                      <a:pt x="139" y="15"/>
                      <a:pt x="142" y="7"/>
                    </a:cubicBezTo>
                    <a:lnTo>
                      <a:pt x="130" y="0"/>
                    </a:lnTo>
                    <a:close/>
                  </a:path>
                </a:pathLst>
              </a:custGeom>
              <a:solidFill>
                <a:srgbClr val="FFB9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spTree>
    <p:extLst>
      <p:ext uri="{BB962C8B-B14F-4D97-AF65-F5344CB8AC3E}">
        <p14:creationId xmlns:p14="http://schemas.microsoft.com/office/powerpoint/2010/main" val="198121753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Slide">
    <p:bg>
      <p:bgPr>
        <a:solidFill>
          <a:srgbClr val="0072C6"/>
        </a:solidFill>
        <a:effectLst/>
      </p:bgPr>
    </p:bg>
    <p:spTree>
      <p:nvGrpSpPr>
        <p:cNvPr id="1" name=""/>
        <p:cNvGrpSpPr/>
        <p:nvPr/>
      </p:nvGrpSpPr>
      <p:grpSpPr>
        <a:xfrm>
          <a:off x="0" y="0"/>
          <a:ext cx="0" cy="0"/>
          <a:chOff x="0" y="0"/>
          <a:chExt cx="0" cy="0"/>
        </a:xfrm>
      </p:grpSpPr>
      <p:pic>
        <p:nvPicPr>
          <p:cNvPr id="90" name="Picture 8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50837" y="6143778"/>
            <a:ext cx="2283588" cy="373062"/>
          </a:xfrm>
          <a:prstGeom prst="rect">
            <a:avLst/>
          </a:prstGeom>
        </p:spPr>
      </p:pic>
      <p:sp>
        <p:nvSpPr>
          <p:cNvPr id="2" name="Rectangle 1"/>
          <p:cNvSpPr/>
          <p:nvPr userDrawn="1"/>
        </p:nvSpPr>
        <p:spPr bwMode="auto">
          <a:xfrm>
            <a:off x="8809037" y="0"/>
            <a:ext cx="3627437" cy="6994525"/>
          </a:xfrm>
          <a:prstGeom prst="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2" hasCustomPrompt="1"/>
          </p:nvPr>
        </p:nvSpPr>
        <p:spPr>
          <a:xfrm>
            <a:off x="274638" y="2774679"/>
            <a:ext cx="8436348" cy="914400"/>
          </a:xfrm>
          <a:noFill/>
        </p:spPr>
        <p:txBody>
          <a:bodyPr lIns="91440" tIns="91440" rIns="91440" bIns="91440">
            <a:noAutofit/>
          </a:bodyPr>
          <a:lstStyle>
            <a:lvl1pPr marL="0" indent="0">
              <a:spcBef>
                <a:spcPts val="0"/>
              </a:spcBef>
              <a:buNone/>
              <a:defRPr sz="2800" spc="0" baseline="0">
                <a:solidFill>
                  <a:schemeClr val="bg1"/>
                </a:solidFill>
                <a:latin typeface="+mj-lt"/>
              </a:defRPr>
            </a:lvl1pPr>
          </a:lstStyle>
          <a:p>
            <a:pPr lvl="0"/>
            <a:r>
              <a:rPr lang="en-US" dirty="0"/>
              <a:t>Speaker Name</a:t>
            </a:r>
          </a:p>
        </p:txBody>
      </p:sp>
      <p:sp>
        <p:nvSpPr>
          <p:cNvPr id="9" name="Title 1"/>
          <p:cNvSpPr>
            <a:spLocks noGrp="1"/>
          </p:cNvSpPr>
          <p:nvPr>
            <p:ph type="title" hasCustomPrompt="1"/>
          </p:nvPr>
        </p:nvSpPr>
        <p:spPr>
          <a:xfrm>
            <a:off x="274637" y="1677399"/>
            <a:ext cx="8436348" cy="1097280"/>
          </a:xfrm>
          <a:noFill/>
        </p:spPr>
        <p:txBody>
          <a:bodyPr lIns="91440" tIns="91440" rIns="91440" bIns="91440" anchor="t" anchorCtr="0"/>
          <a:lstStyle>
            <a:lvl1pPr>
              <a:defRPr sz="6000" spc="-80" baseline="0">
                <a:solidFill>
                  <a:schemeClr val="bg1"/>
                </a:solidFill>
              </a:defRPr>
            </a:lvl1pPr>
          </a:lstStyle>
          <a:p>
            <a:r>
              <a:rPr lang="en-US" dirty="0"/>
              <a:t>Presentation title</a:t>
            </a:r>
          </a:p>
        </p:txBody>
      </p:sp>
      <p:grpSp>
        <p:nvGrpSpPr>
          <p:cNvPr id="49" name="Group 48"/>
          <p:cNvGrpSpPr/>
          <p:nvPr userDrawn="1"/>
        </p:nvGrpSpPr>
        <p:grpSpPr>
          <a:xfrm>
            <a:off x="9258067" y="1695132"/>
            <a:ext cx="2805578" cy="3604260"/>
            <a:chOff x="4173933" y="1990739"/>
            <a:chExt cx="2457160" cy="3156656"/>
          </a:xfrm>
        </p:grpSpPr>
        <p:sp>
          <p:nvSpPr>
            <p:cNvPr id="50" name="Freeform 8"/>
            <p:cNvSpPr>
              <a:spLocks noEditPoints="1"/>
            </p:cNvSpPr>
            <p:nvPr/>
          </p:nvSpPr>
          <p:spPr bwMode="auto">
            <a:xfrm>
              <a:off x="4825097" y="2367213"/>
              <a:ext cx="1197063" cy="1195470"/>
            </a:xfrm>
            <a:custGeom>
              <a:avLst/>
              <a:gdLst>
                <a:gd name="T0" fmla="*/ 670 w 1598"/>
                <a:gd name="T1" fmla="*/ 1577 h 1597"/>
                <a:gd name="T2" fmla="*/ 760 w 1598"/>
                <a:gd name="T3" fmla="*/ 1597 h 1597"/>
                <a:gd name="T4" fmla="*/ 917 w 1598"/>
                <a:gd name="T5" fmla="*/ 1569 h 1597"/>
                <a:gd name="T6" fmla="*/ 839 w 1598"/>
                <a:gd name="T7" fmla="*/ 1597 h 1597"/>
                <a:gd name="T8" fmla="*/ 516 w 1598"/>
                <a:gd name="T9" fmla="*/ 1535 h 1597"/>
                <a:gd name="T10" fmla="*/ 602 w 1598"/>
                <a:gd name="T11" fmla="*/ 1573 h 1597"/>
                <a:gd name="T12" fmla="*/ 1070 w 1598"/>
                <a:gd name="T13" fmla="*/ 1529 h 1597"/>
                <a:gd name="T14" fmla="*/ 997 w 1598"/>
                <a:gd name="T15" fmla="*/ 1573 h 1597"/>
                <a:gd name="T16" fmla="*/ 374 w 1598"/>
                <a:gd name="T17" fmla="*/ 1463 h 1597"/>
                <a:gd name="T18" fmla="*/ 452 w 1598"/>
                <a:gd name="T19" fmla="*/ 1517 h 1597"/>
                <a:gd name="T20" fmla="*/ 1211 w 1598"/>
                <a:gd name="T21" fmla="*/ 1460 h 1597"/>
                <a:gd name="T22" fmla="*/ 1147 w 1598"/>
                <a:gd name="T23" fmla="*/ 1517 h 1597"/>
                <a:gd name="T24" fmla="*/ 249 w 1598"/>
                <a:gd name="T25" fmla="*/ 1364 h 1597"/>
                <a:gd name="T26" fmla="*/ 317 w 1598"/>
                <a:gd name="T27" fmla="*/ 1433 h 1597"/>
                <a:gd name="T28" fmla="*/ 1336 w 1598"/>
                <a:gd name="T29" fmla="*/ 1363 h 1597"/>
                <a:gd name="T30" fmla="*/ 1282 w 1598"/>
                <a:gd name="T31" fmla="*/ 1432 h 1597"/>
                <a:gd name="T32" fmla="*/ 146 w 1598"/>
                <a:gd name="T33" fmla="*/ 1242 h 1597"/>
                <a:gd name="T34" fmla="*/ 201 w 1598"/>
                <a:gd name="T35" fmla="*/ 1323 h 1597"/>
                <a:gd name="T36" fmla="*/ 1438 w 1598"/>
                <a:gd name="T37" fmla="*/ 1244 h 1597"/>
                <a:gd name="T38" fmla="*/ 1398 w 1598"/>
                <a:gd name="T39" fmla="*/ 1323 h 1597"/>
                <a:gd name="T40" fmla="*/ 71 w 1598"/>
                <a:gd name="T41" fmla="*/ 1102 h 1597"/>
                <a:gd name="T42" fmla="*/ 110 w 1598"/>
                <a:gd name="T43" fmla="*/ 1192 h 1597"/>
                <a:gd name="T44" fmla="*/ 1515 w 1598"/>
                <a:gd name="T45" fmla="*/ 1106 h 1597"/>
                <a:gd name="T46" fmla="*/ 1489 w 1598"/>
                <a:gd name="T47" fmla="*/ 1192 h 1597"/>
                <a:gd name="T48" fmla="*/ 25 w 1598"/>
                <a:gd name="T49" fmla="*/ 949 h 1597"/>
                <a:gd name="T50" fmla="*/ 47 w 1598"/>
                <a:gd name="T51" fmla="*/ 1046 h 1597"/>
                <a:gd name="T52" fmla="*/ 1562 w 1598"/>
                <a:gd name="T53" fmla="*/ 956 h 1597"/>
                <a:gd name="T54" fmla="*/ 1552 w 1598"/>
                <a:gd name="T55" fmla="*/ 1045 h 1597"/>
                <a:gd name="T56" fmla="*/ 10 w 1598"/>
                <a:gd name="T57" fmla="*/ 790 h 1597"/>
                <a:gd name="T58" fmla="*/ 16 w 1598"/>
                <a:gd name="T59" fmla="*/ 890 h 1597"/>
                <a:gd name="T60" fmla="*/ 1574 w 1598"/>
                <a:gd name="T61" fmla="*/ 878 h 1597"/>
                <a:gd name="T62" fmla="*/ 1598 w 1598"/>
                <a:gd name="T63" fmla="*/ 797 h 1597"/>
                <a:gd name="T64" fmla="*/ 14 w 1598"/>
                <a:gd name="T65" fmla="*/ 730 h 1597"/>
                <a:gd name="T66" fmla="*/ 28 w 1598"/>
                <a:gd name="T67" fmla="*/ 631 h 1597"/>
                <a:gd name="T68" fmla="*/ 1584 w 1598"/>
                <a:gd name="T69" fmla="*/ 727 h 1597"/>
                <a:gd name="T70" fmla="*/ 1581 w 1598"/>
                <a:gd name="T71" fmla="*/ 637 h 1597"/>
                <a:gd name="T72" fmla="*/ 46 w 1598"/>
                <a:gd name="T73" fmla="*/ 574 h 1597"/>
                <a:gd name="T74" fmla="*/ 78 w 1598"/>
                <a:gd name="T75" fmla="*/ 480 h 1597"/>
                <a:gd name="T76" fmla="*/ 1551 w 1598"/>
                <a:gd name="T77" fmla="*/ 571 h 1597"/>
                <a:gd name="T78" fmla="*/ 1533 w 1598"/>
                <a:gd name="T79" fmla="*/ 482 h 1597"/>
                <a:gd name="T80" fmla="*/ 109 w 1598"/>
                <a:gd name="T81" fmla="*/ 427 h 1597"/>
                <a:gd name="T82" fmla="*/ 157 w 1598"/>
                <a:gd name="T83" fmla="*/ 341 h 1597"/>
                <a:gd name="T84" fmla="*/ 1488 w 1598"/>
                <a:gd name="T85" fmla="*/ 425 h 1597"/>
                <a:gd name="T86" fmla="*/ 1454 w 1598"/>
                <a:gd name="T87" fmla="*/ 341 h 1597"/>
                <a:gd name="T88" fmla="*/ 200 w 1598"/>
                <a:gd name="T89" fmla="*/ 296 h 1597"/>
                <a:gd name="T90" fmla="*/ 262 w 1598"/>
                <a:gd name="T91" fmla="*/ 221 h 1597"/>
                <a:gd name="T92" fmla="*/ 1396 w 1598"/>
                <a:gd name="T93" fmla="*/ 294 h 1597"/>
                <a:gd name="T94" fmla="*/ 1348 w 1598"/>
                <a:gd name="T95" fmla="*/ 219 h 1597"/>
                <a:gd name="T96" fmla="*/ 315 w 1598"/>
                <a:gd name="T97" fmla="*/ 186 h 1597"/>
                <a:gd name="T98" fmla="*/ 389 w 1598"/>
                <a:gd name="T99" fmla="*/ 125 h 1597"/>
                <a:gd name="T100" fmla="*/ 1281 w 1598"/>
                <a:gd name="T101" fmla="*/ 184 h 1597"/>
                <a:gd name="T102" fmla="*/ 1220 w 1598"/>
                <a:gd name="T103" fmla="*/ 120 h 1597"/>
                <a:gd name="T104" fmla="*/ 451 w 1598"/>
                <a:gd name="T105" fmla="*/ 101 h 1597"/>
                <a:gd name="T106" fmla="*/ 533 w 1598"/>
                <a:gd name="T107" fmla="*/ 56 h 1597"/>
                <a:gd name="T108" fmla="*/ 1145 w 1598"/>
                <a:gd name="T109" fmla="*/ 100 h 1597"/>
                <a:gd name="T110" fmla="*/ 1075 w 1598"/>
                <a:gd name="T111" fmla="*/ 49 h 1597"/>
                <a:gd name="T112" fmla="*/ 600 w 1598"/>
                <a:gd name="T113" fmla="*/ 46 h 1597"/>
                <a:gd name="T114" fmla="*/ 688 w 1598"/>
                <a:gd name="T115" fmla="*/ 18 h 1597"/>
                <a:gd name="T116" fmla="*/ 995 w 1598"/>
                <a:gd name="T117" fmla="*/ 45 h 1597"/>
                <a:gd name="T118" fmla="*/ 919 w 1598"/>
                <a:gd name="T119" fmla="*/ 9 h 1597"/>
                <a:gd name="T120" fmla="*/ 758 w 1598"/>
                <a:gd name="T121" fmla="*/ 21 h 1597"/>
                <a:gd name="T122" fmla="*/ 848 w 1598"/>
                <a:gd name="T123" fmla="*/ 12 h 1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98" h="1597">
                  <a:moveTo>
                    <a:pt x="760" y="1597"/>
                  </a:moveTo>
                  <a:cubicBezTo>
                    <a:pt x="759" y="1597"/>
                    <a:pt x="759" y="1597"/>
                    <a:pt x="759" y="1597"/>
                  </a:cubicBezTo>
                  <a:cubicBezTo>
                    <a:pt x="732" y="1595"/>
                    <a:pt x="705" y="1593"/>
                    <a:pt x="679" y="1589"/>
                  </a:cubicBezTo>
                  <a:cubicBezTo>
                    <a:pt x="673" y="1588"/>
                    <a:pt x="669" y="1583"/>
                    <a:pt x="670" y="1577"/>
                  </a:cubicBezTo>
                  <a:cubicBezTo>
                    <a:pt x="671" y="1572"/>
                    <a:pt x="676" y="1568"/>
                    <a:pt x="682" y="1569"/>
                  </a:cubicBezTo>
                  <a:cubicBezTo>
                    <a:pt x="707" y="1573"/>
                    <a:pt x="734" y="1575"/>
                    <a:pt x="760" y="1577"/>
                  </a:cubicBezTo>
                  <a:cubicBezTo>
                    <a:pt x="766" y="1577"/>
                    <a:pt x="770" y="1582"/>
                    <a:pt x="770" y="1587"/>
                  </a:cubicBezTo>
                  <a:cubicBezTo>
                    <a:pt x="769" y="1592"/>
                    <a:pt x="765" y="1597"/>
                    <a:pt x="760" y="1597"/>
                  </a:cubicBezTo>
                  <a:close/>
                  <a:moveTo>
                    <a:pt x="839" y="1597"/>
                  </a:moveTo>
                  <a:cubicBezTo>
                    <a:pt x="834" y="1597"/>
                    <a:pt x="830" y="1592"/>
                    <a:pt x="829" y="1587"/>
                  </a:cubicBezTo>
                  <a:cubicBezTo>
                    <a:pt x="829" y="1582"/>
                    <a:pt x="833" y="1577"/>
                    <a:pt x="839" y="1577"/>
                  </a:cubicBezTo>
                  <a:cubicBezTo>
                    <a:pt x="865" y="1575"/>
                    <a:pt x="892" y="1573"/>
                    <a:pt x="917" y="1569"/>
                  </a:cubicBezTo>
                  <a:cubicBezTo>
                    <a:pt x="923" y="1568"/>
                    <a:pt x="928" y="1572"/>
                    <a:pt x="929" y="1577"/>
                  </a:cubicBezTo>
                  <a:cubicBezTo>
                    <a:pt x="930" y="1583"/>
                    <a:pt x="926" y="1588"/>
                    <a:pt x="920" y="1588"/>
                  </a:cubicBezTo>
                  <a:cubicBezTo>
                    <a:pt x="894" y="1592"/>
                    <a:pt x="867" y="1595"/>
                    <a:pt x="840" y="1597"/>
                  </a:cubicBezTo>
                  <a:lnTo>
                    <a:pt x="839" y="1597"/>
                  </a:lnTo>
                  <a:close/>
                  <a:moveTo>
                    <a:pt x="602" y="1573"/>
                  </a:moveTo>
                  <a:cubicBezTo>
                    <a:pt x="601" y="1573"/>
                    <a:pt x="600" y="1573"/>
                    <a:pt x="599" y="1572"/>
                  </a:cubicBezTo>
                  <a:cubicBezTo>
                    <a:pt x="573" y="1566"/>
                    <a:pt x="547" y="1558"/>
                    <a:pt x="522" y="1548"/>
                  </a:cubicBezTo>
                  <a:cubicBezTo>
                    <a:pt x="517" y="1546"/>
                    <a:pt x="514" y="1541"/>
                    <a:pt x="516" y="1535"/>
                  </a:cubicBezTo>
                  <a:cubicBezTo>
                    <a:pt x="518" y="1530"/>
                    <a:pt x="524" y="1528"/>
                    <a:pt x="529" y="1530"/>
                  </a:cubicBezTo>
                  <a:cubicBezTo>
                    <a:pt x="554" y="1539"/>
                    <a:pt x="579" y="1547"/>
                    <a:pt x="604" y="1553"/>
                  </a:cubicBezTo>
                  <a:cubicBezTo>
                    <a:pt x="610" y="1554"/>
                    <a:pt x="613" y="1560"/>
                    <a:pt x="612" y="1565"/>
                  </a:cubicBezTo>
                  <a:cubicBezTo>
                    <a:pt x="610" y="1570"/>
                    <a:pt x="606" y="1573"/>
                    <a:pt x="602" y="1573"/>
                  </a:cubicBezTo>
                  <a:close/>
                  <a:moveTo>
                    <a:pt x="997" y="1573"/>
                  </a:moveTo>
                  <a:cubicBezTo>
                    <a:pt x="993" y="1573"/>
                    <a:pt x="989" y="1570"/>
                    <a:pt x="987" y="1565"/>
                  </a:cubicBezTo>
                  <a:cubicBezTo>
                    <a:pt x="986" y="1560"/>
                    <a:pt x="989" y="1554"/>
                    <a:pt x="995" y="1553"/>
                  </a:cubicBezTo>
                  <a:cubicBezTo>
                    <a:pt x="1020" y="1546"/>
                    <a:pt x="1045" y="1538"/>
                    <a:pt x="1070" y="1529"/>
                  </a:cubicBezTo>
                  <a:cubicBezTo>
                    <a:pt x="1075" y="1527"/>
                    <a:pt x="1081" y="1530"/>
                    <a:pt x="1083" y="1535"/>
                  </a:cubicBezTo>
                  <a:cubicBezTo>
                    <a:pt x="1085" y="1540"/>
                    <a:pt x="1082" y="1546"/>
                    <a:pt x="1077" y="1548"/>
                  </a:cubicBezTo>
                  <a:cubicBezTo>
                    <a:pt x="1052" y="1557"/>
                    <a:pt x="1026" y="1565"/>
                    <a:pt x="1000" y="1572"/>
                  </a:cubicBezTo>
                  <a:cubicBezTo>
                    <a:pt x="999" y="1572"/>
                    <a:pt x="998" y="1573"/>
                    <a:pt x="997" y="1573"/>
                  </a:cubicBezTo>
                  <a:close/>
                  <a:moveTo>
                    <a:pt x="452" y="1517"/>
                  </a:moveTo>
                  <a:cubicBezTo>
                    <a:pt x="451" y="1517"/>
                    <a:pt x="449" y="1517"/>
                    <a:pt x="448" y="1516"/>
                  </a:cubicBezTo>
                  <a:cubicBezTo>
                    <a:pt x="424" y="1505"/>
                    <a:pt x="400" y="1491"/>
                    <a:pt x="377" y="1477"/>
                  </a:cubicBezTo>
                  <a:cubicBezTo>
                    <a:pt x="372" y="1474"/>
                    <a:pt x="371" y="1468"/>
                    <a:pt x="374" y="1463"/>
                  </a:cubicBezTo>
                  <a:cubicBezTo>
                    <a:pt x="377" y="1459"/>
                    <a:pt x="383" y="1457"/>
                    <a:pt x="388" y="1460"/>
                  </a:cubicBezTo>
                  <a:cubicBezTo>
                    <a:pt x="410" y="1474"/>
                    <a:pt x="433" y="1487"/>
                    <a:pt x="457" y="1498"/>
                  </a:cubicBezTo>
                  <a:cubicBezTo>
                    <a:pt x="462" y="1501"/>
                    <a:pt x="464" y="1507"/>
                    <a:pt x="461" y="1512"/>
                  </a:cubicBezTo>
                  <a:cubicBezTo>
                    <a:pt x="459" y="1515"/>
                    <a:pt x="456" y="1517"/>
                    <a:pt x="452" y="1517"/>
                  </a:cubicBezTo>
                  <a:close/>
                  <a:moveTo>
                    <a:pt x="1147" y="1517"/>
                  </a:moveTo>
                  <a:cubicBezTo>
                    <a:pt x="1143" y="1517"/>
                    <a:pt x="1139" y="1515"/>
                    <a:pt x="1138" y="1511"/>
                  </a:cubicBezTo>
                  <a:cubicBezTo>
                    <a:pt x="1135" y="1506"/>
                    <a:pt x="1137" y="1501"/>
                    <a:pt x="1142" y="1498"/>
                  </a:cubicBezTo>
                  <a:cubicBezTo>
                    <a:pt x="1166" y="1487"/>
                    <a:pt x="1189" y="1474"/>
                    <a:pt x="1211" y="1460"/>
                  </a:cubicBezTo>
                  <a:cubicBezTo>
                    <a:pt x="1216" y="1457"/>
                    <a:pt x="1222" y="1458"/>
                    <a:pt x="1225" y="1463"/>
                  </a:cubicBezTo>
                  <a:cubicBezTo>
                    <a:pt x="1228" y="1468"/>
                    <a:pt x="1226" y="1474"/>
                    <a:pt x="1222" y="1477"/>
                  </a:cubicBezTo>
                  <a:cubicBezTo>
                    <a:pt x="1199" y="1491"/>
                    <a:pt x="1175" y="1504"/>
                    <a:pt x="1151" y="1516"/>
                  </a:cubicBezTo>
                  <a:cubicBezTo>
                    <a:pt x="1150" y="1517"/>
                    <a:pt x="1148" y="1517"/>
                    <a:pt x="1147" y="1517"/>
                  </a:cubicBezTo>
                  <a:close/>
                  <a:moveTo>
                    <a:pt x="317" y="1433"/>
                  </a:moveTo>
                  <a:cubicBezTo>
                    <a:pt x="315" y="1433"/>
                    <a:pt x="313" y="1432"/>
                    <a:pt x="311" y="1431"/>
                  </a:cubicBezTo>
                  <a:cubicBezTo>
                    <a:pt x="289" y="1414"/>
                    <a:pt x="269" y="1397"/>
                    <a:pt x="249" y="1378"/>
                  </a:cubicBezTo>
                  <a:cubicBezTo>
                    <a:pt x="245" y="1374"/>
                    <a:pt x="245" y="1368"/>
                    <a:pt x="249" y="1364"/>
                  </a:cubicBezTo>
                  <a:cubicBezTo>
                    <a:pt x="253" y="1360"/>
                    <a:pt x="259" y="1360"/>
                    <a:pt x="263" y="1364"/>
                  </a:cubicBezTo>
                  <a:cubicBezTo>
                    <a:pt x="282" y="1382"/>
                    <a:pt x="302" y="1399"/>
                    <a:pt x="323" y="1415"/>
                  </a:cubicBezTo>
                  <a:cubicBezTo>
                    <a:pt x="327" y="1418"/>
                    <a:pt x="328" y="1425"/>
                    <a:pt x="325" y="1429"/>
                  </a:cubicBezTo>
                  <a:cubicBezTo>
                    <a:pt x="323" y="1432"/>
                    <a:pt x="320" y="1433"/>
                    <a:pt x="317" y="1433"/>
                  </a:cubicBezTo>
                  <a:close/>
                  <a:moveTo>
                    <a:pt x="1282" y="1432"/>
                  </a:moveTo>
                  <a:cubicBezTo>
                    <a:pt x="1279" y="1432"/>
                    <a:pt x="1276" y="1431"/>
                    <a:pt x="1274" y="1429"/>
                  </a:cubicBezTo>
                  <a:cubicBezTo>
                    <a:pt x="1271" y="1424"/>
                    <a:pt x="1271" y="1418"/>
                    <a:pt x="1276" y="1415"/>
                  </a:cubicBezTo>
                  <a:cubicBezTo>
                    <a:pt x="1297" y="1399"/>
                    <a:pt x="1317" y="1381"/>
                    <a:pt x="1336" y="1363"/>
                  </a:cubicBezTo>
                  <a:cubicBezTo>
                    <a:pt x="1340" y="1359"/>
                    <a:pt x="1346" y="1360"/>
                    <a:pt x="1350" y="1364"/>
                  </a:cubicBezTo>
                  <a:cubicBezTo>
                    <a:pt x="1354" y="1368"/>
                    <a:pt x="1353" y="1374"/>
                    <a:pt x="1349" y="1378"/>
                  </a:cubicBezTo>
                  <a:cubicBezTo>
                    <a:pt x="1330" y="1396"/>
                    <a:pt x="1309" y="1414"/>
                    <a:pt x="1288" y="1430"/>
                  </a:cubicBezTo>
                  <a:cubicBezTo>
                    <a:pt x="1286" y="1432"/>
                    <a:pt x="1284" y="1432"/>
                    <a:pt x="1282" y="1432"/>
                  </a:cubicBezTo>
                  <a:close/>
                  <a:moveTo>
                    <a:pt x="201" y="1323"/>
                  </a:moveTo>
                  <a:cubicBezTo>
                    <a:pt x="198" y="1323"/>
                    <a:pt x="196" y="1322"/>
                    <a:pt x="194" y="1320"/>
                  </a:cubicBezTo>
                  <a:cubicBezTo>
                    <a:pt x="176" y="1299"/>
                    <a:pt x="159" y="1278"/>
                    <a:pt x="144" y="1256"/>
                  </a:cubicBezTo>
                  <a:cubicBezTo>
                    <a:pt x="141" y="1251"/>
                    <a:pt x="142" y="1245"/>
                    <a:pt x="146" y="1242"/>
                  </a:cubicBezTo>
                  <a:cubicBezTo>
                    <a:pt x="151" y="1239"/>
                    <a:pt x="157" y="1240"/>
                    <a:pt x="160" y="1244"/>
                  </a:cubicBezTo>
                  <a:cubicBezTo>
                    <a:pt x="175" y="1266"/>
                    <a:pt x="192" y="1287"/>
                    <a:pt x="209" y="1307"/>
                  </a:cubicBezTo>
                  <a:cubicBezTo>
                    <a:pt x="212" y="1311"/>
                    <a:pt x="212" y="1317"/>
                    <a:pt x="208" y="1321"/>
                  </a:cubicBezTo>
                  <a:cubicBezTo>
                    <a:pt x="206" y="1322"/>
                    <a:pt x="203" y="1323"/>
                    <a:pt x="201" y="1323"/>
                  </a:cubicBezTo>
                  <a:close/>
                  <a:moveTo>
                    <a:pt x="1398" y="1323"/>
                  </a:moveTo>
                  <a:cubicBezTo>
                    <a:pt x="1395" y="1323"/>
                    <a:pt x="1393" y="1322"/>
                    <a:pt x="1391" y="1320"/>
                  </a:cubicBezTo>
                  <a:cubicBezTo>
                    <a:pt x="1387" y="1317"/>
                    <a:pt x="1386" y="1310"/>
                    <a:pt x="1390" y="1306"/>
                  </a:cubicBezTo>
                  <a:cubicBezTo>
                    <a:pt x="1407" y="1286"/>
                    <a:pt x="1423" y="1265"/>
                    <a:pt x="1438" y="1244"/>
                  </a:cubicBezTo>
                  <a:cubicBezTo>
                    <a:pt x="1441" y="1239"/>
                    <a:pt x="1448" y="1238"/>
                    <a:pt x="1452" y="1241"/>
                  </a:cubicBezTo>
                  <a:cubicBezTo>
                    <a:pt x="1457" y="1244"/>
                    <a:pt x="1458" y="1251"/>
                    <a:pt x="1455" y="1255"/>
                  </a:cubicBezTo>
                  <a:cubicBezTo>
                    <a:pt x="1439" y="1277"/>
                    <a:pt x="1423" y="1299"/>
                    <a:pt x="1405" y="1319"/>
                  </a:cubicBezTo>
                  <a:cubicBezTo>
                    <a:pt x="1403" y="1321"/>
                    <a:pt x="1400" y="1323"/>
                    <a:pt x="1398" y="1323"/>
                  </a:cubicBezTo>
                  <a:close/>
                  <a:moveTo>
                    <a:pt x="110" y="1192"/>
                  </a:moveTo>
                  <a:cubicBezTo>
                    <a:pt x="106" y="1192"/>
                    <a:pt x="103" y="1191"/>
                    <a:pt x="101" y="1187"/>
                  </a:cubicBezTo>
                  <a:cubicBezTo>
                    <a:pt x="88" y="1164"/>
                    <a:pt x="76" y="1139"/>
                    <a:pt x="65" y="1115"/>
                  </a:cubicBezTo>
                  <a:cubicBezTo>
                    <a:pt x="63" y="1110"/>
                    <a:pt x="65" y="1104"/>
                    <a:pt x="71" y="1102"/>
                  </a:cubicBezTo>
                  <a:cubicBezTo>
                    <a:pt x="76" y="1099"/>
                    <a:pt x="81" y="1102"/>
                    <a:pt x="84" y="1107"/>
                  </a:cubicBezTo>
                  <a:cubicBezTo>
                    <a:pt x="94" y="1131"/>
                    <a:pt x="106" y="1155"/>
                    <a:pt x="119" y="1177"/>
                  </a:cubicBezTo>
                  <a:cubicBezTo>
                    <a:pt x="121" y="1182"/>
                    <a:pt x="119" y="1188"/>
                    <a:pt x="115" y="1191"/>
                  </a:cubicBezTo>
                  <a:cubicBezTo>
                    <a:pt x="113" y="1192"/>
                    <a:pt x="111" y="1192"/>
                    <a:pt x="110" y="1192"/>
                  </a:cubicBezTo>
                  <a:close/>
                  <a:moveTo>
                    <a:pt x="1489" y="1192"/>
                  </a:moveTo>
                  <a:cubicBezTo>
                    <a:pt x="1487" y="1192"/>
                    <a:pt x="1485" y="1191"/>
                    <a:pt x="1484" y="1190"/>
                  </a:cubicBezTo>
                  <a:cubicBezTo>
                    <a:pt x="1479" y="1188"/>
                    <a:pt x="1477" y="1182"/>
                    <a:pt x="1480" y="1177"/>
                  </a:cubicBezTo>
                  <a:cubicBezTo>
                    <a:pt x="1493" y="1154"/>
                    <a:pt x="1505" y="1130"/>
                    <a:pt x="1515" y="1106"/>
                  </a:cubicBezTo>
                  <a:cubicBezTo>
                    <a:pt x="1517" y="1101"/>
                    <a:pt x="1523" y="1099"/>
                    <a:pt x="1528" y="1101"/>
                  </a:cubicBezTo>
                  <a:cubicBezTo>
                    <a:pt x="1533" y="1103"/>
                    <a:pt x="1535" y="1109"/>
                    <a:pt x="1533" y="1114"/>
                  </a:cubicBezTo>
                  <a:cubicBezTo>
                    <a:pt x="1523" y="1139"/>
                    <a:pt x="1511" y="1163"/>
                    <a:pt x="1498" y="1186"/>
                  </a:cubicBezTo>
                  <a:cubicBezTo>
                    <a:pt x="1496" y="1190"/>
                    <a:pt x="1492" y="1192"/>
                    <a:pt x="1489" y="1192"/>
                  </a:cubicBezTo>
                  <a:close/>
                  <a:moveTo>
                    <a:pt x="47" y="1046"/>
                  </a:moveTo>
                  <a:cubicBezTo>
                    <a:pt x="42" y="1046"/>
                    <a:pt x="38" y="1043"/>
                    <a:pt x="37" y="1039"/>
                  </a:cubicBezTo>
                  <a:cubicBezTo>
                    <a:pt x="29" y="1013"/>
                    <a:pt x="22" y="987"/>
                    <a:pt x="17" y="961"/>
                  </a:cubicBezTo>
                  <a:cubicBezTo>
                    <a:pt x="16" y="955"/>
                    <a:pt x="19" y="950"/>
                    <a:pt x="25" y="949"/>
                  </a:cubicBezTo>
                  <a:cubicBezTo>
                    <a:pt x="30" y="948"/>
                    <a:pt x="35" y="951"/>
                    <a:pt x="36" y="957"/>
                  </a:cubicBezTo>
                  <a:cubicBezTo>
                    <a:pt x="42" y="982"/>
                    <a:pt x="48" y="1008"/>
                    <a:pt x="56" y="1033"/>
                  </a:cubicBezTo>
                  <a:cubicBezTo>
                    <a:pt x="58" y="1038"/>
                    <a:pt x="55" y="1044"/>
                    <a:pt x="50" y="1045"/>
                  </a:cubicBezTo>
                  <a:cubicBezTo>
                    <a:pt x="49" y="1046"/>
                    <a:pt x="48" y="1046"/>
                    <a:pt x="47" y="1046"/>
                  </a:cubicBezTo>
                  <a:close/>
                  <a:moveTo>
                    <a:pt x="1552" y="1045"/>
                  </a:moveTo>
                  <a:cubicBezTo>
                    <a:pt x="1551" y="1045"/>
                    <a:pt x="1550" y="1045"/>
                    <a:pt x="1549" y="1045"/>
                  </a:cubicBezTo>
                  <a:cubicBezTo>
                    <a:pt x="1543" y="1043"/>
                    <a:pt x="1541" y="1037"/>
                    <a:pt x="1542" y="1032"/>
                  </a:cubicBezTo>
                  <a:cubicBezTo>
                    <a:pt x="1550" y="1007"/>
                    <a:pt x="1557" y="981"/>
                    <a:pt x="1562" y="956"/>
                  </a:cubicBezTo>
                  <a:cubicBezTo>
                    <a:pt x="1563" y="950"/>
                    <a:pt x="1568" y="947"/>
                    <a:pt x="1574" y="948"/>
                  </a:cubicBezTo>
                  <a:cubicBezTo>
                    <a:pt x="1579" y="949"/>
                    <a:pt x="1583" y="954"/>
                    <a:pt x="1582" y="960"/>
                  </a:cubicBezTo>
                  <a:cubicBezTo>
                    <a:pt x="1576" y="986"/>
                    <a:pt x="1569" y="1012"/>
                    <a:pt x="1561" y="1038"/>
                  </a:cubicBezTo>
                  <a:cubicBezTo>
                    <a:pt x="1560" y="1042"/>
                    <a:pt x="1556" y="1045"/>
                    <a:pt x="1552" y="1045"/>
                  </a:cubicBezTo>
                  <a:close/>
                  <a:moveTo>
                    <a:pt x="15" y="890"/>
                  </a:moveTo>
                  <a:cubicBezTo>
                    <a:pt x="9" y="890"/>
                    <a:pt x="5" y="886"/>
                    <a:pt x="5" y="881"/>
                  </a:cubicBezTo>
                  <a:cubicBezTo>
                    <a:pt x="2" y="854"/>
                    <a:pt x="1" y="827"/>
                    <a:pt x="0" y="800"/>
                  </a:cubicBezTo>
                  <a:cubicBezTo>
                    <a:pt x="0" y="794"/>
                    <a:pt x="5" y="790"/>
                    <a:pt x="10" y="790"/>
                  </a:cubicBezTo>
                  <a:cubicBezTo>
                    <a:pt x="10" y="790"/>
                    <a:pt x="10" y="790"/>
                    <a:pt x="10" y="790"/>
                  </a:cubicBezTo>
                  <a:cubicBezTo>
                    <a:pt x="16" y="790"/>
                    <a:pt x="20" y="794"/>
                    <a:pt x="20" y="800"/>
                  </a:cubicBezTo>
                  <a:cubicBezTo>
                    <a:pt x="21" y="826"/>
                    <a:pt x="22" y="853"/>
                    <a:pt x="24" y="879"/>
                  </a:cubicBezTo>
                  <a:cubicBezTo>
                    <a:pt x="25" y="884"/>
                    <a:pt x="21" y="889"/>
                    <a:pt x="16" y="890"/>
                  </a:cubicBezTo>
                  <a:lnTo>
                    <a:pt x="15" y="890"/>
                  </a:lnTo>
                  <a:close/>
                  <a:moveTo>
                    <a:pt x="1584" y="889"/>
                  </a:moveTo>
                  <a:cubicBezTo>
                    <a:pt x="1583" y="889"/>
                    <a:pt x="1583" y="889"/>
                    <a:pt x="1583" y="889"/>
                  </a:cubicBezTo>
                  <a:cubicBezTo>
                    <a:pt x="1577" y="888"/>
                    <a:pt x="1573" y="883"/>
                    <a:pt x="1574" y="878"/>
                  </a:cubicBezTo>
                  <a:cubicBezTo>
                    <a:pt x="1576" y="852"/>
                    <a:pt x="1578" y="825"/>
                    <a:pt x="1578" y="799"/>
                  </a:cubicBezTo>
                  <a:cubicBezTo>
                    <a:pt x="1578" y="797"/>
                    <a:pt x="1578" y="797"/>
                    <a:pt x="1578" y="797"/>
                  </a:cubicBezTo>
                  <a:cubicBezTo>
                    <a:pt x="1578" y="792"/>
                    <a:pt x="1582" y="787"/>
                    <a:pt x="1588" y="787"/>
                  </a:cubicBezTo>
                  <a:cubicBezTo>
                    <a:pt x="1593" y="787"/>
                    <a:pt x="1598" y="792"/>
                    <a:pt x="1598" y="797"/>
                  </a:cubicBezTo>
                  <a:cubicBezTo>
                    <a:pt x="1598" y="799"/>
                    <a:pt x="1598" y="799"/>
                    <a:pt x="1598" y="799"/>
                  </a:cubicBezTo>
                  <a:cubicBezTo>
                    <a:pt x="1598" y="826"/>
                    <a:pt x="1596" y="853"/>
                    <a:pt x="1594" y="880"/>
                  </a:cubicBezTo>
                  <a:cubicBezTo>
                    <a:pt x="1593" y="885"/>
                    <a:pt x="1589" y="889"/>
                    <a:pt x="1584" y="889"/>
                  </a:cubicBezTo>
                  <a:close/>
                  <a:moveTo>
                    <a:pt x="14" y="730"/>
                  </a:moveTo>
                  <a:cubicBezTo>
                    <a:pt x="13" y="730"/>
                    <a:pt x="13" y="730"/>
                    <a:pt x="13" y="730"/>
                  </a:cubicBezTo>
                  <a:cubicBezTo>
                    <a:pt x="8" y="730"/>
                    <a:pt x="4" y="725"/>
                    <a:pt x="4" y="719"/>
                  </a:cubicBezTo>
                  <a:cubicBezTo>
                    <a:pt x="7" y="692"/>
                    <a:pt x="11" y="665"/>
                    <a:pt x="16" y="639"/>
                  </a:cubicBezTo>
                  <a:cubicBezTo>
                    <a:pt x="18" y="634"/>
                    <a:pt x="23" y="630"/>
                    <a:pt x="28" y="631"/>
                  </a:cubicBezTo>
                  <a:cubicBezTo>
                    <a:pt x="34" y="632"/>
                    <a:pt x="37" y="638"/>
                    <a:pt x="36" y="643"/>
                  </a:cubicBezTo>
                  <a:cubicBezTo>
                    <a:pt x="31" y="669"/>
                    <a:pt x="27" y="695"/>
                    <a:pt x="24" y="721"/>
                  </a:cubicBezTo>
                  <a:cubicBezTo>
                    <a:pt x="24" y="726"/>
                    <a:pt x="19" y="730"/>
                    <a:pt x="14" y="730"/>
                  </a:cubicBezTo>
                  <a:close/>
                  <a:moveTo>
                    <a:pt x="1584" y="727"/>
                  </a:moveTo>
                  <a:cubicBezTo>
                    <a:pt x="1578" y="727"/>
                    <a:pt x="1574" y="724"/>
                    <a:pt x="1574" y="718"/>
                  </a:cubicBezTo>
                  <a:cubicBezTo>
                    <a:pt x="1571" y="692"/>
                    <a:pt x="1567" y="666"/>
                    <a:pt x="1562" y="641"/>
                  </a:cubicBezTo>
                  <a:cubicBezTo>
                    <a:pt x="1560" y="635"/>
                    <a:pt x="1564" y="630"/>
                    <a:pt x="1569" y="629"/>
                  </a:cubicBezTo>
                  <a:cubicBezTo>
                    <a:pt x="1575" y="628"/>
                    <a:pt x="1580" y="631"/>
                    <a:pt x="1581" y="637"/>
                  </a:cubicBezTo>
                  <a:cubicBezTo>
                    <a:pt x="1587" y="663"/>
                    <a:pt x="1591" y="690"/>
                    <a:pt x="1593" y="716"/>
                  </a:cubicBezTo>
                  <a:cubicBezTo>
                    <a:pt x="1594" y="722"/>
                    <a:pt x="1590" y="727"/>
                    <a:pt x="1585" y="727"/>
                  </a:cubicBezTo>
                  <a:lnTo>
                    <a:pt x="1584" y="727"/>
                  </a:lnTo>
                  <a:close/>
                  <a:moveTo>
                    <a:pt x="46" y="574"/>
                  </a:moveTo>
                  <a:cubicBezTo>
                    <a:pt x="45" y="574"/>
                    <a:pt x="44" y="574"/>
                    <a:pt x="43" y="573"/>
                  </a:cubicBezTo>
                  <a:cubicBezTo>
                    <a:pt x="38" y="572"/>
                    <a:pt x="35" y="566"/>
                    <a:pt x="37" y="561"/>
                  </a:cubicBezTo>
                  <a:cubicBezTo>
                    <a:pt x="45" y="535"/>
                    <a:pt x="54" y="510"/>
                    <a:pt x="65" y="485"/>
                  </a:cubicBezTo>
                  <a:cubicBezTo>
                    <a:pt x="67" y="480"/>
                    <a:pt x="73" y="477"/>
                    <a:pt x="78" y="480"/>
                  </a:cubicBezTo>
                  <a:cubicBezTo>
                    <a:pt x="83" y="482"/>
                    <a:pt x="85" y="488"/>
                    <a:pt x="83" y="493"/>
                  </a:cubicBezTo>
                  <a:cubicBezTo>
                    <a:pt x="73" y="517"/>
                    <a:pt x="63" y="542"/>
                    <a:pt x="56" y="567"/>
                  </a:cubicBezTo>
                  <a:cubicBezTo>
                    <a:pt x="54" y="571"/>
                    <a:pt x="50" y="574"/>
                    <a:pt x="46" y="574"/>
                  </a:cubicBezTo>
                  <a:close/>
                  <a:moveTo>
                    <a:pt x="1551" y="571"/>
                  </a:moveTo>
                  <a:cubicBezTo>
                    <a:pt x="1547" y="571"/>
                    <a:pt x="1543" y="569"/>
                    <a:pt x="1542" y="564"/>
                  </a:cubicBezTo>
                  <a:cubicBezTo>
                    <a:pt x="1534" y="539"/>
                    <a:pt x="1525" y="514"/>
                    <a:pt x="1514" y="490"/>
                  </a:cubicBezTo>
                  <a:cubicBezTo>
                    <a:pt x="1512" y="485"/>
                    <a:pt x="1514" y="479"/>
                    <a:pt x="1519" y="477"/>
                  </a:cubicBezTo>
                  <a:cubicBezTo>
                    <a:pt x="1524" y="475"/>
                    <a:pt x="1530" y="477"/>
                    <a:pt x="1533" y="482"/>
                  </a:cubicBezTo>
                  <a:cubicBezTo>
                    <a:pt x="1543" y="507"/>
                    <a:pt x="1553" y="533"/>
                    <a:pt x="1561" y="558"/>
                  </a:cubicBezTo>
                  <a:cubicBezTo>
                    <a:pt x="1562" y="564"/>
                    <a:pt x="1560" y="569"/>
                    <a:pt x="1554" y="571"/>
                  </a:cubicBezTo>
                  <a:cubicBezTo>
                    <a:pt x="1553" y="571"/>
                    <a:pt x="1552" y="571"/>
                    <a:pt x="1551" y="571"/>
                  </a:cubicBezTo>
                  <a:close/>
                  <a:moveTo>
                    <a:pt x="109" y="427"/>
                  </a:moveTo>
                  <a:cubicBezTo>
                    <a:pt x="107" y="427"/>
                    <a:pt x="106" y="427"/>
                    <a:pt x="104" y="426"/>
                  </a:cubicBezTo>
                  <a:cubicBezTo>
                    <a:pt x="99" y="423"/>
                    <a:pt x="98" y="417"/>
                    <a:pt x="100" y="412"/>
                  </a:cubicBezTo>
                  <a:cubicBezTo>
                    <a:pt x="113" y="389"/>
                    <a:pt x="128" y="366"/>
                    <a:pt x="143" y="344"/>
                  </a:cubicBezTo>
                  <a:cubicBezTo>
                    <a:pt x="146" y="339"/>
                    <a:pt x="152" y="338"/>
                    <a:pt x="157" y="341"/>
                  </a:cubicBezTo>
                  <a:cubicBezTo>
                    <a:pt x="161" y="344"/>
                    <a:pt x="163" y="350"/>
                    <a:pt x="159" y="355"/>
                  </a:cubicBezTo>
                  <a:cubicBezTo>
                    <a:pt x="144" y="377"/>
                    <a:pt x="130" y="399"/>
                    <a:pt x="118" y="422"/>
                  </a:cubicBezTo>
                  <a:cubicBezTo>
                    <a:pt x="116" y="425"/>
                    <a:pt x="112" y="427"/>
                    <a:pt x="109" y="427"/>
                  </a:cubicBezTo>
                  <a:close/>
                  <a:moveTo>
                    <a:pt x="1488" y="425"/>
                  </a:moveTo>
                  <a:cubicBezTo>
                    <a:pt x="1484" y="425"/>
                    <a:pt x="1481" y="423"/>
                    <a:pt x="1479" y="420"/>
                  </a:cubicBezTo>
                  <a:cubicBezTo>
                    <a:pt x="1466" y="397"/>
                    <a:pt x="1452" y="374"/>
                    <a:pt x="1437" y="353"/>
                  </a:cubicBezTo>
                  <a:cubicBezTo>
                    <a:pt x="1434" y="348"/>
                    <a:pt x="1435" y="342"/>
                    <a:pt x="1440" y="339"/>
                  </a:cubicBezTo>
                  <a:cubicBezTo>
                    <a:pt x="1444" y="336"/>
                    <a:pt x="1451" y="337"/>
                    <a:pt x="1454" y="341"/>
                  </a:cubicBezTo>
                  <a:cubicBezTo>
                    <a:pt x="1469" y="363"/>
                    <a:pt x="1484" y="387"/>
                    <a:pt x="1497" y="410"/>
                  </a:cubicBezTo>
                  <a:cubicBezTo>
                    <a:pt x="1499" y="415"/>
                    <a:pt x="1498" y="421"/>
                    <a:pt x="1493" y="424"/>
                  </a:cubicBezTo>
                  <a:cubicBezTo>
                    <a:pt x="1491" y="424"/>
                    <a:pt x="1490" y="425"/>
                    <a:pt x="1488" y="425"/>
                  </a:cubicBezTo>
                  <a:close/>
                  <a:moveTo>
                    <a:pt x="200" y="296"/>
                  </a:moveTo>
                  <a:cubicBezTo>
                    <a:pt x="198" y="296"/>
                    <a:pt x="195" y="295"/>
                    <a:pt x="194" y="294"/>
                  </a:cubicBezTo>
                  <a:cubicBezTo>
                    <a:pt x="189" y="290"/>
                    <a:pt x="189" y="284"/>
                    <a:pt x="192" y="280"/>
                  </a:cubicBezTo>
                  <a:cubicBezTo>
                    <a:pt x="210" y="259"/>
                    <a:pt x="229" y="239"/>
                    <a:pt x="248" y="221"/>
                  </a:cubicBezTo>
                  <a:cubicBezTo>
                    <a:pt x="252" y="217"/>
                    <a:pt x="258" y="217"/>
                    <a:pt x="262" y="221"/>
                  </a:cubicBezTo>
                  <a:cubicBezTo>
                    <a:pt x="266" y="225"/>
                    <a:pt x="266" y="232"/>
                    <a:pt x="262" y="235"/>
                  </a:cubicBezTo>
                  <a:cubicBezTo>
                    <a:pt x="243" y="253"/>
                    <a:pt x="225" y="273"/>
                    <a:pt x="208" y="293"/>
                  </a:cubicBezTo>
                  <a:cubicBezTo>
                    <a:pt x="206" y="295"/>
                    <a:pt x="203" y="296"/>
                    <a:pt x="200" y="296"/>
                  </a:cubicBezTo>
                  <a:close/>
                  <a:moveTo>
                    <a:pt x="1396" y="294"/>
                  </a:moveTo>
                  <a:cubicBezTo>
                    <a:pt x="1394" y="294"/>
                    <a:pt x="1391" y="293"/>
                    <a:pt x="1389" y="291"/>
                  </a:cubicBezTo>
                  <a:cubicBezTo>
                    <a:pt x="1372" y="271"/>
                    <a:pt x="1353" y="252"/>
                    <a:pt x="1334" y="234"/>
                  </a:cubicBezTo>
                  <a:cubicBezTo>
                    <a:pt x="1330" y="230"/>
                    <a:pt x="1330" y="223"/>
                    <a:pt x="1334" y="219"/>
                  </a:cubicBezTo>
                  <a:cubicBezTo>
                    <a:pt x="1338" y="215"/>
                    <a:pt x="1344" y="215"/>
                    <a:pt x="1348" y="219"/>
                  </a:cubicBezTo>
                  <a:cubicBezTo>
                    <a:pt x="1368" y="238"/>
                    <a:pt x="1387" y="257"/>
                    <a:pt x="1404" y="278"/>
                  </a:cubicBezTo>
                  <a:cubicBezTo>
                    <a:pt x="1408" y="282"/>
                    <a:pt x="1407" y="288"/>
                    <a:pt x="1403" y="292"/>
                  </a:cubicBezTo>
                  <a:cubicBezTo>
                    <a:pt x="1401" y="293"/>
                    <a:pt x="1399" y="294"/>
                    <a:pt x="1396" y="294"/>
                  </a:cubicBezTo>
                  <a:close/>
                  <a:moveTo>
                    <a:pt x="315" y="186"/>
                  </a:moveTo>
                  <a:cubicBezTo>
                    <a:pt x="313" y="186"/>
                    <a:pt x="310" y="185"/>
                    <a:pt x="308" y="182"/>
                  </a:cubicBezTo>
                  <a:cubicBezTo>
                    <a:pt x="304" y="178"/>
                    <a:pt x="305" y="172"/>
                    <a:pt x="309" y="168"/>
                  </a:cubicBezTo>
                  <a:cubicBezTo>
                    <a:pt x="331" y="152"/>
                    <a:pt x="353" y="136"/>
                    <a:pt x="376" y="122"/>
                  </a:cubicBezTo>
                  <a:cubicBezTo>
                    <a:pt x="380" y="119"/>
                    <a:pt x="386" y="120"/>
                    <a:pt x="389" y="125"/>
                  </a:cubicBezTo>
                  <a:cubicBezTo>
                    <a:pt x="392" y="130"/>
                    <a:pt x="391" y="136"/>
                    <a:pt x="386" y="139"/>
                  </a:cubicBezTo>
                  <a:cubicBezTo>
                    <a:pt x="364" y="153"/>
                    <a:pt x="342" y="168"/>
                    <a:pt x="322" y="184"/>
                  </a:cubicBezTo>
                  <a:cubicBezTo>
                    <a:pt x="320" y="185"/>
                    <a:pt x="318" y="186"/>
                    <a:pt x="315" y="186"/>
                  </a:cubicBezTo>
                  <a:close/>
                  <a:moveTo>
                    <a:pt x="1281" y="184"/>
                  </a:moveTo>
                  <a:cubicBezTo>
                    <a:pt x="1279" y="184"/>
                    <a:pt x="1276" y="184"/>
                    <a:pt x="1275" y="182"/>
                  </a:cubicBezTo>
                  <a:cubicBezTo>
                    <a:pt x="1254" y="166"/>
                    <a:pt x="1232" y="151"/>
                    <a:pt x="1210" y="137"/>
                  </a:cubicBezTo>
                  <a:cubicBezTo>
                    <a:pt x="1205" y="134"/>
                    <a:pt x="1204" y="128"/>
                    <a:pt x="1207" y="124"/>
                  </a:cubicBezTo>
                  <a:cubicBezTo>
                    <a:pt x="1209" y="119"/>
                    <a:pt x="1216" y="117"/>
                    <a:pt x="1220" y="120"/>
                  </a:cubicBezTo>
                  <a:cubicBezTo>
                    <a:pt x="1243" y="135"/>
                    <a:pt x="1265" y="150"/>
                    <a:pt x="1287" y="167"/>
                  </a:cubicBezTo>
                  <a:cubicBezTo>
                    <a:pt x="1291" y="170"/>
                    <a:pt x="1292" y="176"/>
                    <a:pt x="1289" y="181"/>
                  </a:cubicBezTo>
                  <a:cubicBezTo>
                    <a:pt x="1287" y="183"/>
                    <a:pt x="1284" y="184"/>
                    <a:pt x="1281" y="184"/>
                  </a:cubicBezTo>
                  <a:close/>
                  <a:moveTo>
                    <a:pt x="451" y="101"/>
                  </a:moveTo>
                  <a:cubicBezTo>
                    <a:pt x="447" y="101"/>
                    <a:pt x="443" y="99"/>
                    <a:pt x="442" y="96"/>
                  </a:cubicBezTo>
                  <a:cubicBezTo>
                    <a:pt x="439" y="91"/>
                    <a:pt x="441" y="85"/>
                    <a:pt x="446" y="82"/>
                  </a:cubicBezTo>
                  <a:cubicBezTo>
                    <a:pt x="470" y="70"/>
                    <a:pt x="495" y="60"/>
                    <a:pt x="521" y="50"/>
                  </a:cubicBezTo>
                  <a:cubicBezTo>
                    <a:pt x="526" y="48"/>
                    <a:pt x="531" y="51"/>
                    <a:pt x="533" y="56"/>
                  </a:cubicBezTo>
                  <a:cubicBezTo>
                    <a:pt x="535" y="61"/>
                    <a:pt x="533" y="67"/>
                    <a:pt x="527" y="69"/>
                  </a:cubicBezTo>
                  <a:cubicBezTo>
                    <a:pt x="503" y="78"/>
                    <a:pt x="479" y="89"/>
                    <a:pt x="455" y="100"/>
                  </a:cubicBezTo>
                  <a:cubicBezTo>
                    <a:pt x="454" y="101"/>
                    <a:pt x="452" y="101"/>
                    <a:pt x="451" y="101"/>
                  </a:cubicBezTo>
                  <a:close/>
                  <a:moveTo>
                    <a:pt x="1145" y="100"/>
                  </a:moveTo>
                  <a:cubicBezTo>
                    <a:pt x="1144" y="100"/>
                    <a:pt x="1142" y="100"/>
                    <a:pt x="1141" y="99"/>
                  </a:cubicBezTo>
                  <a:cubicBezTo>
                    <a:pt x="1117" y="88"/>
                    <a:pt x="1093" y="77"/>
                    <a:pt x="1068" y="68"/>
                  </a:cubicBezTo>
                  <a:cubicBezTo>
                    <a:pt x="1063" y="66"/>
                    <a:pt x="1060" y="60"/>
                    <a:pt x="1062" y="55"/>
                  </a:cubicBezTo>
                  <a:cubicBezTo>
                    <a:pt x="1064" y="50"/>
                    <a:pt x="1070" y="47"/>
                    <a:pt x="1075" y="49"/>
                  </a:cubicBezTo>
                  <a:cubicBezTo>
                    <a:pt x="1100" y="59"/>
                    <a:pt x="1125" y="69"/>
                    <a:pt x="1150" y="81"/>
                  </a:cubicBezTo>
                  <a:cubicBezTo>
                    <a:pt x="1155" y="84"/>
                    <a:pt x="1157" y="90"/>
                    <a:pt x="1154" y="95"/>
                  </a:cubicBezTo>
                  <a:cubicBezTo>
                    <a:pt x="1152" y="98"/>
                    <a:pt x="1149" y="100"/>
                    <a:pt x="1145" y="100"/>
                  </a:cubicBezTo>
                  <a:close/>
                  <a:moveTo>
                    <a:pt x="600" y="46"/>
                  </a:moveTo>
                  <a:cubicBezTo>
                    <a:pt x="596" y="46"/>
                    <a:pt x="592" y="43"/>
                    <a:pt x="591" y="38"/>
                  </a:cubicBezTo>
                  <a:cubicBezTo>
                    <a:pt x="589" y="33"/>
                    <a:pt x="592" y="27"/>
                    <a:pt x="598" y="26"/>
                  </a:cubicBezTo>
                  <a:cubicBezTo>
                    <a:pt x="624" y="19"/>
                    <a:pt x="650" y="14"/>
                    <a:pt x="677" y="10"/>
                  </a:cubicBezTo>
                  <a:cubicBezTo>
                    <a:pt x="682" y="9"/>
                    <a:pt x="687" y="13"/>
                    <a:pt x="688" y="18"/>
                  </a:cubicBezTo>
                  <a:cubicBezTo>
                    <a:pt x="689" y="23"/>
                    <a:pt x="685" y="29"/>
                    <a:pt x="680" y="29"/>
                  </a:cubicBezTo>
                  <a:cubicBezTo>
                    <a:pt x="654" y="33"/>
                    <a:pt x="628" y="39"/>
                    <a:pt x="603" y="45"/>
                  </a:cubicBezTo>
                  <a:cubicBezTo>
                    <a:pt x="602" y="46"/>
                    <a:pt x="601" y="46"/>
                    <a:pt x="600" y="46"/>
                  </a:cubicBezTo>
                  <a:close/>
                  <a:moveTo>
                    <a:pt x="995" y="45"/>
                  </a:moveTo>
                  <a:cubicBezTo>
                    <a:pt x="995" y="45"/>
                    <a:pt x="994" y="45"/>
                    <a:pt x="993" y="45"/>
                  </a:cubicBezTo>
                  <a:cubicBezTo>
                    <a:pt x="968" y="38"/>
                    <a:pt x="942" y="33"/>
                    <a:pt x="916" y="29"/>
                  </a:cubicBezTo>
                  <a:cubicBezTo>
                    <a:pt x="910" y="28"/>
                    <a:pt x="906" y="23"/>
                    <a:pt x="907" y="18"/>
                  </a:cubicBezTo>
                  <a:cubicBezTo>
                    <a:pt x="908" y="12"/>
                    <a:pt x="913" y="8"/>
                    <a:pt x="919" y="9"/>
                  </a:cubicBezTo>
                  <a:cubicBezTo>
                    <a:pt x="945" y="13"/>
                    <a:pt x="972" y="19"/>
                    <a:pt x="998" y="25"/>
                  </a:cubicBezTo>
                  <a:cubicBezTo>
                    <a:pt x="1003" y="27"/>
                    <a:pt x="1007" y="32"/>
                    <a:pt x="1005" y="37"/>
                  </a:cubicBezTo>
                  <a:cubicBezTo>
                    <a:pt x="1004" y="42"/>
                    <a:pt x="1000" y="45"/>
                    <a:pt x="995" y="45"/>
                  </a:cubicBezTo>
                  <a:close/>
                  <a:moveTo>
                    <a:pt x="758" y="21"/>
                  </a:moveTo>
                  <a:cubicBezTo>
                    <a:pt x="753" y="21"/>
                    <a:pt x="748" y="17"/>
                    <a:pt x="748" y="12"/>
                  </a:cubicBezTo>
                  <a:cubicBezTo>
                    <a:pt x="748" y="6"/>
                    <a:pt x="752" y="2"/>
                    <a:pt x="757" y="1"/>
                  </a:cubicBezTo>
                  <a:cubicBezTo>
                    <a:pt x="784" y="0"/>
                    <a:pt x="811" y="0"/>
                    <a:pt x="838" y="1"/>
                  </a:cubicBezTo>
                  <a:cubicBezTo>
                    <a:pt x="844" y="2"/>
                    <a:pt x="848" y="6"/>
                    <a:pt x="848" y="12"/>
                  </a:cubicBezTo>
                  <a:cubicBezTo>
                    <a:pt x="847" y="17"/>
                    <a:pt x="843" y="22"/>
                    <a:pt x="837" y="21"/>
                  </a:cubicBezTo>
                  <a:cubicBezTo>
                    <a:pt x="811" y="20"/>
                    <a:pt x="784" y="20"/>
                    <a:pt x="758" y="21"/>
                  </a:cubicBezTo>
                  <a:close/>
                </a:path>
              </a:pathLst>
            </a:custGeom>
            <a:solidFill>
              <a:srgbClr val="FFC000"/>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1" name="Oval 50"/>
            <p:cNvSpPr>
              <a:spLocks noChangeArrowheads="1"/>
            </p:cNvSpPr>
            <p:nvPr/>
          </p:nvSpPr>
          <p:spPr bwMode="auto">
            <a:xfrm>
              <a:off x="4378042" y="5054831"/>
              <a:ext cx="2073439" cy="92564"/>
            </a:xfrm>
            <a:prstGeom prst="ellipse">
              <a:avLst/>
            </a:pr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2" name="Freeform 51"/>
            <p:cNvSpPr>
              <a:spLocks/>
            </p:cNvSpPr>
            <p:nvPr/>
          </p:nvSpPr>
          <p:spPr bwMode="auto">
            <a:xfrm>
              <a:off x="6002951" y="4381427"/>
              <a:ext cx="150418" cy="115705"/>
            </a:xfrm>
            <a:custGeom>
              <a:avLst/>
              <a:gdLst>
                <a:gd name="T0" fmla="*/ 0 w 65"/>
                <a:gd name="T1" fmla="*/ 16 h 50"/>
                <a:gd name="T2" fmla="*/ 31 w 65"/>
                <a:gd name="T3" fmla="*/ 0 h 50"/>
                <a:gd name="T4" fmla="*/ 65 w 65"/>
                <a:gd name="T5" fmla="*/ 33 h 50"/>
                <a:gd name="T6" fmla="*/ 65 w 65"/>
                <a:gd name="T7" fmla="*/ 47 h 50"/>
                <a:gd name="T8" fmla="*/ 58 w 65"/>
                <a:gd name="T9" fmla="*/ 50 h 50"/>
                <a:gd name="T10" fmla="*/ 11 w 65"/>
                <a:gd name="T11" fmla="*/ 34 h 50"/>
                <a:gd name="T12" fmla="*/ 0 w 65"/>
                <a:gd name="T13" fmla="*/ 16 h 50"/>
              </a:gdLst>
              <a:ahLst/>
              <a:cxnLst>
                <a:cxn ang="0">
                  <a:pos x="T0" y="T1"/>
                </a:cxn>
                <a:cxn ang="0">
                  <a:pos x="T2" y="T3"/>
                </a:cxn>
                <a:cxn ang="0">
                  <a:pos x="T4" y="T5"/>
                </a:cxn>
                <a:cxn ang="0">
                  <a:pos x="T6" y="T7"/>
                </a:cxn>
                <a:cxn ang="0">
                  <a:pos x="T8" y="T9"/>
                </a:cxn>
                <a:cxn ang="0">
                  <a:pos x="T10" y="T11"/>
                </a:cxn>
                <a:cxn ang="0">
                  <a:pos x="T12" y="T13"/>
                </a:cxn>
              </a:cxnLst>
              <a:rect l="0" t="0" r="r" b="b"/>
              <a:pathLst>
                <a:path w="65" h="50">
                  <a:moveTo>
                    <a:pt x="0" y="16"/>
                  </a:moveTo>
                  <a:lnTo>
                    <a:pt x="31" y="0"/>
                  </a:lnTo>
                  <a:lnTo>
                    <a:pt x="65" y="33"/>
                  </a:lnTo>
                  <a:lnTo>
                    <a:pt x="65" y="47"/>
                  </a:lnTo>
                  <a:lnTo>
                    <a:pt x="58" y="50"/>
                  </a:lnTo>
                  <a:lnTo>
                    <a:pt x="11" y="34"/>
                  </a:lnTo>
                  <a:lnTo>
                    <a:pt x="0" y="16"/>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3" name="Freeform 52"/>
            <p:cNvSpPr>
              <a:spLocks/>
            </p:cNvSpPr>
            <p:nvPr/>
          </p:nvSpPr>
          <p:spPr bwMode="auto">
            <a:xfrm>
              <a:off x="5417483" y="3666368"/>
              <a:ext cx="657206" cy="768283"/>
            </a:xfrm>
            <a:custGeom>
              <a:avLst/>
              <a:gdLst>
                <a:gd name="T0" fmla="*/ 0 w 284"/>
                <a:gd name="T1" fmla="*/ 25 h 332"/>
                <a:gd name="T2" fmla="*/ 257 w 284"/>
                <a:gd name="T3" fmla="*/ 332 h 332"/>
                <a:gd name="T4" fmla="*/ 284 w 284"/>
                <a:gd name="T5" fmla="*/ 310 h 332"/>
                <a:gd name="T6" fmla="*/ 62 w 284"/>
                <a:gd name="T7" fmla="*/ 0 h 332"/>
                <a:gd name="T8" fmla="*/ 0 w 284"/>
                <a:gd name="T9" fmla="*/ 25 h 332"/>
              </a:gdLst>
              <a:ahLst/>
              <a:cxnLst>
                <a:cxn ang="0">
                  <a:pos x="T0" y="T1"/>
                </a:cxn>
                <a:cxn ang="0">
                  <a:pos x="T2" y="T3"/>
                </a:cxn>
                <a:cxn ang="0">
                  <a:pos x="T4" y="T5"/>
                </a:cxn>
                <a:cxn ang="0">
                  <a:pos x="T6" y="T7"/>
                </a:cxn>
                <a:cxn ang="0">
                  <a:pos x="T8" y="T9"/>
                </a:cxn>
              </a:cxnLst>
              <a:rect l="0" t="0" r="r" b="b"/>
              <a:pathLst>
                <a:path w="284" h="332">
                  <a:moveTo>
                    <a:pt x="0" y="25"/>
                  </a:moveTo>
                  <a:lnTo>
                    <a:pt x="257" y="332"/>
                  </a:lnTo>
                  <a:lnTo>
                    <a:pt x="284" y="310"/>
                  </a:lnTo>
                  <a:lnTo>
                    <a:pt x="62" y="0"/>
                  </a:lnTo>
                  <a:lnTo>
                    <a:pt x="0" y="25"/>
                  </a:lnTo>
                  <a:close/>
                </a:path>
              </a:pathLst>
            </a:custGeom>
            <a:solidFill>
              <a:srgbClr val="5B9BD5"/>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4" name="Freeform 53"/>
            <p:cNvSpPr>
              <a:spLocks/>
            </p:cNvSpPr>
            <p:nvPr/>
          </p:nvSpPr>
          <p:spPr bwMode="auto">
            <a:xfrm>
              <a:off x="5259717" y="3670996"/>
              <a:ext cx="155046" cy="978868"/>
            </a:xfrm>
            <a:custGeom>
              <a:avLst/>
              <a:gdLst>
                <a:gd name="T0" fmla="*/ 67 w 67"/>
                <a:gd name="T1" fmla="*/ 423 h 423"/>
                <a:gd name="T2" fmla="*/ 67 w 67"/>
                <a:gd name="T3" fmla="*/ 28 h 423"/>
                <a:gd name="T4" fmla="*/ 0 w 67"/>
                <a:gd name="T5" fmla="*/ 0 h 423"/>
                <a:gd name="T6" fmla="*/ 32 w 67"/>
                <a:gd name="T7" fmla="*/ 423 h 423"/>
                <a:gd name="T8" fmla="*/ 67 w 67"/>
                <a:gd name="T9" fmla="*/ 423 h 423"/>
              </a:gdLst>
              <a:ahLst/>
              <a:cxnLst>
                <a:cxn ang="0">
                  <a:pos x="T0" y="T1"/>
                </a:cxn>
                <a:cxn ang="0">
                  <a:pos x="T2" y="T3"/>
                </a:cxn>
                <a:cxn ang="0">
                  <a:pos x="T4" y="T5"/>
                </a:cxn>
                <a:cxn ang="0">
                  <a:pos x="T6" y="T7"/>
                </a:cxn>
                <a:cxn ang="0">
                  <a:pos x="T8" y="T9"/>
                </a:cxn>
              </a:cxnLst>
              <a:rect l="0" t="0" r="r" b="b"/>
              <a:pathLst>
                <a:path w="67" h="423">
                  <a:moveTo>
                    <a:pt x="67" y="423"/>
                  </a:moveTo>
                  <a:lnTo>
                    <a:pt x="67" y="28"/>
                  </a:lnTo>
                  <a:lnTo>
                    <a:pt x="0" y="0"/>
                  </a:lnTo>
                  <a:lnTo>
                    <a:pt x="32" y="423"/>
                  </a:lnTo>
                  <a:lnTo>
                    <a:pt x="67" y="423"/>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5" name="Freeform 54"/>
            <p:cNvSpPr>
              <a:spLocks/>
            </p:cNvSpPr>
            <p:nvPr/>
          </p:nvSpPr>
          <p:spPr bwMode="auto">
            <a:xfrm>
              <a:off x="4739042" y="3080899"/>
              <a:ext cx="32397" cy="94879"/>
            </a:xfrm>
            <a:custGeom>
              <a:avLst/>
              <a:gdLst>
                <a:gd name="T0" fmla="*/ 9 w 14"/>
                <a:gd name="T1" fmla="*/ 0 h 41"/>
                <a:gd name="T2" fmla="*/ 0 w 14"/>
                <a:gd name="T3" fmla="*/ 40 h 41"/>
                <a:gd name="T4" fmla="*/ 5 w 14"/>
                <a:gd name="T5" fmla="*/ 41 h 41"/>
                <a:gd name="T6" fmla="*/ 14 w 14"/>
                <a:gd name="T7" fmla="*/ 1 h 41"/>
                <a:gd name="T8" fmla="*/ 9 w 14"/>
                <a:gd name="T9" fmla="*/ 0 h 41"/>
              </a:gdLst>
              <a:ahLst/>
              <a:cxnLst>
                <a:cxn ang="0">
                  <a:pos x="T0" y="T1"/>
                </a:cxn>
                <a:cxn ang="0">
                  <a:pos x="T2" y="T3"/>
                </a:cxn>
                <a:cxn ang="0">
                  <a:pos x="T4" y="T5"/>
                </a:cxn>
                <a:cxn ang="0">
                  <a:pos x="T6" y="T7"/>
                </a:cxn>
                <a:cxn ang="0">
                  <a:pos x="T8" y="T9"/>
                </a:cxn>
              </a:cxnLst>
              <a:rect l="0" t="0" r="r" b="b"/>
              <a:pathLst>
                <a:path w="14" h="41">
                  <a:moveTo>
                    <a:pt x="9" y="0"/>
                  </a:moveTo>
                  <a:lnTo>
                    <a:pt x="0" y="40"/>
                  </a:lnTo>
                  <a:lnTo>
                    <a:pt x="5" y="41"/>
                  </a:lnTo>
                  <a:lnTo>
                    <a:pt x="14" y="1"/>
                  </a:lnTo>
                  <a:lnTo>
                    <a:pt x="9"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6" name="Freeform 55"/>
            <p:cNvSpPr>
              <a:spLocks/>
            </p:cNvSpPr>
            <p:nvPr/>
          </p:nvSpPr>
          <p:spPr bwMode="auto">
            <a:xfrm>
              <a:off x="6060397" y="3080899"/>
              <a:ext cx="30084" cy="94879"/>
            </a:xfrm>
            <a:custGeom>
              <a:avLst/>
              <a:gdLst>
                <a:gd name="T0" fmla="*/ 5 w 13"/>
                <a:gd name="T1" fmla="*/ 0 h 41"/>
                <a:gd name="T2" fmla="*/ 13 w 13"/>
                <a:gd name="T3" fmla="*/ 40 h 41"/>
                <a:gd name="T4" fmla="*/ 8 w 13"/>
                <a:gd name="T5" fmla="*/ 41 h 41"/>
                <a:gd name="T6" fmla="*/ 0 w 13"/>
                <a:gd name="T7" fmla="*/ 1 h 41"/>
                <a:gd name="T8" fmla="*/ 5 w 13"/>
                <a:gd name="T9" fmla="*/ 0 h 41"/>
              </a:gdLst>
              <a:ahLst/>
              <a:cxnLst>
                <a:cxn ang="0">
                  <a:pos x="T0" y="T1"/>
                </a:cxn>
                <a:cxn ang="0">
                  <a:pos x="T2" y="T3"/>
                </a:cxn>
                <a:cxn ang="0">
                  <a:pos x="T4" y="T5"/>
                </a:cxn>
                <a:cxn ang="0">
                  <a:pos x="T6" y="T7"/>
                </a:cxn>
                <a:cxn ang="0">
                  <a:pos x="T8" y="T9"/>
                </a:cxn>
              </a:cxnLst>
              <a:rect l="0" t="0" r="r" b="b"/>
              <a:pathLst>
                <a:path w="13" h="41">
                  <a:moveTo>
                    <a:pt x="5" y="0"/>
                  </a:moveTo>
                  <a:lnTo>
                    <a:pt x="13" y="40"/>
                  </a:lnTo>
                  <a:lnTo>
                    <a:pt x="8" y="41"/>
                  </a:lnTo>
                  <a:lnTo>
                    <a:pt x="0" y="1"/>
                  </a:lnTo>
                  <a:lnTo>
                    <a:pt x="5"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7" name="Oval 28"/>
            <p:cNvSpPr>
              <a:spLocks noChangeArrowheads="1"/>
            </p:cNvSpPr>
            <p:nvPr/>
          </p:nvSpPr>
          <p:spPr bwMode="auto">
            <a:xfrm>
              <a:off x="5206492" y="4696145"/>
              <a:ext cx="416539" cy="416539"/>
            </a:xfrm>
            <a:prstGeom prst="ellipse">
              <a:avLst/>
            </a:prstGeom>
            <a:solidFill>
              <a:srgbClr val="FFC000"/>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8" name="Freeform 29"/>
            <p:cNvSpPr>
              <a:spLocks/>
            </p:cNvSpPr>
            <p:nvPr/>
          </p:nvSpPr>
          <p:spPr bwMode="auto">
            <a:xfrm>
              <a:off x="5206492" y="4883588"/>
              <a:ext cx="416539" cy="229097"/>
            </a:xfrm>
            <a:custGeom>
              <a:avLst/>
              <a:gdLst>
                <a:gd name="T0" fmla="*/ 192 w 383"/>
                <a:gd name="T1" fmla="*/ 210 h 210"/>
                <a:gd name="T2" fmla="*/ 383 w 383"/>
                <a:gd name="T3" fmla="*/ 18 h 210"/>
                <a:gd name="T4" fmla="*/ 382 w 383"/>
                <a:gd name="T5" fmla="*/ 0 h 210"/>
                <a:gd name="T6" fmla="*/ 192 w 383"/>
                <a:gd name="T7" fmla="*/ 173 h 210"/>
                <a:gd name="T8" fmla="*/ 1 w 383"/>
                <a:gd name="T9" fmla="*/ 0 h 210"/>
                <a:gd name="T10" fmla="*/ 0 w 383"/>
                <a:gd name="T11" fmla="*/ 18 h 210"/>
                <a:gd name="T12" fmla="*/ 192 w 383"/>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383" h="210">
                  <a:moveTo>
                    <a:pt x="192" y="210"/>
                  </a:moveTo>
                  <a:cubicBezTo>
                    <a:pt x="298" y="210"/>
                    <a:pt x="383" y="124"/>
                    <a:pt x="383" y="18"/>
                  </a:cubicBezTo>
                  <a:cubicBezTo>
                    <a:pt x="383" y="12"/>
                    <a:pt x="383" y="6"/>
                    <a:pt x="382" y="0"/>
                  </a:cubicBezTo>
                  <a:cubicBezTo>
                    <a:pt x="373" y="97"/>
                    <a:pt x="291" y="173"/>
                    <a:pt x="192" y="173"/>
                  </a:cubicBezTo>
                  <a:cubicBezTo>
                    <a:pt x="92" y="173"/>
                    <a:pt x="10" y="97"/>
                    <a:pt x="1" y="0"/>
                  </a:cubicBezTo>
                  <a:cubicBezTo>
                    <a:pt x="0" y="6"/>
                    <a:pt x="0" y="12"/>
                    <a:pt x="0" y="18"/>
                  </a:cubicBezTo>
                  <a:cubicBezTo>
                    <a:pt x="0" y="124"/>
                    <a:pt x="86" y="210"/>
                    <a:pt x="192" y="210"/>
                  </a:cubicBezTo>
                </a:path>
              </a:pathLst>
            </a:custGeom>
            <a:solidFill>
              <a:srgbClr val="ED7D31"/>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9" name="Freeform 30"/>
            <p:cNvSpPr>
              <a:spLocks/>
            </p:cNvSpPr>
            <p:nvPr/>
          </p:nvSpPr>
          <p:spPr bwMode="auto">
            <a:xfrm>
              <a:off x="5299056" y="4649863"/>
              <a:ext cx="113392" cy="131905"/>
            </a:xfrm>
            <a:custGeom>
              <a:avLst/>
              <a:gdLst>
                <a:gd name="T0" fmla="*/ 49 w 49"/>
                <a:gd name="T1" fmla="*/ 0 h 57"/>
                <a:gd name="T2" fmla="*/ 15 w 49"/>
                <a:gd name="T3" fmla="*/ 0 h 57"/>
                <a:gd name="T4" fmla="*/ 0 w 49"/>
                <a:gd name="T5" fmla="*/ 44 h 57"/>
                <a:gd name="T6" fmla="*/ 6 w 49"/>
                <a:gd name="T7" fmla="*/ 57 h 57"/>
                <a:gd name="T8" fmla="*/ 14 w 49"/>
                <a:gd name="T9" fmla="*/ 57 h 57"/>
                <a:gd name="T10" fmla="*/ 49 w 49"/>
                <a:gd name="T11" fmla="*/ 19 h 57"/>
                <a:gd name="T12" fmla="*/ 49 w 49"/>
                <a:gd name="T13" fmla="*/ 0 h 57"/>
              </a:gdLst>
              <a:ahLst/>
              <a:cxnLst>
                <a:cxn ang="0">
                  <a:pos x="T0" y="T1"/>
                </a:cxn>
                <a:cxn ang="0">
                  <a:pos x="T2" y="T3"/>
                </a:cxn>
                <a:cxn ang="0">
                  <a:pos x="T4" y="T5"/>
                </a:cxn>
                <a:cxn ang="0">
                  <a:pos x="T6" y="T7"/>
                </a:cxn>
                <a:cxn ang="0">
                  <a:pos x="T8" y="T9"/>
                </a:cxn>
                <a:cxn ang="0">
                  <a:pos x="T10" y="T11"/>
                </a:cxn>
                <a:cxn ang="0">
                  <a:pos x="T12" y="T13"/>
                </a:cxn>
              </a:cxnLst>
              <a:rect l="0" t="0" r="r" b="b"/>
              <a:pathLst>
                <a:path w="49" h="57">
                  <a:moveTo>
                    <a:pt x="49" y="0"/>
                  </a:moveTo>
                  <a:lnTo>
                    <a:pt x="15" y="0"/>
                  </a:lnTo>
                  <a:lnTo>
                    <a:pt x="0" y="44"/>
                  </a:lnTo>
                  <a:lnTo>
                    <a:pt x="6" y="57"/>
                  </a:lnTo>
                  <a:lnTo>
                    <a:pt x="14" y="57"/>
                  </a:lnTo>
                  <a:lnTo>
                    <a:pt x="49" y="19"/>
                  </a:lnTo>
                  <a:lnTo>
                    <a:pt x="49" y="0"/>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0" name="Group 59"/>
            <p:cNvGrpSpPr>
              <a:grpSpLocks noChangeAspect="1"/>
            </p:cNvGrpSpPr>
            <p:nvPr/>
          </p:nvGrpSpPr>
          <p:grpSpPr>
            <a:xfrm>
              <a:off x="4696944" y="2059194"/>
              <a:ext cx="415996" cy="234364"/>
              <a:chOff x="3370263" y="896938"/>
              <a:chExt cx="450850" cy="254000"/>
            </a:xfrm>
            <a:solidFill>
              <a:srgbClr val="0072C6"/>
            </a:solidFill>
          </p:grpSpPr>
          <p:sp>
            <p:nvSpPr>
              <p:cNvPr id="88" name="Freeform 107"/>
              <p:cNvSpPr>
                <a:spLocks noEditPoints="1"/>
              </p:cNvSpPr>
              <p:nvPr/>
            </p:nvSpPr>
            <p:spPr bwMode="auto">
              <a:xfrm>
                <a:off x="3370263" y="896938"/>
                <a:ext cx="450850" cy="254000"/>
              </a:xfrm>
              <a:custGeom>
                <a:avLst/>
                <a:gdLst>
                  <a:gd name="T0" fmla="*/ 268 w 284"/>
                  <a:gd name="T1" fmla="*/ 0 h 160"/>
                  <a:gd name="T2" fmla="*/ 16 w 284"/>
                  <a:gd name="T3" fmla="*/ 0 h 160"/>
                  <a:gd name="T4" fmla="*/ 16 w 284"/>
                  <a:gd name="T5" fmla="*/ 0 h 160"/>
                  <a:gd name="T6" fmla="*/ 10 w 284"/>
                  <a:gd name="T7" fmla="*/ 2 h 160"/>
                  <a:gd name="T8" fmla="*/ 6 w 284"/>
                  <a:gd name="T9" fmla="*/ 6 h 160"/>
                  <a:gd name="T10" fmla="*/ 2 w 284"/>
                  <a:gd name="T11" fmla="*/ 10 h 160"/>
                  <a:gd name="T12" fmla="*/ 0 w 284"/>
                  <a:gd name="T13" fmla="*/ 16 h 160"/>
                  <a:gd name="T14" fmla="*/ 0 w 284"/>
                  <a:gd name="T15" fmla="*/ 144 h 160"/>
                  <a:gd name="T16" fmla="*/ 0 w 284"/>
                  <a:gd name="T17" fmla="*/ 144 h 160"/>
                  <a:gd name="T18" fmla="*/ 2 w 284"/>
                  <a:gd name="T19" fmla="*/ 150 h 160"/>
                  <a:gd name="T20" fmla="*/ 6 w 284"/>
                  <a:gd name="T21" fmla="*/ 156 h 160"/>
                  <a:gd name="T22" fmla="*/ 10 w 284"/>
                  <a:gd name="T23" fmla="*/ 160 h 160"/>
                  <a:gd name="T24" fmla="*/ 16 w 284"/>
                  <a:gd name="T25" fmla="*/ 160 h 160"/>
                  <a:gd name="T26" fmla="*/ 268 w 284"/>
                  <a:gd name="T27" fmla="*/ 160 h 160"/>
                  <a:gd name="T28" fmla="*/ 268 w 284"/>
                  <a:gd name="T29" fmla="*/ 160 h 160"/>
                  <a:gd name="T30" fmla="*/ 274 w 284"/>
                  <a:gd name="T31" fmla="*/ 160 h 160"/>
                  <a:gd name="T32" fmla="*/ 280 w 284"/>
                  <a:gd name="T33" fmla="*/ 156 h 160"/>
                  <a:gd name="T34" fmla="*/ 282 w 284"/>
                  <a:gd name="T35" fmla="*/ 150 h 160"/>
                  <a:gd name="T36" fmla="*/ 284 w 284"/>
                  <a:gd name="T37" fmla="*/ 144 h 160"/>
                  <a:gd name="T38" fmla="*/ 284 w 284"/>
                  <a:gd name="T39" fmla="*/ 16 h 160"/>
                  <a:gd name="T40" fmla="*/ 284 w 284"/>
                  <a:gd name="T41" fmla="*/ 16 h 160"/>
                  <a:gd name="T42" fmla="*/ 282 w 284"/>
                  <a:gd name="T43" fmla="*/ 10 h 160"/>
                  <a:gd name="T44" fmla="*/ 280 w 284"/>
                  <a:gd name="T45" fmla="*/ 6 h 160"/>
                  <a:gd name="T46" fmla="*/ 274 w 284"/>
                  <a:gd name="T47" fmla="*/ 2 h 160"/>
                  <a:gd name="T48" fmla="*/ 268 w 284"/>
                  <a:gd name="T49" fmla="*/ 0 h 160"/>
                  <a:gd name="T50" fmla="*/ 268 w 284"/>
                  <a:gd name="T51" fmla="*/ 0 h 160"/>
                  <a:gd name="T52" fmla="*/ 256 w 284"/>
                  <a:gd name="T53" fmla="*/ 136 h 160"/>
                  <a:gd name="T54" fmla="*/ 28 w 284"/>
                  <a:gd name="T55" fmla="*/ 136 h 160"/>
                  <a:gd name="T56" fmla="*/ 28 w 284"/>
                  <a:gd name="T57" fmla="*/ 26 h 160"/>
                  <a:gd name="T58" fmla="*/ 256 w 284"/>
                  <a:gd name="T59" fmla="*/ 26 h 160"/>
                  <a:gd name="T60" fmla="*/ 256 w 284"/>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4" h="160">
                    <a:moveTo>
                      <a:pt x="268" y="0"/>
                    </a:moveTo>
                    <a:lnTo>
                      <a:pt x="16" y="0"/>
                    </a:lnTo>
                    <a:lnTo>
                      <a:pt x="16" y="0"/>
                    </a:lnTo>
                    <a:lnTo>
                      <a:pt x="10" y="2"/>
                    </a:lnTo>
                    <a:lnTo>
                      <a:pt x="6" y="6"/>
                    </a:lnTo>
                    <a:lnTo>
                      <a:pt x="2" y="10"/>
                    </a:lnTo>
                    <a:lnTo>
                      <a:pt x="0" y="16"/>
                    </a:lnTo>
                    <a:lnTo>
                      <a:pt x="0" y="144"/>
                    </a:lnTo>
                    <a:lnTo>
                      <a:pt x="0" y="144"/>
                    </a:lnTo>
                    <a:lnTo>
                      <a:pt x="2" y="150"/>
                    </a:lnTo>
                    <a:lnTo>
                      <a:pt x="6" y="156"/>
                    </a:lnTo>
                    <a:lnTo>
                      <a:pt x="10" y="160"/>
                    </a:lnTo>
                    <a:lnTo>
                      <a:pt x="16" y="160"/>
                    </a:lnTo>
                    <a:lnTo>
                      <a:pt x="268" y="160"/>
                    </a:lnTo>
                    <a:lnTo>
                      <a:pt x="268" y="160"/>
                    </a:lnTo>
                    <a:lnTo>
                      <a:pt x="274" y="160"/>
                    </a:lnTo>
                    <a:lnTo>
                      <a:pt x="280" y="156"/>
                    </a:lnTo>
                    <a:lnTo>
                      <a:pt x="282" y="150"/>
                    </a:lnTo>
                    <a:lnTo>
                      <a:pt x="284" y="144"/>
                    </a:lnTo>
                    <a:lnTo>
                      <a:pt x="284" y="16"/>
                    </a:lnTo>
                    <a:lnTo>
                      <a:pt x="284" y="16"/>
                    </a:lnTo>
                    <a:lnTo>
                      <a:pt x="282" y="10"/>
                    </a:lnTo>
                    <a:lnTo>
                      <a:pt x="280" y="6"/>
                    </a:lnTo>
                    <a:lnTo>
                      <a:pt x="274" y="2"/>
                    </a:lnTo>
                    <a:lnTo>
                      <a:pt x="268" y="0"/>
                    </a:lnTo>
                    <a:lnTo>
                      <a:pt x="268" y="0"/>
                    </a:lnTo>
                    <a:close/>
                    <a:moveTo>
                      <a:pt x="256" y="136"/>
                    </a:moveTo>
                    <a:lnTo>
                      <a:pt x="28" y="136"/>
                    </a:lnTo>
                    <a:lnTo>
                      <a:pt x="28" y="26"/>
                    </a:lnTo>
                    <a:lnTo>
                      <a:pt x="256" y="26"/>
                    </a:lnTo>
                    <a:lnTo>
                      <a:pt x="256"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9" name="Freeform 108"/>
              <p:cNvSpPr>
                <a:spLocks/>
              </p:cNvSpPr>
              <p:nvPr/>
            </p:nvSpPr>
            <p:spPr bwMode="auto">
              <a:xfrm>
                <a:off x="3570288"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1" name="Group 60"/>
            <p:cNvGrpSpPr>
              <a:grpSpLocks noChangeAspect="1"/>
            </p:cNvGrpSpPr>
            <p:nvPr/>
          </p:nvGrpSpPr>
          <p:grpSpPr>
            <a:xfrm>
              <a:off x="4173933" y="2731263"/>
              <a:ext cx="337455" cy="204957"/>
              <a:chOff x="4722813" y="836613"/>
              <a:chExt cx="517525" cy="314325"/>
            </a:xfrm>
            <a:solidFill>
              <a:srgbClr val="0072C6"/>
            </a:solidFill>
          </p:grpSpPr>
          <p:sp>
            <p:nvSpPr>
              <p:cNvPr id="85" name="Freeform 104"/>
              <p:cNvSpPr>
                <a:spLocks/>
              </p:cNvSpPr>
              <p:nvPr/>
            </p:nvSpPr>
            <p:spPr bwMode="auto">
              <a:xfrm>
                <a:off x="4792663" y="836613"/>
                <a:ext cx="447675" cy="254000"/>
              </a:xfrm>
              <a:custGeom>
                <a:avLst/>
                <a:gdLst>
                  <a:gd name="T0" fmla="*/ 266 w 282"/>
                  <a:gd name="T1" fmla="*/ 0 h 160"/>
                  <a:gd name="T2" fmla="*/ 14 w 282"/>
                  <a:gd name="T3" fmla="*/ 0 h 160"/>
                  <a:gd name="T4" fmla="*/ 14 w 282"/>
                  <a:gd name="T5" fmla="*/ 0 h 160"/>
                  <a:gd name="T6" fmla="*/ 8 w 282"/>
                  <a:gd name="T7" fmla="*/ 0 h 160"/>
                  <a:gd name="T8" fmla="*/ 4 w 282"/>
                  <a:gd name="T9" fmla="*/ 4 h 160"/>
                  <a:gd name="T10" fmla="*/ 0 w 282"/>
                  <a:gd name="T11" fmla="*/ 8 h 160"/>
                  <a:gd name="T12" fmla="*/ 0 w 282"/>
                  <a:gd name="T13" fmla="*/ 16 h 160"/>
                  <a:gd name="T14" fmla="*/ 0 w 282"/>
                  <a:gd name="T15" fmla="*/ 20 h 160"/>
                  <a:gd name="T16" fmla="*/ 242 w 282"/>
                  <a:gd name="T17" fmla="*/ 20 h 160"/>
                  <a:gd name="T18" fmla="*/ 242 w 282"/>
                  <a:gd name="T19" fmla="*/ 20 h 160"/>
                  <a:gd name="T20" fmla="*/ 248 w 282"/>
                  <a:gd name="T21" fmla="*/ 22 h 160"/>
                  <a:gd name="T22" fmla="*/ 254 w 282"/>
                  <a:gd name="T23" fmla="*/ 24 h 160"/>
                  <a:gd name="T24" fmla="*/ 258 w 282"/>
                  <a:gd name="T25" fmla="*/ 30 h 160"/>
                  <a:gd name="T26" fmla="*/ 258 w 282"/>
                  <a:gd name="T27" fmla="*/ 36 h 160"/>
                  <a:gd name="T28" fmla="*/ 258 w 282"/>
                  <a:gd name="T29" fmla="*/ 160 h 160"/>
                  <a:gd name="T30" fmla="*/ 266 w 282"/>
                  <a:gd name="T31" fmla="*/ 160 h 160"/>
                  <a:gd name="T32" fmla="*/ 266 w 282"/>
                  <a:gd name="T33" fmla="*/ 160 h 160"/>
                  <a:gd name="T34" fmla="*/ 272 w 282"/>
                  <a:gd name="T35" fmla="*/ 158 h 160"/>
                  <a:gd name="T36" fmla="*/ 278 w 282"/>
                  <a:gd name="T37" fmla="*/ 154 h 160"/>
                  <a:gd name="T38" fmla="*/ 282 w 282"/>
                  <a:gd name="T39" fmla="*/ 150 h 160"/>
                  <a:gd name="T40" fmla="*/ 282 w 282"/>
                  <a:gd name="T41" fmla="*/ 144 h 160"/>
                  <a:gd name="T42" fmla="*/ 282 w 282"/>
                  <a:gd name="T43" fmla="*/ 16 h 160"/>
                  <a:gd name="T44" fmla="*/ 282 w 282"/>
                  <a:gd name="T45" fmla="*/ 16 h 160"/>
                  <a:gd name="T46" fmla="*/ 282 w 282"/>
                  <a:gd name="T47" fmla="*/ 8 h 160"/>
                  <a:gd name="T48" fmla="*/ 278 w 282"/>
                  <a:gd name="T49" fmla="*/ 4 h 160"/>
                  <a:gd name="T50" fmla="*/ 272 w 282"/>
                  <a:gd name="T51" fmla="*/ 0 h 160"/>
                  <a:gd name="T52" fmla="*/ 266 w 282"/>
                  <a:gd name="T53" fmla="*/ 0 h 160"/>
                  <a:gd name="T54" fmla="*/ 266 w 282"/>
                  <a:gd name="T55" fmla="*/ 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82" h="160">
                    <a:moveTo>
                      <a:pt x="266" y="0"/>
                    </a:moveTo>
                    <a:lnTo>
                      <a:pt x="14" y="0"/>
                    </a:lnTo>
                    <a:lnTo>
                      <a:pt x="14" y="0"/>
                    </a:lnTo>
                    <a:lnTo>
                      <a:pt x="8" y="0"/>
                    </a:lnTo>
                    <a:lnTo>
                      <a:pt x="4" y="4"/>
                    </a:lnTo>
                    <a:lnTo>
                      <a:pt x="0" y="8"/>
                    </a:lnTo>
                    <a:lnTo>
                      <a:pt x="0" y="16"/>
                    </a:lnTo>
                    <a:lnTo>
                      <a:pt x="0" y="20"/>
                    </a:lnTo>
                    <a:lnTo>
                      <a:pt x="242" y="20"/>
                    </a:lnTo>
                    <a:lnTo>
                      <a:pt x="242" y="20"/>
                    </a:lnTo>
                    <a:lnTo>
                      <a:pt x="248" y="22"/>
                    </a:lnTo>
                    <a:lnTo>
                      <a:pt x="254" y="24"/>
                    </a:lnTo>
                    <a:lnTo>
                      <a:pt x="258" y="30"/>
                    </a:lnTo>
                    <a:lnTo>
                      <a:pt x="258" y="36"/>
                    </a:lnTo>
                    <a:lnTo>
                      <a:pt x="258" y="160"/>
                    </a:lnTo>
                    <a:lnTo>
                      <a:pt x="266" y="160"/>
                    </a:lnTo>
                    <a:lnTo>
                      <a:pt x="266" y="160"/>
                    </a:lnTo>
                    <a:lnTo>
                      <a:pt x="272" y="158"/>
                    </a:lnTo>
                    <a:lnTo>
                      <a:pt x="278" y="154"/>
                    </a:lnTo>
                    <a:lnTo>
                      <a:pt x="282" y="150"/>
                    </a:lnTo>
                    <a:lnTo>
                      <a:pt x="282" y="144"/>
                    </a:lnTo>
                    <a:lnTo>
                      <a:pt x="282" y="16"/>
                    </a:lnTo>
                    <a:lnTo>
                      <a:pt x="282" y="16"/>
                    </a:lnTo>
                    <a:lnTo>
                      <a:pt x="282" y="8"/>
                    </a:lnTo>
                    <a:lnTo>
                      <a:pt x="278" y="4"/>
                    </a:lnTo>
                    <a:lnTo>
                      <a:pt x="272" y="0"/>
                    </a:lnTo>
                    <a:lnTo>
                      <a:pt x="266" y="0"/>
                    </a:lnTo>
                    <a:lnTo>
                      <a:pt x="266"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6" name="Freeform 105"/>
              <p:cNvSpPr>
                <a:spLocks noEditPoints="1"/>
              </p:cNvSpPr>
              <p:nvPr/>
            </p:nvSpPr>
            <p:spPr bwMode="auto">
              <a:xfrm>
                <a:off x="4722813" y="896938"/>
                <a:ext cx="447675" cy="254000"/>
              </a:xfrm>
              <a:custGeom>
                <a:avLst/>
                <a:gdLst>
                  <a:gd name="T0" fmla="*/ 266 w 282"/>
                  <a:gd name="T1" fmla="*/ 0 h 160"/>
                  <a:gd name="T2" fmla="*/ 14 w 282"/>
                  <a:gd name="T3" fmla="*/ 0 h 160"/>
                  <a:gd name="T4" fmla="*/ 14 w 282"/>
                  <a:gd name="T5" fmla="*/ 0 h 160"/>
                  <a:gd name="T6" fmla="*/ 8 w 282"/>
                  <a:gd name="T7" fmla="*/ 2 h 160"/>
                  <a:gd name="T8" fmla="*/ 4 w 282"/>
                  <a:gd name="T9" fmla="*/ 6 h 160"/>
                  <a:gd name="T10" fmla="*/ 0 w 282"/>
                  <a:gd name="T11" fmla="*/ 10 h 160"/>
                  <a:gd name="T12" fmla="*/ 0 w 282"/>
                  <a:gd name="T13" fmla="*/ 16 h 160"/>
                  <a:gd name="T14" fmla="*/ 0 w 282"/>
                  <a:gd name="T15" fmla="*/ 144 h 160"/>
                  <a:gd name="T16" fmla="*/ 0 w 282"/>
                  <a:gd name="T17" fmla="*/ 144 h 160"/>
                  <a:gd name="T18" fmla="*/ 0 w 282"/>
                  <a:gd name="T19" fmla="*/ 150 h 160"/>
                  <a:gd name="T20" fmla="*/ 4 w 282"/>
                  <a:gd name="T21" fmla="*/ 156 h 160"/>
                  <a:gd name="T22" fmla="*/ 8 w 282"/>
                  <a:gd name="T23" fmla="*/ 160 h 160"/>
                  <a:gd name="T24" fmla="*/ 14 w 282"/>
                  <a:gd name="T25" fmla="*/ 160 h 160"/>
                  <a:gd name="T26" fmla="*/ 266 w 282"/>
                  <a:gd name="T27" fmla="*/ 160 h 160"/>
                  <a:gd name="T28" fmla="*/ 266 w 282"/>
                  <a:gd name="T29" fmla="*/ 160 h 160"/>
                  <a:gd name="T30" fmla="*/ 272 w 282"/>
                  <a:gd name="T31" fmla="*/ 160 h 160"/>
                  <a:gd name="T32" fmla="*/ 278 w 282"/>
                  <a:gd name="T33" fmla="*/ 156 h 160"/>
                  <a:gd name="T34" fmla="*/ 282 w 282"/>
                  <a:gd name="T35" fmla="*/ 150 h 160"/>
                  <a:gd name="T36" fmla="*/ 282 w 282"/>
                  <a:gd name="T37" fmla="*/ 144 h 160"/>
                  <a:gd name="T38" fmla="*/ 282 w 282"/>
                  <a:gd name="T39" fmla="*/ 16 h 160"/>
                  <a:gd name="T40" fmla="*/ 282 w 282"/>
                  <a:gd name="T41" fmla="*/ 16 h 160"/>
                  <a:gd name="T42" fmla="*/ 282 w 282"/>
                  <a:gd name="T43" fmla="*/ 10 h 160"/>
                  <a:gd name="T44" fmla="*/ 278 w 282"/>
                  <a:gd name="T45" fmla="*/ 6 h 160"/>
                  <a:gd name="T46" fmla="*/ 272 w 282"/>
                  <a:gd name="T47" fmla="*/ 2 h 160"/>
                  <a:gd name="T48" fmla="*/ 266 w 282"/>
                  <a:gd name="T49" fmla="*/ 0 h 160"/>
                  <a:gd name="T50" fmla="*/ 266 w 282"/>
                  <a:gd name="T51" fmla="*/ 0 h 160"/>
                  <a:gd name="T52" fmla="*/ 254 w 282"/>
                  <a:gd name="T53" fmla="*/ 136 h 160"/>
                  <a:gd name="T54" fmla="*/ 28 w 282"/>
                  <a:gd name="T55" fmla="*/ 136 h 160"/>
                  <a:gd name="T56" fmla="*/ 28 w 282"/>
                  <a:gd name="T57" fmla="*/ 26 h 160"/>
                  <a:gd name="T58" fmla="*/ 254 w 282"/>
                  <a:gd name="T59" fmla="*/ 26 h 160"/>
                  <a:gd name="T60" fmla="*/ 254 w 282"/>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2" h="160">
                    <a:moveTo>
                      <a:pt x="266" y="0"/>
                    </a:moveTo>
                    <a:lnTo>
                      <a:pt x="14" y="0"/>
                    </a:lnTo>
                    <a:lnTo>
                      <a:pt x="14" y="0"/>
                    </a:lnTo>
                    <a:lnTo>
                      <a:pt x="8" y="2"/>
                    </a:lnTo>
                    <a:lnTo>
                      <a:pt x="4" y="6"/>
                    </a:lnTo>
                    <a:lnTo>
                      <a:pt x="0" y="10"/>
                    </a:lnTo>
                    <a:lnTo>
                      <a:pt x="0" y="16"/>
                    </a:lnTo>
                    <a:lnTo>
                      <a:pt x="0" y="144"/>
                    </a:lnTo>
                    <a:lnTo>
                      <a:pt x="0" y="144"/>
                    </a:lnTo>
                    <a:lnTo>
                      <a:pt x="0" y="150"/>
                    </a:lnTo>
                    <a:lnTo>
                      <a:pt x="4" y="156"/>
                    </a:lnTo>
                    <a:lnTo>
                      <a:pt x="8" y="160"/>
                    </a:lnTo>
                    <a:lnTo>
                      <a:pt x="14" y="160"/>
                    </a:lnTo>
                    <a:lnTo>
                      <a:pt x="266" y="160"/>
                    </a:lnTo>
                    <a:lnTo>
                      <a:pt x="266" y="160"/>
                    </a:lnTo>
                    <a:lnTo>
                      <a:pt x="272" y="160"/>
                    </a:lnTo>
                    <a:lnTo>
                      <a:pt x="278" y="156"/>
                    </a:lnTo>
                    <a:lnTo>
                      <a:pt x="282" y="150"/>
                    </a:lnTo>
                    <a:lnTo>
                      <a:pt x="282" y="144"/>
                    </a:lnTo>
                    <a:lnTo>
                      <a:pt x="282" y="16"/>
                    </a:lnTo>
                    <a:lnTo>
                      <a:pt x="282" y="16"/>
                    </a:lnTo>
                    <a:lnTo>
                      <a:pt x="282" y="10"/>
                    </a:lnTo>
                    <a:lnTo>
                      <a:pt x="278" y="6"/>
                    </a:lnTo>
                    <a:lnTo>
                      <a:pt x="272" y="2"/>
                    </a:lnTo>
                    <a:lnTo>
                      <a:pt x="266" y="0"/>
                    </a:lnTo>
                    <a:lnTo>
                      <a:pt x="266" y="0"/>
                    </a:lnTo>
                    <a:close/>
                    <a:moveTo>
                      <a:pt x="254" y="136"/>
                    </a:moveTo>
                    <a:lnTo>
                      <a:pt x="28" y="136"/>
                    </a:lnTo>
                    <a:lnTo>
                      <a:pt x="28" y="26"/>
                    </a:lnTo>
                    <a:lnTo>
                      <a:pt x="254" y="26"/>
                    </a:lnTo>
                    <a:lnTo>
                      <a:pt x="254"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7" name="Freeform 106"/>
              <p:cNvSpPr>
                <a:spLocks/>
              </p:cNvSpPr>
              <p:nvPr/>
            </p:nvSpPr>
            <p:spPr bwMode="auto">
              <a:xfrm>
                <a:off x="4919663"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sp>
          <p:nvSpPr>
            <p:cNvPr id="62" name="Freeform 59"/>
            <p:cNvSpPr>
              <a:spLocks noChangeAspect="1" noEditPoints="1"/>
            </p:cNvSpPr>
            <p:nvPr/>
          </p:nvSpPr>
          <p:spPr bwMode="auto">
            <a:xfrm>
              <a:off x="6351773" y="2659837"/>
              <a:ext cx="279320" cy="337291"/>
            </a:xfrm>
            <a:custGeom>
              <a:avLst/>
              <a:gdLst>
                <a:gd name="T0" fmla="*/ 0 w 212"/>
                <a:gd name="T1" fmla="*/ 188 h 256"/>
                <a:gd name="T2" fmla="*/ 106 w 212"/>
                <a:gd name="T3" fmla="*/ 56 h 256"/>
                <a:gd name="T4" fmla="*/ 128 w 212"/>
                <a:gd name="T5" fmla="*/ 90 h 256"/>
                <a:gd name="T6" fmla="*/ 134 w 212"/>
                <a:gd name="T7" fmla="*/ 110 h 256"/>
                <a:gd name="T8" fmla="*/ 134 w 212"/>
                <a:gd name="T9" fmla="*/ 152 h 256"/>
                <a:gd name="T10" fmla="*/ 128 w 212"/>
                <a:gd name="T11" fmla="*/ 170 h 256"/>
                <a:gd name="T12" fmla="*/ 106 w 212"/>
                <a:gd name="T13" fmla="*/ 206 h 256"/>
                <a:gd name="T14" fmla="*/ 104 w 212"/>
                <a:gd name="T15" fmla="*/ 208 h 256"/>
                <a:gd name="T16" fmla="*/ 90 w 212"/>
                <a:gd name="T17" fmla="*/ 200 h 256"/>
                <a:gd name="T18" fmla="*/ 106 w 212"/>
                <a:gd name="T19" fmla="*/ 182 h 256"/>
                <a:gd name="T20" fmla="*/ 120 w 212"/>
                <a:gd name="T21" fmla="*/ 148 h 256"/>
                <a:gd name="T22" fmla="*/ 122 w 212"/>
                <a:gd name="T23" fmla="*/ 130 h 256"/>
                <a:gd name="T24" fmla="*/ 116 w 212"/>
                <a:gd name="T25" fmla="*/ 96 h 256"/>
                <a:gd name="T26" fmla="*/ 94 w 212"/>
                <a:gd name="T27" fmla="*/ 66 h 256"/>
                <a:gd name="T28" fmla="*/ 90 w 212"/>
                <a:gd name="T29" fmla="*/ 62 h 256"/>
                <a:gd name="T30" fmla="*/ 98 w 212"/>
                <a:gd name="T31" fmla="*/ 48 h 256"/>
                <a:gd name="T32" fmla="*/ 106 w 212"/>
                <a:gd name="T33" fmla="*/ 56 h 256"/>
                <a:gd name="T34" fmla="*/ 122 w 212"/>
                <a:gd name="T35" fmla="*/ 222 h 256"/>
                <a:gd name="T36" fmla="*/ 138 w 212"/>
                <a:gd name="T37" fmla="*/ 202 h 256"/>
                <a:gd name="T38" fmla="*/ 150 w 212"/>
                <a:gd name="T39" fmla="*/ 180 h 256"/>
                <a:gd name="T40" fmla="*/ 154 w 212"/>
                <a:gd name="T41" fmla="*/ 168 h 256"/>
                <a:gd name="T42" fmla="*/ 158 w 212"/>
                <a:gd name="T43" fmla="*/ 144 h 256"/>
                <a:gd name="T44" fmla="*/ 160 w 212"/>
                <a:gd name="T45" fmla="*/ 130 h 256"/>
                <a:gd name="T46" fmla="*/ 156 w 212"/>
                <a:gd name="T47" fmla="*/ 106 h 256"/>
                <a:gd name="T48" fmla="*/ 154 w 212"/>
                <a:gd name="T49" fmla="*/ 94 h 256"/>
                <a:gd name="T50" fmla="*/ 144 w 212"/>
                <a:gd name="T51" fmla="*/ 70 h 256"/>
                <a:gd name="T52" fmla="*/ 130 w 212"/>
                <a:gd name="T53" fmla="*/ 48 h 256"/>
                <a:gd name="T54" fmla="*/ 118 w 212"/>
                <a:gd name="T55" fmla="*/ 36 h 256"/>
                <a:gd name="T56" fmla="*/ 128 w 212"/>
                <a:gd name="T57" fmla="*/ 26 h 256"/>
                <a:gd name="T58" fmla="*/ 130 w 212"/>
                <a:gd name="T59" fmla="*/ 28 h 256"/>
                <a:gd name="T60" fmla="*/ 142 w 212"/>
                <a:gd name="T61" fmla="*/ 40 h 256"/>
                <a:gd name="T62" fmla="*/ 158 w 212"/>
                <a:gd name="T63" fmla="*/ 64 h 256"/>
                <a:gd name="T64" fmla="*/ 168 w 212"/>
                <a:gd name="T65" fmla="*/ 90 h 256"/>
                <a:gd name="T66" fmla="*/ 172 w 212"/>
                <a:gd name="T67" fmla="*/ 116 h 256"/>
                <a:gd name="T68" fmla="*/ 172 w 212"/>
                <a:gd name="T69" fmla="*/ 144 h 256"/>
                <a:gd name="T70" fmla="*/ 168 w 212"/>
                <a:gd name="T71" fmla="*/ 172 h 256"/>
                <a:gd name="T72" fmla="*/ 158 w 212"/>
                <a:gd name="T73" fmla="*/ 198 h 256"/>
                <a:gd name="T74" fmla="*/ 142 w 212"/>
                <a:gd name="T75" fmla="*/ 220 h 256"/>
                <a:gd name="T76" fmla="*/ 160 w 212"/>
                <a:gd name="T77" fmla="*/ 2 h 256"/>
                <a:gd name="T78" fmla="*/ 182 w 212"/>
                <a:gd name="T79" fmla="*/ 30 h 256"/>
                <a:gd name="T80" fmla="*/ 200 w 212"/>
                <a:gd name="T81" fmla="*/ 62 h 256"/>
                <a:gd name="T82" fmla="*/ 210 w 212"/>
                <a:gd name="T83" fmla="*/ 96 h 256"/>
                <a:gd name="T84" fmla="*/ 212 w 212"/>
                <a:gd name="T85" fmla="*/ 130 h 256"/>
                <a:gd name="T86" fmla="*/ 210 w 212"/>
                <a:gd name="T87" fmla="*/ 164 h 256"/>
                <a:gd name="T88" fmla="*/ 200 w 212"/>
                <a:gd name="T89" fmla="*/ 198 h 256"/>
                <a:gd name="T90" fmla="*/ 184 w 212"/>
                <a:gd name="T91" fmla="*/ 228 h 256"/>
                <a:gd name="T92" fmla="*/ 162 w 212"/>
                <a:gd name="T93" fmla="*/ 256 h 256"/>
                <a:gd name="T94" fmla="*/ 162 w 212"/>
                <a:gd name="T95" fmla="*/ 236 h 256"/>
                <a:gd name="T96" fmla="*/ 170 w 212"/>
                <a:gd name="T97" fmla="*/ 224 h 256"/>
                <a:gd name="T98" fmla="*/ 186 w 212"/>
                <a:gd name="T99" fmla="*/ 194 h 256"/>
                <a:gd name="T100" fmla="*/ 196 w 212"/>
                <a:gd name="T101" fmla="*/ 162 h 256"/>
                <a:gd name="T102" fmla="*/ 198 w 212"/>
                <a:gd name="T103" fmla="*/ 146 h 256"/>
                <a:gd name="T104" fmla="*/ 198 w 212"/>
                <a:gd name="T105" fmla="*/ 114 h 256"/>
                <a:gd name="T106" fmla="*/ 196 w 212"/>
                <a:gd name="T107" fmla="*/ 98 h 256"/>
                <a:gd name="T108" fmla="*/ 186 w 212"/>
                <a:gd name="T109" fmla="*/ 68 h 256"/>
                <a:gd name="T110" fmla="*/ 178 w 212"/>
                <a:gd name="T111" fmla="*/ 52 h 256"/>
                <a:gd name="T112" fmla="*/ 160 w 212"/>
                <a:gd name="T113" fmla="*/ 24 h 256"/>
                <a:gd name="T114" fmla="*/ 148 w 212"/>
                <a:gd name="T115" fmla="*/ 10 h 256"/>
                <a:gd name="T116" fmla="*/ 158 w 212"/>
                <a:gd name="T117" fmla="*/ 0 h 256"/>
                <a:gd name="T118" fmla="*/ 158 w 212"/>
                <a:gd name="T119" fmla="*/ 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2" h="256">
                  <a:moveTo>
                    <a:pt x="0" y="74"/>
                  </a:moveTo>
                  <a:lnTo>
                    <a:pt x="74" y="130"/>
                  </a:lnTo>
                  <a:lnTo>
                    <a:pt x="0" y="188"/>
                  </a:lnTo>
                  <a:lnTo>
                    <a:pt x="0" y="74"/>
                  </a:lnTo>
                  <a:close/>
                  <a:moveTo>
                    <a:pt x="106" y="56"/>
                  </a:moveTo>
                  <a:lnTo>
                    <a:pt x="106" y="56"/>
                  </a:lnTo>
                  <a:lnTo>
                    <a:pt x="118" y="72"/>
                  </a:lnTo>
                  <a:lnTo>
                    <a:pt x="118" y="72"/>
                  </a:lnTo>
                  <a:lnTo>
                    <a:pt x="128" y="90"/>
                  </a:lnTo>
                  <a:lnTo>
                    <a:pt x="128" y="90"/>
                  </a:lnTo>
                  <a:lnTo>
                    <a:pt x="134" y="110"/>
                  </a:lnTo>
                  <a:lnTo>
                    <a:pt x="134" y="110"/>
                  </a:lnTo>
                  <a:lnTo>
                    <a:pt x="136" y="130"/>
                  </a:lnTo>
                  <a:lnTo>
                    <a:pt x="136" y="130"/>
                  </a:lnTo>
                  <a:lnTo>
                    <a:pt x="134" y="152"/>
                  </a:lnTo>
                  <a:lnTo>
                    <a:pt x="134" y="152"/>
                  </a:lnTo>
                  <a:lnTo>
                    <a:pt x="128" y="170"/>
                  </a:lnTo>
                  <a:lnTo>
                    <a:pt x="128" y="170"/>
                  </a:lnTo>
                  <a:lnTo>
                    <a:pt x="118" y="190"/>
                  </a:lnTo>
                  <a:lnTo>
                    <a:pt x="118" y="190"/>
                  </a:lnTo>
                  <a:lnTo>
                    <a:pt x="106" y="206"/>
                  </a:lnTo>
                  <a:lnTo>
                    <a:pt x="106" y="206"/>
                  </a:lnTo>
                  <a:lnTo>
                    <a:pt x="104" y="208"/>
                  </a:lnTo>
                  <a:lnTo>
                    <a:pt x="104" y="208"/>
                  </a:lnTo>
                  <a:lnTo>
                    <a:pt x="102" y="208"/>
                  </a:lnTo>
                  <a:lnTo>
                    <a:pt x="90" y="200"/>
                  </a:lnTo>
                  <a:lnTo>
                    <a:pt x="90" y="200"/>
                  </a:lnTo>
                  <a:lnTo>
                    <a:pt x="94" y="196"/>
                  </a:lnTo>
                  <a:lnTo>
                    <a:pt x="94" y="196"/>
                  </a:lnTo>
                  <a:lnTo>
                    <a:pt x="106" y="182"/>
                  </a:lnTo>
                  <a:lnTo>
                    <a:pt x="116" y="166"/>
                  </a:lnTo>
                  <a:lnTo>
                    <a:pt x="116" y="166"/>
                  </a:lnTo>
                  <a:lnTo>
                    <a:pt x="120" y="148"/>
                  </a:lnTo>
                  <a:lnTo>
                    <a:pt x="120" y="148"/>
                  </a:lnTo>
                  <a:lnTo>
                    <a:pt x="122" y="130"/>
                  </a:lnTo>
                  <a:lnTo>
                    <a:pt x="122" y="130"/>
                  </a:lnTo>
                  <a:lnTo>
                    <a:pt x="120" y="114"/>
                  </a:lnTo>
                  <a:lnTo>
                    <a:pt x="116" y="96"/>
                  </a:lnTo>
                  <a:lnTo>
                    <a:pt x="116" y="96"/>
                  </a:lnTo>
                  <a:lnTo>
                    <a:pt x="106" y="80"/>
                  </a:lnTo>
                  <a:lnTo>
                    <a:pt x="106" y="80"/>
                  </a:lnTo>
                  <a:lnTo>
                    <a:pt x="94" y="66"/>
                  </a:lnTo>
                  <a:lnTo>
                    <a:pt x="94" y="66"/>
                  </a:lnTo>
                  <a:lnTo>
                    <a:pt x="90" y="62"/>
                  </a:lnTo>
                  <a:lnTo>
                    <a:pt x="90" y="62"/>
                  </a:lnTo>
                  <a:lnTo>
                    <a:pt x="86" y="58"/>
                  </a:lnTo>
                  <a:lnTo>
                    <a:pt x="98" y="48"/>
                  </a:lnTo>
                  <a:lnTo>
                    <a:pt x="98" y="48"/>
                  </a:lnTo>
                  <a:lnTo>
                    <a:pt x="102" y="52"/>
                  </a:lnTo>
                  <a:lnTo>
                    <a:pt x="102" y="52"/>
                  </a:lnTo>
                  <a:lnTo>
                    <a:pt x="106" y="56"/>
                  </a:lnTo>
                  <a:lnTo>
                    <a:pt x="106" y="56"/>
                  </a:lnTo>
                  <a:close/>
                  <a:moveTo>
                    <a:pt x="120" y="222"/>
                  </a:moveTo>
                  <a:lnTo>
                    <a:pt x="122" y="222"/>
                  </a:lnTo>
                  <a:lnTo>
                    <a:pt x="122" y="222"/>
                  </a:lnTo>
                  <a:lnTo>
                    <a:pt x="130" y="212"/>
                  </a:lnTo>
                  <a:lnTo>
                    <a:pt x="138" y="202"/>
                  </a:lnTo>
                  <a:lnTo>
                    <a:pt x="138" y="202"/>
                  </a:lnTo>
                  <a:lnTo>
                    <a:pt x="144" y="192"/>
                  </a:lnTo>
                  <a:lnTo>
                    <a:pt x="150" y="180"/>
                  </a:lnTo>
                  <a:lnTo>
                    <a:pt x="150" y="180"/>
                  </a:lnTo>
                  <a:lnTo>
                    <a:pt x="154" y="168"/>
                  </a:lnTo>
                  <a:lnTo>
                    <a:pt x="154" y="168"/>
                  </a:lnTo>
                  <a:lnTo>
                    <a:pt x="156" y="156"/>
                  </a:lnTo>
                  <a:lnTo>
                    <a:pt x="156" y="156"/>
                  </a:lnTo>
                  <a:lnTo>
                    <a:pt x="158" y="144"/>
                  </a:lnTo>
                  <a:lnTo>
                    <a:pt x="158" y="144"/>
                  </a:lnTo>
                  <a:lnTo>
                    <a:pt x="160" y="130"/>
                  </a:lnTo>
                  <a:lnTo>
                    <a:pt x="160" y="130"/>
                  </a:lnTo>
                  <a:lnTo>
                    <a:pt x="158" y="118"/>
                  </a:lnTo>
                  <a:lnTo>
                    <a:pt x="158" y="118"/>
                  </a:lnTo>
                  <a:lnTo>
                    <a:pt x="156" y="106"/>
                  </a:lnTo>
                  <a:lnTo>
                    <a:pt x="156" y="106"/>
                  </a:lnTo>
                  <a:lnTo>
                    <a:pt x="154" y="94"/>
                  </a:lnTo>
                  <a:lnTo>
                    <a:pt x="154" y="94"/>
                  </a:lnTo>
                  <a:lnTo>
                    <a:pt x="150" y="82"/>
                  </a:lnTo>
                  <a:lnTo>
                    <a:pt x="150" y="82"/>
                  </a:lnTo>
                  <a:lnTo>
                    <a:pt x="144" y="70"/>
                  </a:lnTo>
                  <a:lnTo>
                    <a:pt x="138" y="60"/>
                  </a:lnTo>
                  <a:lnTo>
                    <a:pt x="138" y="60"/>
                  </a:lnTo>
                  <a:lnTo>
                    <a:pt x="130" y="48"/>
                  </a:lnTo>
                  <a:lnTo>
                    <a:pt x="122" y="40"/>
                  </a:lnTo>
                  <a:lnTo>
                    <a:pt x="122" y="40"/>
                  </a:lnTo>
                  <a:lnTo>
                    <a:pt x="118" y="36"/>
                  </a:lnTo>
                  <a:lnTo>
                    <a:pt x="118" y="36"/>
                  </a:lnTo>
                  <a:lnTo>
                    <a:pt x="116" y="34"/>
                  </a:lnTo>
                  <a:lnTo>
                    <a:pt x="128" y="26"/>
                  </a:lnTo>
                  <a:lnTo>
                    <a:pt x="128" y="26"/>
                  </a:lnTo>
                  <a:lnTo>
                    <a:pt x="130" y="28"/>
                  </a:lnTo>
                  <a:lnTo>
                    <a:pt x="130" y="28"/>
                  </a:lnTo>
                  <a:lnTo>
                    <a:pt x="132" y="30"/>
                  </a:lnTo>
                  <a:lnTo>
                    <a:pt x="132" y="30"/>
                  </a:lnTo>
                  <a:lnTo>
                    <a:pt x="142" y="40"/>
                  </a:lnTo>
                  <a:lnTo>
                    <a:pt x="150" y="52"/>
                  </a:lnTo>
                  <a:lnTo>
                    <a:pt x="150" y="52"/>
                  </a:lnTo>
                  <a:lnTo>
                    <a:pt x="158" y="64"/>
                  </a:lnTo>
                  <a:lnTo>
                    <a:pt x="164" y="76"/>
                  </a:lnTo>
                  <a:lnTo>
                    <a:pt x="164" y="76"/>
                  </a:lnTo>
                  <a:lnTo>
                    <a:pt x="168" y="90"/>
                  </a:lnTo>
                  <a:lnTo>
                    <a:pt x="170" y="104"/>
                  </a:lnTo>
                  <a:lnTo>
                    <a:pt x="170" y="104"/>
                  </a:lnTo>
                  <a:lnTo>
                    <a:pt x="172" y="116"/>
                  </a:lnTo>
                  <a:lnTo>
                    <a:pt x="174" y="130"/>
                  </a:lnTo>
                  <a:lnTo>
                    <a:pt x="174" y="130"/>
                  </a:lnTo>
                  <a:lnTo>
                    <a:pt x="172" y="144"/>
                  </a:lnTo>
                  <a:lnTo>
                    <a:pt x="170" y="158"/>
                  </a:lnTo>
                  <a:lnTo>
                    <a:pt x="170" y="158"/>
                  </a:lnTo>
                  <a:lnTo>
                    <a:pt x="168" y="172"/>
                  </a:lnTo>
                  <a:lnTo>
                    <a:pt x="164" y="184"/>
                  </a:lnTo>
                  <a:lnTo>
                    <a:pt x="164" y="184"/>
                  </a:lnTo>
                  <a:lnTo>
                    <a:pt x="158" y="198"/>
                  </a:lnTo>
                  <a:lnTo>
                    <a:pt x="150" y="210"/>
                  </a:lnTo>
                  <a:lnTo>
                    <a:pt x="150" y="210"/>
                  </a:lnTo>
                  <a:lnTo>
                    <a:pt x="142" y="220"/>
                  </a:lnTo>
                  <a:lnTo>
                    <a:pt x="132" y="232"/>
                  </a:lnTo>
                  <a:lnTo>
                    <a:pt x="120" y="222"/>
                  </a:lnTo>
                  <a:close/>
                  <a:moveTo>
                    <a:pt x="160" y="2"/>
                  </a:moveTo>
                  <a:lnTo>
                    <a:pt x="160" y="2"/>
                  </a:lnTo>
                  <a:lnTo>
                    <a:pt x="172" y="16"/>
                  </a:lnTo>
                  <a:lnTo>
                    <a:pt x="182" y="30"/>
                  </a:lnTo>
                  <a:lnTo>
                    <a:pt x="182" y="30"/>
                  </a:lnTo>
                  <a:lnTo>
                    <a:pt x="192" y="46"/>
                  </a:lnTo>
                  <a:lnTo>
                    <a:pt x="200" y="62"/>
                  </a:lnTo>
                  <a:lnTo>
                    <a:pt x="200" y="62"/>
                  </a:lnTo>
                  <a:lnTo>
                    <a:pt x="206" y="78"/>
                  </a:lnTo>
                  <a:lnTo>
                    <a:pt x="210" y="96"/>
                  </a:lnTo>
                  <a:lnTo>
                    <a:pt x="210" y="96"/>
                  </a:lnTo>
                  <a:lnTo>
                    <a:pt x="212" y="114"/>
                  </a:lnTo>
                  <a:lnTo>
                    <a:pt x="212" y="130"/>
                  </a:lnTo>
                  <a:lnTo>
                    <a:pt x="212" y="130"/>
                  </a:lnTo>
                  <a:lnTo>
                    <a:pt x="212" y="148"/>
                  </a:lnTo>
                  <a:lnTo>
                    <a:pt x="210" y="164"/>
                  </a:lnTo>
                  <a:lnTo>
                    <a:pt x="210" y="164"/>
                  </a:lnTo>
                  <a:lnTo>
                    <a:pt x="206" y="180"/>
                  </a:lnTo>
                  <a:lnTo>
                    <a:pt x="200" y="198"/>
                  </a:lnTo>
                  <a:lnTo>
                    <a:pt x="200" y="198"/>
                  </a:lnTo>
                  <a:lnTo>
                    <a:pt x="194" y="212"/>
                  </a:lnTo>
                  <a:lnTo>
                    <a:pt x="184" y="228"/>
                  </a:lnTo>
                  <a:lnTo>
                    <a:pt x="184" y="228"/>
                  </a:lnTo>
                  <a:lnTo>
                    <a:pt x="174" y="242"/>
                  </a:lnTo>
                  <a:lnTo>
                    <a:pt x="162" y="256"/>
                  </a:lnTo>
                  <a:lnTo>
                    <a:pt x="152" y="248"/>
                  </a:lnTo>
                  <a:lnTo>
                    <a:pt x="152" y="248"/>
                  </a:lnTo>
                  <a:lnTo>
                    <a:pt x="162" y="236"/>
                  </a:lnTo>
                  <a:lnTo>
                    <a:pt x="162" y="236"/>
                  </a:lnTo>
                  <a:lnTo>
                    <a:pt x="170" y="224"/>
                  </a:lnTo>
                  <a:lnTo>
                    <a:pt x="170" y="224"/>
                  </a:lnTo>
                  <a:lnTo>
                    <a:pt x="178" y="210"/>
                  </a:lnTo>
                  <a:lnTo>
                    <a:pt x="186" y="194"/>
                  </a:lnTo>
                  <a:lnTo>
                    <a:pt x="186" y="194"/>
                  </a:lnTo>
                  <a:lnTo>
                    <a:pt x="192" y="178"/>
                  </a:lnTo>
                  <a:lnTo>
                    <a:pt x="192" y="178"/>
                  </a:lnTo>
                  <a:lnTo>
                    <a:pt x="196" y="162"/>
                  </a:lnTo>
                  <a:lnTo>
                    <a:pt x="196" y="162"/>
                  </a:lnTo>
                  <a:lnTo>
                    <a:pt x="198" y="146"/>
                  </a:lnTo>
                  <a:lnTo>
                    <a:pt x="198" y="146"/>
                  </a:lnTo>
                  <a:lnTo>
                    <a:pt x="198" y="130"/>
                  </a:lnTo>
                  <a:lnTo>
                    <a:pt x="198" y="130"/>
                  </a:lnTo>
                  <a:lnTo>
                    <a:pt x="198" y="114"/>
                  </a:lnTo>
                  <a:lnTo>
                    <a:pt x="198" y="114"/>
                  </a:lnTo>
                  <a:lnTo>
                    <a:pt x="196" y="98"/>
                  </a:lnTo>
                  <a:lnTo>
                    <a:pt x="196" y="98"/>
                  </a:lnTo>
                  <a:lnTo>
                    <a:pt x="192" y="82"/>
                  </a:lnTo>
                  <a:lnTo>
                    <a:pt x="192" y="82"/>
                  </a:lnTo>
                  <a:lnTo>
                    <a:pt x="186" y="68"/>
                  </a:lnTo>
                  <a:lnTo>
                    <a:pt x="186" y="68"/>
                  </a:lnTo>
                  <a:lnTo>
                    <a:pt x="178" y="52"/>
                  </a:lnTo>
                  <a:lnTo>
                    <a:pt x="178" y="52"/>
                  </a:lnTo>
                  <a:lnTo>
                    <a:pt x="170" y="38"/>
                  </a:lnTo>
                  <a:lnTo>
                    <a:pt x="170" y="38"/>
                  </a:lnTo>
                  <a:lnTo>
                    <a:pt x="160" y="24"/>
                  </a:lnTo>
                  <a:lnTo>
                    <a:pt x="148" y="12"/>
                  </a:lnTo>
                  <a:lnTo>
                    <a:pt x="148" y="12"/>
                  </a:lnTo>
                  <a:lnTo>
                    <a:pt x="148" y="10"/>
                  </a:lnTo>
                  <a:lnTo>
                    <a:pt x="148" y="10"/>
                  </a:lnTo>
                  <a:lnTo>
                    <a:pt x="148" y="10"/>
                  </a:lnTo>
                  <a:lnTo>
                    <a:pt x="158" y="0"/>
                  </a:lnTo>
                  <a:lnTo>
                    <a:pt x="158" y="0"/>
                  </a:lnTo>
                  <a:lnTo>
                    <a:pt x="158" y="2"/>
                  </a:lnTo>
                  <a:lnTo>
                    <a:pt x="158" y="2"/>
                  </a:lnTo>
                  <a:lnTo>
                    <a:pt x="160" y="2"/>
                  </a:lnTo>
                  <a:lnTo>
                    <a:pt x="160" y="2"/>
                  </a:ln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3" name="Freeform 131"/>
            <p:cNvSpPr>
              <a:spLocks noChangeAspect="1" noEditPoints="1"/>
            </p:cNvSpPr>
            <p:nvPr/>
          </p:nvSpPr>
          <p:spPr bwMode="auto">
            <a:xfrm>
              <a:off x="4576419" y="3479171"/>
              <a:ext cx="340241" cy="267244"/>
            </a:xfrm>
            <a:custGeom>
              <a:avLst/>
              <a:gdLst>
                <a:gd name="T0" fmla="*/ 62 w 275"/>
                <a:gd name="T1" fmla="*/ 5 h 216"/>
                <a:gd name="T2" fmla="*/ 62 w 275"/>
                <a:gd name="T3" fmla="*/ 212 h 216"/>
                <a:gd name="T4" fmla="*/ 0 w 275"/>
                <a:gd name="T5" fmla="*/ 212 h 216"/>
                <a:gd name="T6" fmla="*/ 0 w 275"/>
                <a:gd name="T7" fmla="*/ 5 h 216"/>
                <a:gd name="T8" fmla="*/ 62 w 275"/>
                <a:gd name="T9" fmla="*/ 5 h 216"/>
                <a:gd name="T10" fmla="*/ 50 w 275"/>
                <a:gd name="T11" fmla="*/ 29 h 216"/>
                <a:gd name="T12" fmla="*/ 12 w 275"/>
                <a:gd name="T13" fmla="*/ 29 h 216"/>
                <a:gd name="T14" fmla="*/ 12 w 275"/>
                <a:gd name="T15" fmla="*/ 41 h 216"/>
                <a:gd name="T16" fmla="*/ 50 w 275"/>
                <a:gd name="T17" fmla="*/ 41 h 216"/>
                <a:gd name="T18" fmla="*/ 50 w 275"/>
                <a:gd name="T19" fmla="*/ 29 h 216"/>
                <a:gd name="T20" fmla="*/ 50 w 275"/>
                <a:gd name="T21" fmla="*/ 53 h 216"/>
                <a:gd name="T22" fmla="*/ 12 w 275"/>
                <a:gd name="T23" fmla="*/ 53 h 216"/>
                <a:gd name="T24" fmla="*/ 12 w 275"/>
                <a:gd name="T25" fmla="*/ 66 h 216"/>
                <a:gd name="T26" fmla="*/ 50 w 275"/>
                <a:gd name="T27" fmla="*/ 66 h 216"/>
                <a:gd name="T28" fmla="*/ 50 w 275"/>
                <a:gd name="T29" fmla="*/ 53 h 216"/>
                <a:gd name="T30" fmla="*/ 134 w 275"/>
                <a:gd name="T31" fmla="*/ 5 h 216"/>
                <a:gd name="T32" fmla="*/ 134 w 275"/>
                <a:gd name="T33" fmla="*/ 212 h 216"/>
                <a:gd name="T34" fmla="*/ 74 w 275"/>
                <a:gd name="T35" fmla="*/ 212 h 216"/>
                <a:gd name="T36" fmla="*/ 74 w 275"/>
                <a:gd name="T37" fmla="*/ 5 h 216"/>
                <a:gd name="T38" fmla="*/ 134 w 275"/>
                <a:gd name="T39" fmla="*/ 5 h 216"/>
                <a:gd name="T40" fmla="*/ 122 w 275"/>
                <a:gd name="T41" fmla="*/ 29 h 216"/>
                <a:gd name="T42" fmla="*/ 86 w 275"/>
                <a:gd name="T43" fmla="*/ 29 h 216"/>
                <a:gd name="T44" fmla="*/ 86 w 275"/>
                <a:gd name="T45" fmla="*/ 41 h 216"/>
                <a:gd name="T46" fmla="*/ 122 w 275"/>
                <a:gd name="T47" fmla="*/ 41 h 216"/>
                <a:gd name="T48" fmla="*/ 122 w 275"/>
                <a:gd name="T49" fmla="*/ 29 h 216"/>
                <a:gd name="T50" fmla="*/ 122 w 275"/>
                <a:gd name="T51" fmla="*/ 53 h 216"/>
                <a:gd name="T52" fmla="*/ 86 w 275"/>
                <a:gd name="T53" fmla="*/ 53 h 216"/>
                <a:gd name="T54" fmla="*/ 86 w 275"/>
                <a:gd name="T55" fmla="*/ 66 h 216"/>
                <a:gd name="T56" fmla="*/ 122 w 275"/>
                <a:gd name="T57" fmla="*/ 66 h 216"/>
                <a:gd name="T58" fmla="*/ 122 w 275"/>
                <a:gd name="T59" fmla="*/ 53 h 216"/>
                <a:gd name="T60" fmla="*/ 275 w 275"/>
                <a:gd name="T61" fmla="*/ 195 h 216"/>
                <a:gd name="T62" fmla="*/ 218 w 275"/>
                <a:gd name="T63" fmla="*/ 216 h 216"/>
                <a:gd name="T64" fmla="*/ 147 w 275"/>
                <a:gd name="T65" fmla="*/ 21 h 216"/>
                <a:gd name="T66" fmla="*/ 204 w 275"/>
                <a:gd name="T67" fmla="*/ 0 h 216"/>
                <a:gd name="T68" fmla="*/ 275 w 275"/>
                <a:gd name="T69" fmla="*/ 195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75" h="216">
                  <a:moveTo>
                    <a:pt x="62" y="5"/>
                  </a:moveTo>
                  <a:lnTo>
                    <a:pt x="62" y="212"/>
                  </a:lnTo>
                  <a:lnTo>
                    <a:pt x="0" y="212"/>
                  </a:lnTo>
                  <a:lnTo>
                    <a:pt x="0" y="5"/>
                  </a:lnTo>
                  <a:lnTo>
                    <a:pt x="62" y="5"/>
                  </a:lnTo>
                  <a:close/>
                  <a:moveTo>
                    <a:pt x="50" y="29"/>
                  </a:moveTo>
                  <a:lnTo>
                    <a:pt x="12" y="29"/>
                  </a:lnTo>
                  <a:lnTo>
                    <a:pt x="12" y="41"/>
                  </a:lnTo>
                  <a:lnTo>
                    <a:pt x="50" y="41"/>
                  </a:lnTo>
                  <a:lnTo>
                    <a:pt x="50" y="29"/>
                  </a:lnTo>
                  <a:close/>
                  <a:moveTo>
                    <a:pt x="50" y="53"/>
                  </a:moveTo>
                  <a:lnTo>
                    <a:pt x="12" y="53"/>
                  </a:lnTo>
                  <a:lnTo>
                    <a:pt x="12" y="66"/>
                  </a:lnTo>
                  <a:lnTo>
                    <a:pt x="50" y="66"/>
                  </a:lnTo>
                  <a:lnTo>
                    <a:pt x="50" y="53"/>
                  </a:lnTo>
                  <a:close/>
                  <a:moveTo>
                    <a:pt x="134" y="5"/>
                  </a:moveTo>
                  <a:lnTo>
                    <a:pt x="134" y="212"/>
                  </a:lnTo>
                  <a:lnTo>
                    <a:pt x="74" y="212"/>
                  </a:lnTo>
                  <a:lnTo>
                    <a:pt x="74" y="5"/>
                  </a:lnTo>
                  <a:lnTo>
                    <a:pt x="134" y="5"/>
                  </a:lnTo>
                  <a:close/>
                  <a:moveTo>
                    <a:pt x="122" y="29"/>
                  </a:moveTo>
                  <a:lnTo>
                    <a:pt x="86" y="29"/>
                  </a:lnTo>
                  <a:lnTo>
                    <a:pt x="86" y="41"/>
                  </a:lnTo>
                  <a:lnTo>
                    <a:pt x="122" y="41"/>
                  </a:lnTo>
                  <a:lnTo>
                    <a:pt x="122" y="29"/>
                  </a:lnTo>
                  <a:close/>
                  <a:moveTo>
                    <a:pt x="122" y="53"/>
                  </a:moveTo>
                  <a:lnTo>
                    <a:pt x="86" y="53"/>
                  </a:lnTo>
                  <a:lnTo>
                    <a:pt x="86" y="66"/>
                  </a:lnTo>
                  <a:lnTo>
                    <a:pt x="122" y="66"/>
                  </a:lnTo>
                  <a:lnTo>
                    <a:pt x="122" y="53"/>
                  </a:lnTo>
                  <a:close/>
                  <a:moveTo>
                    <a:pt x="275" y="195"/>
                  </a:moveTo>
                  <a:lnTo>
                    <a:pt x="218" y="216"/>
                  </a:lnTo>
                  <a:lnTo>
                    <a:pt x="147" y="21"/>
                  </a:lnTo>
                  <a:lnTo>
                    <a:pt x="204" y="0"/>
                  </a:lnTo>
                  <a:lnTo>
                    <a:pt x="275" y="195"/>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4" name="Group 63"/>
            <p:cNvGrpSpPr/>
            <p:nvPr/>
          </p:nvGrpSpPr>
          <p:grpSpPr>
            <a:xfrm>
              <a:off x="5817717" y="1990739"/>
              <a:ext cx="256972" cy="381312"/>
              <a:chOff x="8785977" y="2372203"/>
              <a:chExt cx="482479" cy="715935"/>
            </a:xfrm>
            <a:solidFill>
              <a:srgbClr val="0072C6"/>
            </a:solidFill>
          </p:grpSpPr>
          <p:sp>
            <p:nvSpPr>
              <p:cNvPr id="83" name="Freeform 28"/>
              <p:cNvSpPr>
                <a:spLocks noEditPoints="1"/>
              </p:cNvSpPr>
              <p:nvPr/>
            </p:nvSpPr>
            <p:spPr bwMode="auto">
              <a:xfrm>
                <a:off x="8785977" y="2372203"/>
                <a:ext cx="482479" cy="715935"/>
              </a:xfrm>
              <a:custGeom>
                <a:avLst/>
                <a:gdLst>
                  <a:gd name="T0" fmla="*/ 90 w 93"/>
                  <a:gd name="T1" fmla="*/ 34 h 138"/>
                  <a:gd name="T2" fmla="*/ 86 w 93"/>
                  <a:gd name="T3" fmla="*/ 23 h 138"/>
                  <a:gd name="T4" fmla="*/ 79 w 93"/>
                  <a:gd name="T5" fmla="*/ 13 h 138"/>
                  <a:gd name="T6" fmla="*/ 69 w 93"/>
                  <a:gd name="T7" fmla="*/ 6 h 138"/>
                  <a:gd name="T8" fmla="*/ 58 w 93"/>
                  <a:gd name="T9" fmla="*/ 2 h 138"/>
                  <a:gd name="T10" fmla="*/ 46 w 93"/>
                  <a:gd name="T11" fmla="*/ 0 h 138"/>
                  <a:gd name="T12" fmla="*/ 35 w 93"/>
                  <a:gd name="T13" fmla="*/ 2 h 138"/>
                  <a:gd name="T14" fmla="*/ 24 w 93"/>
                  <a:gd name="T15" fmla="*/ 6 h 138"/>
                  <a:gd name="T16" fmla="*/ 14 w 93"/>
                  <a:gd name="T17" fmla="*/ 13 h 138"/>
                  <a:gd name="T18" fmla="*/ 7 w 93"/>
                  <a:gd name="T19" fmla="*/ 23 h 138"/>
                  <a:gd name="T20" fmla="*/ 2 w 93"/>
                  <a:gd name="T21" fmla="*/ 34 h 138"/>
                  <a:gd name="T22" fmla="*/ 0 w 93"/>
                  <a:gd name="T23" fmla="*/ 46 h 138"/>
                  <a:gd name="T24" fmla="*/ 2 w 93"/>
                  <a:gd name="T25" fmla="*/ 57 h 138"/>
                  <a:gd name="T26" fmla="*/ 7 w 93"/>
                  <a:gd name="T27" fmla="*/ 68 h 138"/>
                  <a:gd name="T28" fmla="*/ 14 w 93"/>
                  <a:gd name="T29" fmla="*/ 79 h 138"/>
                  <a:gd name="T30" fmla="*/ 21 w 93"/>
                  <a:gd name="T31" fmla="*/ 138 h 138"/>
                  <a:gd name="T32" fmla="*/ 71 w 93"/>
                  <a:gd name="T33" fmla="*/ 138 h 138"/>
                  <a:gd name="T34" fmla="*/ 79 w 93"/>
                  <a:gd name="T35" fmla="*/ 79 h 138"/>
                  <a:gd name="T36" fmla="*/ 86 w 93"/>
                  <a:gd name="T37" fmla="*/ 68 h 138"/>
                  <a:gd name="T38" fmla="*/ 90 w 93"/>
                  <a:gd name="T39" fmla="*/ 57 h 138"/>
                  <a:gd name="T40" fmla="*/ 93 w 93"/>
                  <a:gd name="T41" fmla="*/ 46 h 138"/>
                  <a:gd name="T42" fmla="*/ 46 w 93"/>
                  <a:gd name="T43" fmla="*/ 72 h 138"/>
                  <a:gd name="T44" fmla="*/ 41 w 93"/>
                  <a:gd name="T45" fmla="*/ 72 h 138"/>
                  <a:gd name="T46" fmla="*/ 32 w 93"/>
                  <a:gd name="T47" fmla="*/ 67 h 138"/>
                  <a:gd name="T48" fmla="*/ 25 w 93"/>
                  <a:gd name="T49" fmla="*/ 61 h 138"/>
                  <a:gd name="T50" fmla="*/ 21 w 93"/>
                  <a:gd name="T51" fmla="*/ 52 h 138"/>
                  <a:gd name="T52" fmla="*/ 20 w 93"/>
                  <a:gd name="T53" fmla="*/ 47 h 138"/>
                  <a:gd name="T54" fmla="*/ 23 w 93"/>
                  <a:gd name="T55" fmla="*/ 37 h 138"/>
                  <a:gd name="T56" fmla="*/ 28 w 93"/>
                  <a:gd name="T57" fmla="*/ 29 h 138"/>
                  <a:gd name="T58" fmla="*/ 36 w 93"/>
                  <a:gd name="T59" fmla="*/ 23 h 138"/>
                  <a:gd name="T60" fmla="*/ 46 w 93"/>
                  <a:gd name="T61" fmla="*/ 21 h 138"/>
                  <a:gd name="T62" fmla="*/ 52 w 93"/>
                  <a:gd name="T63" fmla="*/ 22 h 138"/>
                  <a:gd name="T64" fmla="*/ 61 w 93"/>
                  <a:gd name="T65" fmla="*/ 26 h 138"/>
                  <a:gd name="T66" fmla="*/ 68 w 93"/>
                  <a:gd name="T67" fmla="*/ 32 h 138"/>
                  <a:gd name="T68" fmla="*/ 71 w 93"/>
                  <a:gd name="T69" fmla="*/ 41 h 138"/>
                  <a:gd name="T70" fmla="*/ 72 w 93"/>
                  <a:gd name="T71" fmla="*/ 47 h 138"/>
                  <a:gd name="T72" fmla="*/ 70 w 93"/>
                  <a:gd name="T73" fmla="*/ 56 h 138"/>
                  <a:gd name="T74" fmla="*/ 64 w 93"/>
                  <a:gd name="T75" fmla="*/ 65 h 138"/>
                  <a:gd name="T76" fmla="*/ 56 w 93"/>
                  <a:gd name="T77" fmla="*/ 70 h 138"/>
                  <a:gd name="T78" fmla="*/ 46 w 93"/>
                  <a:gd name="T79" fmla="*/ 7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3" h="138">
                    <a:moveTo>
                      <a:pt x="80" y="41"/>
                    </a:moveTo>
                    <a:lnTo>
                      <a:pt x="90" y="34"/>
                    </a:lnTo>
                    <a:lnTo>
                      <a:pt x="78" y="32"/>
                    </a:lnTo>
                    <a:lnTo>
                      <a:pt x="86" y="23"/>
                    </a:lnTo>
                    <a:lnTo>
                      <a:pt x="73" y="24"/>
                    </a:lnTo>
                    <a:lnTo>
                      <a:pt x="79" y="13"/>
                    </a:lnTo>
                    <a:lnTo>
                      <a:pt x="68" y="19"/>
                    </a:lnTo>
                    <a:lnTo>
                      <a:pt x="69" y="6"/>
                    </a:lnTo>
                    <a:lnTo>
                      <a:pt x="60" y="14"/>
                    </a:lnTo>
                    <a:lnTo>
                      <a:pt x="58" y="2"/>
                    </a:lnTo>
                    <a:lnTo>
                      <a:pt x="51" y="12"/>
                    </a:lnTo>
                    <a:lnTo>
                      <a:pt x="46" y="0"/>
                    </a:lnTo>
                    <a:lnTo>
                      <a:pt x="42" y="12"/>
                    </a:lnTo>
                    <a:lnTo>
                      <a:pt x="35" y="2"/>
                    </a:lnTo>
                    <a:lnTo>
                      <a:pt x="33" y="14"/>
                    </a:lnTo>
                    <a:lnTo>
                      <a:pt x="24" y="6"/>
                    </a:lnTo>
                    <a:lnTo>
                      <a:pt x="25" y="19"/>
                    </a:lnTo>
                    <a:lnTo>
                      <a:pt x="14" y="13"/>
                    </a:lnTo>
                    <a:lnTo>
                      <a:pt x="19" y="24"/>
                    </a:lnTo>
                    <a:lnTo>
                      <a:pt x="7" y="23"/>
                    </a:lnTo>
                    <a:lnTo>
                      <a:pt x="15" y="32"/>
                    </a:lnTo>
                    <a:lnTo>
                      <a:pt x="2" y="34"/>
                    </a:lnTo>
                    <a:lnTo>
                      <a:pt x="12" y="41"/>
                    </a:lnTo>
                    <a:lnTo>
                      <a:pt x="0" y="46"/>
                    </a:lnTo>
                    <a:lnTo>
                      <a:pt x="12" y="50"/>
                    </a:lnTo>
                    <a:lnTo>
                      <a:pt x="2" y="57"/>
                    </a:lnTo>
                    <a:lnTo>
                      <a:pt x="15" y="59"/>
                    </a:lnTo>
                    <a:lnTo>
                      <a:pt x="7" y="68"/>
                    </a:lnTo>
                    <a:lnTo>
                      <a:pt x="19" y="67"/>
                    </a:lnTo>
                    <a:lnTo>
                      <a:pt x="14" y="79"/>
                    </a:lnTo>
                    <a:lnTo>
                      <a:pt x="21" y="75"/>
                    </a:lnTo>
                    <a:lnTo>
                      <a:pt x="21" y="138"/>
                    </a:lnTo>
                    <a:lnTo>
                      <a:pt x="46" y="113"/>
                    </a:lnTo>
                    <a:lnTo>
                      <a:pt x="71" y="138"/>
                    </a:lnTo>
                    <a:lnTo>
                      <a:pt x="71" y="75"/>
                    </a:lnTo>
                    <a:lnTo>
                      <a:pt x="79" y="79"/>
                    </a:lnTo>
                    <a:lnTo>
                      <a:pt x="73" y="67"/>
                    </a:lnTo>
                    <a:lnTo>
                      <a:pt x="86" y="68"/>
                    </a:lnTo>
                    <a:lnTo>
                      <a:pt x="78" y="59"/>
                    </a:lnTo>
                    <a:lnTo>
                      <a:pt x="90" y="57"/>
                    </a:lnTo>
                    <a:lnTo>
                      <a:pt x="80" y="50"/>
                    </a:lnTo>
                    <a:lnTo>
                      <a:pt x="93" y="46"/>
                    </a:lnTo>
                    <a:lnTo>
                      <a:pt x="80" y="41"/>
                    </a:lnTo>
                    <a:close/>
                    <a:moveTo>
                      <a:pt x="46" y="72"/>
                    </a:moveTo>
                    <a:lnTo>
                      <a:pt x="46" y="72"/>
                    </a:lnTo>
                    <a:lnTo>
                      <a:pt x="41" y="72"/>
                    </a:lnTo>
                    <a:lnTo>
                      <a:pt x="36" y="70"/>
                    </a:lnTo>
                    <a:lnTo>
                      <a:pt x="32" y="67"/>
                    </a:lnTo>
                    <a:lnTo>
                      <a:pt x="28" y="65"/>
                    </a:lnTo>
                    <a:lnTo>
                      <a:pt x="25" y="61"/>
                    </a:lnTo>
                    <a:lnTo>
                      <a:pt x="23" y="56"/>
                    </a:lnTo>
                    <a:lnTo>
                      <a:pt x="21" y="52"/>
                    </a:lnTo>
                    <a:lnTo>
                      <a:pt x="20" y="47"/>
                    </a:lnTo>
                    <a:lnTo>
                      <a:pt x="20" y="47"/>
                    </a:lnTo>
                    <a:lnTo>
                      <a:pt x="21" y="41"/>
                    </a:lnTo>
                    <a:lnTo>
                      <a:pt x="23" y="37"/>
                    </a:lnTo>
                    <a:lnTo>
                      <a:pt x="25" y="32"/>
                    </a:lnTo>
                    <a:lnTo>
                      <a:pt x="28" y="29"/>
                    </a:lnTo>
                    <a:lnTo>
                      <a:pt x="32" y="26"/>
                    </a:lnTo>
                    <a:lnTo>
                      <a:pt x="36" y="23"/>
                    </a:lnTo>
                    <a:lnTo>
                      <a:pt x="41" y="22"/>
                    </a:lnTo>
                    <a:lnTo>
                      <a:pt x="46" y="21"/>
                    </a:lnTo>
                    <a:lnTo>
                      <a:pt x="46" y="21"/>
                    </a:lnTo>
                    <a:lnTo>
                      <a:pt x="52" y="22"/>
                    </a:lnTo>
                    <a:lnTo>
                      <a:pt x="56" y="23"/>
                    </a:lnTo>
                    <a:lnTo>
                      <a:pt x="61" y="26"/>
                    </a:lnTo>
                    <a:lnTo>
                      <a:pt x="64" y="29"/>
                    </a:lnTo>
                    <a:lnTo>
                      <a:pt x="68" y="32"/>
                    </a:lnTo>
                    <a:lnTo>
                      <a:pt x="70" y="37"/>
                    </a:lnTo>
                    <a:lnTo>
                      <a:pt x="71" y="41"/>
                    </a:lnTo>
                    <a:lnTo>
                      <a:pt x="72" y="47"/>
                    </a:lnTo>
                    <a:lnTo>
                      <a:pt x="72" y="47"/>
                    </a:lnTo>
                    <a:lnTo>
                      <a:pt x="71" y="52"/>
                    </a:lnTo>
                    <a:lnTo>
                      <a:pt x="70" y="56"/>
                    </a:lnTo>
                    <a:lnTo>
                      <a:pt x="68" y="61"/>
                    </a:lnTo>
                    <a:lnTo>
                      <a:pt x="64" y="65"/>
                    </a:lnTo>
                    <a:lnTo>
                      <a:pt x="61" y="67"/>
                    </a:lnTo>
                    <a:lnTo>
                      <a:pt x="56" y="70"/>
                    </a:lnTo>
                    <a:lnTo>
                      <a:pt x="52" y="72"/>
                    </a:lnTo>
                    <a:lnTo>
                      <a:pt x="46" y="72"/>
                    </a:lnTo>
                    <a:lnTo>
                      <a:pt x="46" y="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4" name="Freeform 29"/>
              <p:cNvSpPr>
                <a:spLocks/>
              </p:cNvSpPr>
              <p:nvPr/>
            </p:nvSpPr>
            <p:spPr bwMode="auto">
              <a:xfrm>
                <a:off x="8926053" y="2517465"/>
                <a:ext cx="197141" cy="197141"/>
              </a:xfrm>
              <a:custGeom>
                <a:avLst/>
                <a:gdLst>
                  <a:gd name="T0" fmla="*/ 19 w 38"/>
                  <a:gd name="T1" fmla="*/ 0 h 38"/>
                  <a:gd name="T2" fmla="*/ 19 w 38"/>
                  <a:gd name="T3" fmla="*/ 0 h 38"/>
                  <a:gd name="T4" fmla="*/ 16 w 38"/>
                  <a:gd name="T5" fmla="*/ 0 h 38"/>
                  <a:gd name="T6" fmla="*/ 11 w 38"/>
                  <a:gd name="T7" fmla="*/ 1 h 38"/>
                  <a:gd name="T8" fmla="*/ 9 w 38"/>
                  <a:gd name="T9" fmla="*/ 3 h 38"/>
                  <a:gd name="T10" fmla="*/ 6 w 38"/>
                  <a:gd name="T11" fmla="*/ 6 h 38"/>
                  <a:gd name="T12" fmla="*/ 4 w 38"/>
                  <a:gd name="T13" fmla="*/ 8 h 38"/>
                  <a:gd name="T14" fmla="*/ 1 w 38"/>
                  <a:gd name="T15" fmla="*/ 11 h 38"/>
                  <a:gd name="T16" fmla="*/ 0 w 38"/>
                  <a:gd name="T17" fmla="*/ 15 h 38"/>
                  <a:gd name="T18" fmla="*/ 0 w 38"/>
                  <a:gd name="T19" fmla="*/ 19 h 38"/>
                  <a:gd name="T20" fmla="*/ 0 w 38"/>
                  <a:gd name="T21" fmla="*/ 19 h 38"/>
                  <a:gd name="T22" fmla="*/ 0 w 38"/>
                  <a:gd name="T23" fmla="*/ 22 h 38"/>
                  <a:gd name="T24" fmla="*/ 1 w 38"/>
                  <a:gd name="T25" fmla="*/ 26 h 38"/>
                  <a:gd name="T26" fmla="*/ 4 w 38"/>
                  <a:gd name="T27" fmla="*/ 29 h 38"/>
                  <a:gd name="T28" fmla="*/ 6 w 38"/>
                  <a:gd name="T29" fmla="*/ 33 h 38"/>
                  <a:gd name="T30" fmla="*/ 9 w 38"/>
                  <a:gd name="T31" fmla="*/ 35 h 38"/>
                  <a:gd name="T32" fmla="*/ 11 w 38"/>
                  <a:gd name="T33" fmla="*/ 36 h 38"/>
                  <a:gd name="T34" fmla="*/ 16 w 38"/>
                  <a:gd name="T35" fmla="*/ 37 h 38"/>
                  <a:gd name="T36" fmla="*/ 19 w 38"/>
                  <a:gd name="T37" fmla="*/ 38 h 38"/>
                  <a:gd name="T38" fmla="*/ 19 w 38"/>
                  <a:gd name="T39" fmla="*/ 38 h 38"/>
                  <a:gd name="T40" fmla="*/ 23 w 38"/>
                  <a:gd name="T41" fmla="*/ 37 h 38"/>
                  <a:gd name="T42" fmla="*/ 27 w 38"/>
                  <a:gd name="T43" fmla="*/ 36 h 38"/>
                  <a:gd name="T44" fmla="*/ 29 w 38"/>
                  <a:gd name="T45" fmla="*/ 35 h 38"/>
                  <a:gd name="T46" fmla="*/ 33 w 38"/>
                  <a:gd name="T47" fmla="*/ 33 h 38"/>
                  <a:gd name="T48" fmla="*/ 35 w 38"/>
                  <a:gd name="T49" fmla="*/ 29 h 38"/>
                  <a:gd name="T50" fmla="*/ 37 w 38"/>
                  <a:gd name="T51" fmla="*/ 26 h 38"/>
                  <a:gd name="T52" fmla="*/ 38 w 38"/>
                  <a:gd name="T53" fmla="*/ 22 h 38"/>
                  <a:gd name="T54" fmla="*/ 38 w 38"/>
                  <a:gd name="T55" fmla="*/ 19 h 38"/>
                  <a:gd name="T56" fmla="*/ 38 w 38"/>
                  <a:gd name="T57" fmla="*/ 19 h 38"/>
                  <a:gd name="T58" fmla="*/ 38 w 38"/>
                  <a:gd name="T59" fmla="*/ 15 h 38"/>
                  <a:gd name="T60" fmla="*/ 37 w 38"/>
                  <a:gd name="T61" fmla="*/ 11 h 38"/>
                  <a:gd name="T62" fmla="*/ 35 w 38"/>
                  <a:gd name="T63" fmla="*/ 8 h 38"/>
                  <a:gd name="T64" fmla="*/ 33 w 38"/>
                  <a:gd name="T65" fmla="*/ 6 h 38"/>
                  <a:gd name="T66" fmla="*/ 29 w 38"/>
                  <a:gd name="T67" fmla="*/ 3 h 38"/>
                  <a:gd name="T68" fmla="*/ 27 w 38"/>
                  <a:gd name="T69" fmla="*/ 1 h 38"/>
                  <a:gd name="T70" fmla="*/ 23 w 38"/>
                  <a:gd name="T71" fmla="*/ 0 h 38"/>
                  <a:gd name="T72" fmla="*/ 19 w 38"/>
                  <a:gd name="T73" fmla="*/ 0 h 38"/>
                  <a:gd name="T74" fmla="*/ 19 w 38"/>
                  <a:gd name="T75"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8" h="38">
                    <a:moveTo>
                      <a:pt x="19" y="0"/>
                    </a:moveTo>
                    <a:lnTo>
                      <a:pt x="19" y="0"/>
                    </a:lnTo>
                    <a:lnTo>
                      <a:pt x="16" y="0"/>
                    </a:lnTo>
                    <a:lnTo>
                      <a:pt x="11" y="1"/>
                    </a:lnTo>
                    <a:lnTo>
                      <a:pt x="9" y="3"/>
                    </a:lnTo>
                    <a:lnTo>
                      <a:pt x="6" y="6"/>
                    </a:lnTo>
                    <a:lnTo>
                      <a:pt x="4" y="8"/>
                    </a:lnTo>
                    <a:lnTo>
                      <a:pt x="1" y="11"/>
                    </a:lnTo>
                    <a:lnTo>
                      <a:pt x="0" y="15"/>
                    </a:lnTo>
                    <a:lnTo>
                      <a:pt x="0" y="19"/>
                    </a:lnTo>
                    <a:lnTo>
                      <a:pt x="0" y="19"/>
                    </a:lnTo>
                    <a:lnTo>
                      <a:pt x="0" y="22"/>
                    </a:lnTo>
                    <a:lnTo>
                      <a:pt x="1" y="26"/>
                    </a:lnTo>
                    <a:lnTo>
                      <a:pt x="4" y="29"/>
                    </a:lnTo>
                    <a:lnTo>
                      <a:pt x="6" y="33"/>
                    </a:lnTo>
                    <a:lnTo>
                      <a:pt x="9" y="35"/>
                    </a:lnTo>
                    <a:lnTo>
                      <a:pt x="11" y="36"/>
                    </a:lnTo>
                    <a:lnTo>
                      <a:pt x="16" y="37"/>
                    </a:lnTo>
                    <a:lnTo>
                      <a:pt x="19" y="38"/>
                    </a:lnTo>
                    <a:lnTo>
                      <a:pt x="19" y="38"/>
                    </a:lnTo>
                    <a:lnTo>
                      <a:pt x="23" y="37"/>
                    </a:lnTo>
                    <a:lnTo>
                      <a:pt x="27" y="36"/>
                    </a:lnTo>
                    <a:lnTo>
                      <a:pt x="29" y="35"/>
                    </a:lnTo>
                    <a:lnTo>
                      <a:pt x="33" y="33"/>
                    </a:lnTo>
                    <a:lnTo>
                      <a:pt x="35" y="29"/>
                    </a:lnTo>
                    <a:lnTo>
                      <a:pt x="37" y="26"/>
                    </a:lnTo>
                    <a:lnTo>
                      <a:pt x="38" y="22"/>
                    </a:lnTo>
                    <a:lnTo>
                      <a:pt x="38" y="19"/>
                    </a:lnTo>
                    <a:lnTo>
                      <a:pt x="38" y="19"/>
                    </a:lnTo>
                    <a:lnTo>
                      <a:pt x="38" y="15"/>
                    </a:lnTo>
                    <a:lnTo>
                      <a:pt x="37" y="11"/>
                    </a:lnTo>
                    <a:lnTo>
                      <a:pt x="35" y="8"/>
                    </a:lnTo>
                    <a:lnTo>
                      <a:pt x="33" y="6"/>
                    </a:lnTo>
                    <a:lnTo>
                      <a:pt x="29" y="3"/>
                    </a:lnTo>
                    <a:lnTo>
                      <a:pt x="27" y="1"/>
                    </a:lnTo>
                    <a:lnTo>
                      <a:pt x="23" y="0"/>
                    </a:lnTo>
                    <a:lnTo>
                      <a:pt x="19" y="0"/>
                    </a:lnTo>
                    <a:lnTo>
                      <a:pt x="1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5" name="Group 64"/>
            <p:cNvGrpSpPr>
              <a:grpSpLocks noChangeAspect="1"/>
            </p:cNvGrpSpPr>
            <p:nvPr/>
          </p:nvGrpSpPr>
          <p:grpSpPr>
            <a:xfrm>
              <a:off x="5989763" y="3481970"/>
              <a:ext cx="359056" cy="244464"/>
              <a:chOff x="7554913" y="3697288"/>
              <a:chExt cx="596900" cy="406400"/>
            </a:xfrm>
            <a:solidFill>
              <a:srgbClr val="0072C6"/>
            </a:solidFill>
          </p:grpSpPr>
          <p:sp>
            <p:nvSpPr>
              <p:cNvPr id="78" name="Freeform 16"/>
              <p:cNvSpPr>
                <a:spLocks noEditPoints="1"/>
              </p:cNvSpPr>
              <p:nvPr/>
            </p:nvSpPr>
            <p:spPr bwMode="auto">
              <a:xfrm>
                <a:off x="7554913" y="3697288"/>
                <a:ext cx="596900" cy="406400"/>
              </a:xfrm>
              <a:custGeom>
                <a:avLst/>
                <a:gdLst>
                  <a:gd name="T0" fmla="*/ 358 w 376"/>
                  <a:gd name="T1" fmla="*/ 0 h 256"/>
                  <a:gd name="T2" fmla="*/ 18 w 376"/>
                  <a:gd name="T3" fmla="*/ 0 h 256"/>
                  <a:gd name="T4" fmla="*/ 18 w 376"/>
                  <a:gd name="T5" fmla="*/ 0 h 256"/>
                  <a:gd name="T6" fmla="*/ 10 w 376"/>
                  <a:gd name="T7" fmla="*/ 2 h 256"/>
                  <a:gd name="T8" fmla="*/ 4 w 376"/>
                  <a:gd name="T9" fmla="*/ 6 h 256"/>
                  <a:gd name="T10" fmla="*/ 0 w 376"/>
                  <a:gd name="T11" fmla="*/ 12 h 256"/>
                  <a:gd name="T12" fmla="*/ 0 w 376"/>
                  <a:gd name="T13" fmla="*/ 18 h 256"/>
                  <a:gd name="T14" fmla="*/ 0 w 376"/>
                  <a:gd name="T15" fmla="*/ 236 h 256"/>
                  <a:gd name="T16" fmla="*/ 0 w 376"/>
                  <a:gd name="T17" fmla="*/ 236 h 256"/>
                  <a:gd name="T18" fmla="*/ 0 w 376"/>
                  <a:gd name="T19" fmla="*/ 244 h 256"/>
                  <a:gd name="T20" fmla="*/ 4 w 376"/>
                  <a:gd name="T21" fmla="*/ 250 h 256"/>
                  <a:gd name="T22" fmla="*/ 10 w 376"/>
                  <a:gd name="T23" fmla="*/ 254 h 256"/>
                  <a:gd name="T24" fmla="*/ 18 w 376"/>
                  <a:gd name="T25" fmla="*/ 256 h 256"/>
                  <a:gd name="T26" fmla="*/ 358 w 376"/>
                  <a:gd name="T27" fmla="*/ 256 h 256"/>
                  <a:gd name="T28" fmla="*/ 358 w 376"/>
                  <a:gd name="T29" fmla="*/ 256 h 256"/>
                  <a:gd name="T30" fmla="*/ 364 w 376"/>
                  <a:gd name="T31" fmla="*/ 254 h 256"/>
                  <a:gd name="T32" fmla="*/ 370 w 376"/>
                  <a:gd name="T33" fmla="*/ 250 h 256"/>
                  <a:gd name="T34" fmla="*/ 376 w 376"/>
                  <a:gd name="T35" fmla="*/ 244 h 256"/>
                  <a:gd name="T36" fmla="*/ 376 w 376"/>
                  <a:gd name="T37" fmla="*/ 236 h 256"/>
                  <a:gd name="T38" fmla="*/ 376 w 376"/>
                  <a:gd name="T39" fmla="*/ 18 h 256"/>
                  <a:gd name="T40" fmla="*/ 376 w 376"/>
                  <a:gd name="T41" fmla="*/ 18 h 256"/>
                  <a:gd name="T42" fmla="*/ 376 w 376"/>
                  <a:gd name="T43" fmla="*/ 12 h 256"/>
                  <a:gd name="T44" fmla="*/ 370 w 376"/>
                  <a:gd name="T45" fmla="*/ 6 h 256"/>
                  <a:gd name="T46" fmla="*/ 364 w 376"/>
                  <a:gd name="T47" fmla="*/ 2 h 256"/>
                  <a:gd name="T48" fmla="*/ 358 w 376"/>
                  <a:gd name="T49" fmla="*/ 0 h 256"/>
                  <a:gd name="T50" fmla="*/ 358 w 376"/>
                  <a:gd name="T51" fmla="*/ 0 h 256"/>
                  <a:gd name="T52" fmla="*/ 342 w 376"/>
                  <a:gd name="T53" fmla="*/ 224 h 256"/>
                  <a:gd name="T54" fmla="*/ 34 w 376"/>
                  <a:gd name="T55" fmla="*/ 224 h 256"/>
                  <a:gd name="T56" fmla="*/ 34 w 376"/>
                  <a:gd name="T57" fmla="*/ 30 h 256"/>
                  <a:gd name="T58" fmla="*/ 342 w 376"/>
                  <a:gd name="T59" fmla="*/ 30 h 256"/>
                  <a:gd name="T60" fmla="*/ 342 w 376"/>
                  <a:gd name="T61" fmla="*/ 22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76" h="256">
                    <a:moveTo>
                      <a:pt x="358" y="0"/>
                    </a:moveTo>
                    <a:lnTo>
                      <a:pt x="18" y="0"/>
                    </a:lnTo>
                    <a:lnTo>
                      <a:pt x="18" y="0"/>
                    </a:lnTo>
                    <a:lnTo>
                      <a:pt x="10" y="2"/>
                    </a:lnTo>
                    <a:lnTo>
                      <a:pt x="4" y="6"/>
                    </a:lnTo>
                    <a:lnTo>
                      <a:pt x="0" y="12"/>
                    </a:lnTo>
                    <a:lnTo>
                      <a:pt x="0" y="18"/>
                    </a:lnTo>
                    <a:lnTo>
                      <a:pt x="0" y="236"/>
                    </a:lnTo>
                    <a:lnTo>
                      <a:pt x="0" y="236"/>
                    </a:lnTo>
                    <a:lnTo>
                      <a:pt x="0" y="244"/>
                    </a:lnTo>
                    <a:lnTo>
                      <a:pt x="4" y="250"/>
                    </a:lnTo>
                    <a:lnTo>
                      <a:pt x="10" y="254"/>
                    </a:lnTo>
                    <a:lnTo>
                      <a:pt x="18" y="256"/>
                    </a:lnTo>
                    <a:lnTo>
                      <a:pt x="358" y="256"/>
                    </a:lnTo>
                    <a:lnTo>
                      <a:pt x="358" y="256"/>
                    </a:lnTo>
                    <a:lnTo>
                      <a:pt x="364" y="254"/>
                    </a:lnTo>
                    <a:lnTo>
                      <a:pt x="370" y="250"/>
                    </a:lnTo>
                    <a:lnTo>
                      <a:pt x="376" y="244"/>
                    </a:lnTo>
                    <a:lnTo>
                      <a:pt x="376" y="236"/>
                    </a:lnTo>
                    <a:lnTo>
                      <a:pt x="376" y="18"/>
                    </a:lnTo>
                    <a:lnTo>
                      <a:pt x="376" y="18"/>
                    </a:lnTo>
                    <a:lnTo>
                      <a:pt x="376" y="12"/>
                    </a:lnTo>
                    <a:lnTo>
                      <a:pt x="370" y="6"/>
                    </a:lnTo>
                    <a:lnTo>
                      <a:pt x="364" y="2"/>
                    </a:lnTo>
                    <a:lnTo>
                      <a:pt x="358" y="0"/>
                    </a:lnTo>
                    <a:lnTo>
                      <a:pt x="358" y="0"/>
                    </a:lnTo>
                    <a:close/>
                    <a:moveTo>
                      <a:pt x="342" y="224"/>
                    </a:moveTo>
                    <a:lnTo>
                      <a:pt x="34" y="224"/>
                    </a:lnTo>
                    <a:lnTo>
                      <a:pt x="34" y="30"/>
                    </a:lnTo>
                    <a:lnTo>
                      <a:pt x="342" y="30"/>
                    </a:lnTo>
                    <a:lnTo>
                      <a:pt x="342" y="2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9" name="Freeform 17"/>
              <p:cNvSpPr>
                <a:spLocks/>
              </p:cNvSpPr>
              <p:nvPr/>
            </p:nvSpPr>
            <p:spPr bwMode="auto">
              <a:xfrm>
                <a:off x="7910513" y="3805238"/>
                <a:ext cx="117475" cy="187325"/>
              </a:xfrm>
              <a:custGeom>
                <a:avLst/>
                <a:gdLst>
                  <a:gd name="T0" fmla="*/ 18 w 74"/>
                  <a:gd name="T1" fmla="*/ 70 h 118"/>
                  <a:gd name="T2" fmla="*/ 18 w 74"/>
                  <a:gd name="T3" fmla="*/ 118 h 118"/>
                  <a:gd name="T4" fmla="*/ 36 w 74"/>
                  <a:gd name="T5" fmla="*/ 100 h 118"/>
                  <a:gd name="T6" fmla="*/ 56 w 74"/>
                  <a:gd name="T7" fmla="*/ 118 h 118"/>
                  <a:gd name="T8" fmla="*/ 56 w 74"/>
                  <a:gd name="T9" fmla="*/ 70 h 118"/>
                  <a:gd name="T10" fmla="*/ 56 w 74"/>
                  <a:gd name="T11" fmla="*/ 70 h 118"/>
                  <a:gd name="T12" fmla="*/ 62 w 74"/>
                  <a:gd name="T13" fmla="*/ 64 h 118"/>
                  <a:gd name="T14" fmla="*/ 68 w 74"/>
                  <a:gd name="T15" fmla="*/ 56 h 118"/>
                  <a:gd name="T16" fmla="*/ 72 w 74"/>
                  <a:gd name="T17" fmla="*/ 48 h 118"/>
                  <a:gd name="T18" fmla="*/ 74 w 74"/>
                  <a:gd name="T19" fmla="*/ 38 h 118"/>
                  <a:gd name="T20" fmla="*/ 74 w 74"/>
                  <a:gd name="T21" fmla="*/ 38 h 118"/>
                  <a:gd name="T22" fmla="*/ 72 w 74"/>
                  <a:gd name="T23" fmla="*/ 30 h 118"/>
                  <a:gd name="T24" fmla="*/ 70 w 74"/>
                  <a:gd name="T25" fmla="*/ 22 h 118"/>
                  <a:gd name="T26" fmla="*/ 68 w 74"/>
                  <a:gd name="T27" fmla="*/ 16 h 118"/>
                  <a:gd name="T28" fmla="*/ 62 w 74"/>
                  <a:gd name="T29" fmla="*/ 10 h 118"/>
                  <a:gd name="T30" fmla="*/ 58 w 74"/>
                  <a:gd name="T31" fmla="*/ 6 h 118"/>
                  <a:gd name="T32" fmla="*/ 50 w 74"/>
                  <a:gd name="T33" fmla="*/ 2 h 118"/>
                  <a:gd name="T34" fmla="*/ 44 w 74"/>
                  <a:gd name="T35" fmla="*/ 0 h 118"/>
                  <a:gd name="T36" fmla="*/ 36 w 74"/>
                  <a:gd name="T37" fmla="*/ 0 h 118"/>
                  <a:gd name="T38" fmla="*/ 36 w 74"/>
                  <a:gd name="T39" fmla="*/ 0 h 118"/>
                  <a:gd name="T40" fmla="*/ 28 w 74"/>
                  <a:gd name="T41" fmla="*/ 0 h 118"/>
                  <a:gd name="T42" fmla="*/ 22 w 74"/>
                  <a:gd name="T43" fmla="*/ 2 h 118"/>
                  <a:gd name="T44" fmla="*/ 16 w 74"/>
                  <a:gd name="T45" fmla="*/ 6 h 118"/>
                  <a:gd name="T46" fmla="*/ 10 w 74"/>
                  <a:gd name="T47" fmla="*/ 10 h 118"/>
                  <a:gd name="T48" fmla="*/ 6 w 74"/>
                  <a:gd name="T49" fmla="*/ 16 h 118"/>
                  <a:gd name="T50" fmla="*/ 2 w 74"/>
                  <a:gd name="T51" fmla="*/ 22 h 118"/>
                  <a:gd name="T52" fmla="*/ 0 w 74"/>
                  <a:gd name="T53" fmla="*/ 30 h 118"/>
                  <a:gd name="T54" fmla="*/ 0 w 74"/>
                  <a:gd name="T55" fmla="*/ 38 h 118"/>
                  <a:gd name="T56" fmla="*/ 0 w 74"/>
                  <a:gd name="T57" fmla="*/ 38 h 118"/>
                  <a:gd name="T58" fmla="*/ 0 w 74"/>
                  <a:gd name="T59" fmla="*/ 48 h 118"/>
                  <a:gd name="T60" fmla="*/ 4 w 74"/>
                  <a:gd name="T61" fmla="*/ 56 h 118"/>
                  <a:gd name="T62" fmla="*/ 10 w 74"/>
                  <a:gd name="T63" fmla="*/ 64 h 118"/>
                  <a:gd name="T64" fmla="*/ 18 w 74"/>
                  <a:gd name="T65" fmla="*/ 70 h 118"/>
                  <a:gd name="T66" fmla="*/ 18 w 74"/>
                  <a:gd name="T67" fmla="*/ 70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4" h="118">
                    <a:moveTo>
                      <a:pt x="18" y="70"/>
                    </a:moveTo>
                    <a:lnTo>
                      <a:pt x="18" y="118"/>
                    </a:lnTo>
                    <a:lnTo>
                      <a:pt x="36" y="100"/>
                    </a:lnTo>
                    <a:lnTo>
                      <a:pt x="56" y="118"/>
                    </a:lnTo>
                    <a:lnTo>
                      <a:pt x="56" y="70"/>
                    </a:lnTo>
                    <a:lnTo>
                      <a:pt x="56" y="70"/>
                    </a:lnTo>
                    <a:lnTo>
                      <a:pt x="62" y="64"/>
                    </a:lnTo>
                    <a:lnTo>
                      <a:pt x="68" y="56"/>
                    </a:lnTo>
                    <a:lnTo>
                      <a:pt x="72" y="48"/>
                    </a:lnTo>
                    <a:lnTo>
                      <a:pt x="74" y="38"/>
                    </a:lnTo>
                    <a:lnTo>
                      <a:pt x="74" y="38"/>
                    </a:lnTo>
                    <a:lnTo>
                      <a:pt x="72" y="30"/>
                    </a:lnTo>
                    <a:lnTo>
                      <a:pt x="70" y="22"/>
                    </a:lnTo>
                    <a:lnTo>
                      <a:pt x="68" y="16"/>
                    </a:lnTo>
                    <a:lnTo>
                      <a:pt x="62" y="10"/>
                    </a:lnTo>
                    <a:lnTo>
                      <a:pt x="58" y="6"/>
                    </a:lnTo>
                    <a:lnTo>
                      <a:pt x="50" y="2"/>
                    </a:lnTo>
                    <a:lnTo>
                      <a:pt x="44" y="0"/>
                    </a:lnTo>
                    <a:lnTo>
                      <a:pt x="36" y="0"/>
                    </a:lnTo>
                    <a:lnTo>
                      <a:pt x="36" y="0"/>
                    </a:lnTo>
                    <a:lnTo>
                      <a:pt x="28" y="0"/>
                    </a:lnTo>
                    <a:lnTo>
                      <a:pt x="22" y="2"/>
                    </a:lnTo>
                    <a:lnTo>
                      <a:pt x="16" y="6"/>
                    </a:lnTo>
                    <a:lnTo>
                      <a:pt x="10" y="10"/>
                    </a:lnTo>
                    <a:lnTo>
                      <a:pt x="6" y="16"/>
                    </a:lnTo>
                    <a:lnTo>
                      <a:pt x="2" y="22"/>
                    </a:lnTo>
                    <a:lnTo>
                      <a:pt x="0" y="30"/>
                    </a:lnTo>
                    <a:lnTo>
                      <a:pt x="0" y="38"/>
                    </a:lnTo>
                    <a:lnTo>
                      <a:pt x="0" y="38"/>
                    </a:lnTo>
                    <a:lnTo>
                      <a:pt x="0" y="48"/>
                    </a:lnTo>
                    <a:lnTo>
                      <a:pt x="4" y="56"/>
                    </a:lnTo>
                    <a:lnTo>
                      <a:pt x="10" y="64"/>
                    </a:lnTo>
                    <a:lnTo>
                      <a:pt x="18" y="70"/>
                    </a:lnTo>
                    <a:lnTo>
                      <a:pt x="18"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0" name="Rectangle 18"/>
              <p:cNvSpPr>
                <a:spLocks noChangeArrowheads="1"/>
              </p:cNvSpPr>
              <p:nvPr/>
            </p:nvSpPr>
            <p:spPr bwMode="auto">
              <a:xfrm>
                <a:off x="7694613" y="380841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1" name="Rectangle 19"/>
              <p:cNvSpPr>
                <a:spLocks noChangeArrowheads="1"/>
              </p:cNvSpPr>
              <p:nvPr/>
            </p:nvSpPr>
            <p:spPr bwMode="auto">
              <a:xfrm>
                <a:off x="7694613" y="387826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2" name="Rectangle 20"/>
              <p:cNvSpPr>
                <a:spLocks noChangeArrowheads="1"/>
              </p:cNvSpPr>
              <p:nvPr/>
            </p:nvSpPr>
            <p:spPr bwMode="auto">
              <a:xfrm>
                <a:off x="7694613" y="3951288"/>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6" name="Group 65"/>
            <p:cNvGrpSpPr/>
            <p:nvPr/>
          </p:nvGrpSpPr>
          <p:grpSpPr>
            <a:xfrm>
              <a:off x="4576010" y="2578029"/>
              <a:ext cx="1719157" cy="1164284"/>
              <a:chOff x="8933043" y="3080582"/>
              <a:chExt cx="1940444" cy="1314148"/>
            </a:xfrm>
          </p:grpSpPr>
          <p:sp>
            <p:nvSpPr>
              <p:cNvPr id="67" name="Freeform 12"/>
              <p:cNvSpPr>
                <a:spLocks/>
              </p:cNvSpPr>
              <p:nvPr/>
            </p:nvSpPr>
            <p:spPr bwMode="auto">
              <a:xfrm>
                <a:off x="10739663" y="3286670"/>
                <a:ext cx="133824" cy="211441"/>
              </a:xfrm>
              <a:custGeom>
                <a:avLst/>
                <a:gdLst>
                  <a:gd name="T0" fmla="*/ 102 w 107"/>
                  <a:gd name="T1" fmla="*/ 60 h 169"/>
                  <a:gd name="T2" fmla="*/ 96 w 107"/>
                  <a:gd name="T3" fmla="*/ 60 h 169"/>
                  <a:gd name="T4" fmla="*/ 101 w 107"/>
                  <a:gd name="T5" fmla="*/ 47 h 169"/>
                  <a:gd name="T6" fmla="*/ 97 w 107"/>
                  <a:gd name="T7" fmla="*/ 37 h 169"/>
                  <a:gd name="T8" fmla="*/ 94 w 107"/>
                  <a:gd name="T9" fmla="*/ 37 h 169"/>
                  <a:gd name="T10" fmla="*/ 98 w 107"/>
                  <a:gd name="T11" fmla="*/ 26 h 169"/>
                  <a:gd name="T12" fmla="*/ 93 w 107"/>
                  <a:gd name="T13" fmla="*/ 14 h 169"/>
                  <a:gd name="T14" fmla="*/ 86 w 107"/>
                  <a:gd name="T15" fmla="*/ 15 h 169"/>
                  <a:gd name="T16" fmla="*/ 86 w 107"/>
                  <a:gd name="T17" fmla="*/ 13 h 169"/>
                  <a:gd name="T18" fmla="*/ 81 w 107"/>
                  <a:gd name="T19" fmla="*/ 1 h 169"/>
                  <a:gd name="T20" fmla="*/ 69 w 107"/>
                  <a:gd name="T21" fmla="*/ 7 h 169"/>
                  <a:gd name="T22" fmla="*/ 50 w 107"/>
                  <a:gd name="T23" fmla="*/ 56 h 169"/>
                  <a:gd name="T24" fmla="*/ 44 w 107"/>
                  <a:gd name="T25" fmla="*/ 49 h 169"/>
                  <a:gd name="T26" fmla="*/ 29 w 107"/>
                  <a:gd name="T27" fmla="*/ 55 h 169"/>
                  <a:gd name="T28" fmla="*/ 28 w 107"/>
                  <a:gd name="T29" fmla="*/ 58 h 169"/>
                  <a:gd name="T30" fmla="*/ 16 w 107"/>
                  <a:gd name="T31" fmla="*/ 89 h 169"/>
                  <a:gd name="T32" fmla="*/ 7 w 107"/>
                  <a:gd name="T33" fmla="*/ 112 h 169"/>
                  <a:gd name="T34" fmla="*/ 7 w 107"/>
                  <a:gd name="T35" fmla="*/ 112 h 169"/>
                  <a:gd name="T36" fmla="*/ 29 w 107"/>
                  <a:gd name="T37" fmla="*/ 161 h 169"/>
                  <a:gd name="T38" fmla="*/ 79 w 107"/>
                  <a:gd name="T39" fmla="*/ 139 h 169"/>
                  <a:gd name="T40" fmla="*/ 79 w 107"/>
                  <a:gd name="T41" fmla="*/ 139 h 169"/>
                  <a:gd name="T42" fmla="*/ 89 w 107"/>
                  <a:gd name="T43" fmla="*/ 114 h 169"/>
                  <a:gd name="T44" fmla="*/ 99 w 107"/>
                  <a:gd name="T45" fmla="*/ 86 h 169"/>
                  <a:gd name="T46" fmla="*/ 106 w 107"/>
                  <a:gd name="T47" fmla="*/ 69 h 169"/>
                  <a:gd name="T48" fmla="*/ 102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102" y="60"/>
                    </a:moveTo>
                    <a:cubicBezTo>
                      <a:pt x="100" y="59"/>
                      <a:pt x="98" y="59"/>
                      <a:pt x="96" y="60"/>
                    </a:cubicBezTo>
                    <a:cubicBezTo>
                      <a:pt x="99" y="53"/>
                      <a:pt x="101" y="47"/>
                      <a:pt x="101" y="47"/>
                    </a:cubicBezTo>
                    <a:cubicBezTo>
                      <a:pt x="102" y="43"/>
                      <a:pt x="101" y="39"/>
                      <a:pt x="97" y="37"/>
                    </a:cubicBezTo>
                    <a:cubicBezTo>
                      <a:pt x="96" y="37"/>
                      <a:pt x="95" y="37"/>
                      <a:pt x="94" y="37"/>
                    </a:cubicBezTo>
                    <a:cubicBezTo>
                      <a:pt x="96" y="31"/>
                      <a:pt x="98" y="27"/>
                      <a:pt x="98" y="26"/>
                    </a:cubicBezTo>
                    <a:cubicBezTo>
                      <a:pt x="100" y="21"/>
                      <a:pt x="98" y="16"/>
                      <a:pt x="93" y="14"/>
                    </a:cubicBezTo>
                    <a:cubicBezTo>
                      <a:pt x="90" y="13"/>
                      <a:pt x="88" y="13"/>
                      <a:pt x="86" y="15"/>
                    </a:cubicBezTo>
                    <a:cubicBezTo>
                      <a:pt x="86" y="14"/>
                      <a:pt x="86" y="13"/>
                      <a:pt x="86" y="13"/>
                    </a:cubicBezTo>
                    <a:cubicBezTo>
                      <a:pt x="88" y="8"/>
                      <a:pt x="86" y="3"/>
                      <a:pt x="81" y="1"/>
                    </a:cubicBezTo>
                    <a:cubicBezTo>
                      <a:pt x="76" y="0"/>
                      <a:pt x="71" y="2"/>
                      <a:pt x="69" y="7"/>
                    </a:cubicBezTo>
                    <a:cubicBezTo>
                      <a:pt x="68" y="9"/>
                      <a:pt x="56" y="41"/>
                      <a:pt x="50" y="56"/>
                    </a:cubicBezTo>
                    <a:cubicBezTo>
                      <a:pt x="49" y="53"/>
                      <a:pt x="47" y="50"/>
                      <a:pt x="44" y="49"/>
                    </a:cubicBezTo>
                    <a:cubicBezTo>
                      <a:pt x="38" y="46"/>
                      <a:pt x="31" y="49"/>
                      <a:pt x="29" y="55"/>
                    </a:cubicBezTo>
                    <a:cubicBezTo>
                      <a:pt x="29" y="56"/>
                      <a:pt x="28" y="57"/>
                      <a:pt x="28" y="58"/>
                    </a:cubicBezTo>
                    <a:cubicBezTo>
                      <a:pt x="25" y="67"/>
                      <a:pt x="17" y="86"/>
                      <a:pt x="16" y="89"/>
                    </a:cubicBezTo>
                    <a:cubicBezTo>
                      <a:pt x="7" y="112"/>
                      <a:pt x="7" y="112"/>
                      <a:pt x="7" y="112"/>
                    </a:cubicBezTo>
                    <a:cubicBezTo>
                      <a:pt x="7" y="112"/>
                      <a:pt x="7" y="112"/>
                      <a:pt x="7" y="112"/>
                    </a:cubicBezTo>
                    <a:cubicBezTo>
                      <a:pt x="0" y="132"/>
                      <a:pt x="10" y="154"/>
                      <a:pt x="29" y="161"/>
                    </a:cubicBezTo>
                    <a:cubicBezTo>
                      <a:pt x="49" y="169"/>
                      <a:pt x="71" y="159"/>
                      <a:pt x="79" y="139"/>
                    </a:cubicBezTo>
                    <a:cubicBezTo>
                      <a:pt x="79" y="139"/>
                      <a:pt x="79" y="139"/>
                      <a:pt x="79" y="139"/>
                    </a:cubicBezTo>
                    <a:cubicBezTo>
                      <a:pt x="89" y="114"/>
                      <a:pt x="89" y="114"/>
                      <a:pt x="89" y="114"/>
                    </a:cubicBezTo>
                    <a:cubicBezTo>
                      <a:pt x="89" y="113"/>
                      <a:pt x="95" y="98"/>
                      <a:pt x="99" y="86"/>
                    </a:cubicBezTo>
                    <a:cubicBezTo>
                      <a:pt x="103" y="77"/>
                      <a:pt x="106" y="70"/>
                      <a:pt x="106" y="69"/>
                    </a:cubicBezTo>
                    <a:cubicBezTo>
                      <a:pt x="107" y="65"/>
                      <a:pt x="105" y="61"/>
                      <a:pt x="102"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8" name="Freeform 13"/>
              <p:cNvSpPr>
                <a:spLocks/>
              </p:cNvSpPr>
              <p:nvPr/>
            </p:nvSpPr>
            <p:spPr bwMode="auto">
              <a:xfrm>
                <a:off x="8933043" y="3286670"/>
                <a:ext cx="136500" cy="211441"/>
              </a:xfrm>
              <a:custGeom>
                <a:avLst/>
                <a:gdLst>
                  <a:gd name="T0" fmla="*/ 5 w 107"/>
                  <a:gd name="T1" fmla="*/ 60 h 169"/>
                  <a:gd name="T2" fmla="*/ 11 w 107"/>
                  <a:gd name="T3" fmla="*/ 60 h 169"/>
                  <a:gd name="T4" fmla="*/ 6 w 107"/>
                  <a:gd name="T5" fmla="*/ 47 h 169"/>
                  <a:gd name="T6" fmla="*/ 10 w 107"/>
                  <a:gd name="T7" fmla="*/ 37 h 169"/>
                  <a:gd name="T8" fmla="*/ 13 w 107"/>
                  <a:gd name="T9" fmla="*/ 37 h 169"/>
                  <a:gd name="T10" fmla="*/ 9 w 107"/>
                  <a:gd name="T11" fmla="*/ 26 h 169"/>
                  <a:gd name="T12" fmla="*/ 14 w 107"/>
                  <a:gd name="T13" fmla="*/ 14 h 169"/>
                  <a:gd name="T14" fmla="*/ 21 w 107"/>
                  <a:gd name="T15" fmla="*/ 15 h 169"/>
                  <a:gd name="T16" fmla="*/ 21 w 107"/>
                  <a:gd name="T17" fmla="*/ 13 h 169"/>
                  <a:gd name="T18" fmla="*/ 26 w 107"/>
                  <a:gd name="T19" fmla="*/ 1 h 169"/>
                  <a:gd name="T20" fmla="*/ 38 w 107"/>
                  <a:gd name="T21" fmla="*/ 7 h 169"/>
                  <a:gd name="T22" fmla="*/ 57 w 107"/>
                  <a:gd name="T23" fmla="*/ 56 h 169"/>
                  <a:gd name="T24" fmla="*/ 63 w 107"/>
                  <a:gd name="T25" fmla="*/ 49 h 169"/>
                  <a:gd name="T26" fmla="*/ 78 w 107"/>
                  <a:gd name="T27" fmla="*/ 55 h 169"/>
                  <a:gd name="T28" fmla="*/ 79 w 107"/>
                  <a:gd name="T29" fmla="*/ 58 h 169"/>
                  <a:gd name="T30" fmla="*/ 91 w 107"/>
                  <a:gd name="T31" fmla="*/ 89 h 169"/>
                  <a:gd name="T32" fmla="*/ 100 w 107"/>
                  <a:gd name="T33" fmla="*/ 112 h 169"/>
                  <a:gd name="T34" fmla="*/ 100 w 107"/>
                  <a:gd name="T35" fmla="*/ 112 h 169"/>
                  <a:gd name="T36" fmla="*/ 78 w 107"/>
                  <a:gd name="T37" fmla="*/ 161 h 169"/>
                  <a:gd name="T38" fmla="*/ 28 w 107"/>
                  <a:gd name="T39" fmla="*/ 139 h 169"/>
                  <a:gd name="T40" fmla="*/ 28 w 107"/>
                  <a:gd name="T41" fmla="*/ 139 h 169"/>
                  <a:gd name="T42" fmla="*/ 18 w 107"/>
                  <a:gd name="T43" fmla="*/ 114 h 169"/>
                  <a:gd name="T44" fmla="*/ 8 w 107"/>
                  <a:gd name="T45" fmla="*/ 86 h 169"/>
                  <a:gd name="T46" fmla="*/ 1 w 107"/>
                  <a:gd name="T47" fmla="*/ 69 h 169"/>
                  <a:gd name="T48" fmla="*/ 5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5" y="60"/>
                    </a:moveTo>
                    <a:cubicBezTo>
                      <a:pt x="7" y="59"/>
                      <a:pt x="9" y="59"/>
                      <a:pt x="11" y="60"/>
                    </a:cubicBezTo>
                    <a:cubicBezTo>
                      <a:pt x="8" y="53"/>
                      <a:pt x="6" y="47"/>
                      <a:pt x="6" y="47"/>
                    </a:cubicBezTo>
                    <a:cubicBezTo>
                      <a:pt x="5" y="43"/>
                      <a:pt x="6" y="39"/>
                      <a:pt x="10" y="37"/>
                    </a:cubicBezTo>
                    <a:cubicBezTo>
                      <a:pt x="11" y="37"/>
                      <a:pt x="12" y="37"/>
                      <a:pt x="13" y="37"/>
                    </a:cubicBezTo>
                    <a:cubicBezTo>
                      <a:pt x="11" y="31"/>
                      <a:pt x="9" y="27"/>
                      <a:pt x="9" y="26"/>
                    </a:cubicBezTo>
                    <a:cubicBezTo>
                      <a:pt x="7" y="21"/>
                      <a:pt x="9" y="16"/>
                      <a:pt x="14" y="14"/>
                    </a:cubicBezTo>
                    <a:cubicBezTo>
                      <a:pt x="17" y="13"/>
                      <a:pt x="19" y="13"/>
                      <a:pt x="21" y="15"/>
                    </a:cubicBezTo>
                    <a:cubicBezTo>
                      <a:pt x="21" y="14"/>
                      <a:pt x="21" y="13"/>
                      <a:pt x="21" y="13"/>
                    </a:cubicBezTo>
                    <a:cubicBezTo>
                      <a:pt x="19" y="8"/>
                      <a:pt x="21" y="3"/>
                      <a:pt x="26" y="1"/>
                    </a:cubicBezTo>
                    <a:cubicBezTo>
                      <a:pt x="31" y="0"/>
                      <a:pt x="36" y="2"/>
                      <a:pt x="38" y="7"/>
                    </a:cubicBezTo>
                    <a:cubicBezTo>
                      <a:pt x="39" y="9"/>
                      <a:pt x="51" y="41"/>
                      <a:pt x="57" y="56"/>
                    </a:cubicBezTo>
                    <a:cubicBezTo>
                      <a:pt x="58" y="53"/>
                      <a:pt x="60" y="50"/>
                      <a:pt x="63" y="49"/>
                    </a:cubicBezTo>
                    <a:cubicBezTo>
                      <a:pt x="69" y="46"/>
                      <a:pt x="76" y="49"/>
                      <a:pt x="78" y="55"/>
                    </a:cubicBezTo>
                    <a:cubicBezTo>
                      <a:pt x="78" y="56"/>
                      <a:pt x="79" y="57"/>
                      <a:pt x="79" y="58"/>
                    </a:cubicBezTo>
                    <a:cubicBezTo>
                      <a:pt x="82" y="67"/>
                      <a:pt x="90" y="86"/>
                      <a:pt x="91" y="89"/>
                    </a:cubicBezTo>
                    <a:cubicBezTo>
                      <a:pt x="100" y="112"/>
                      <a:pt x="100" y="112"/>
                      <a:pt x="100" y="112"/>
                    </a:cubicBezTo>
                    <a:cubicBezTo>
                      <a:pt x="100" y="112"/>
                      <a:pt x="100" y="112"/>
                      <a:pt x="100" y="112"/>
                    </a:cubicBezTo>
                    <a:cubicBezTo>
                      <a:pt x="107" y="132"/>
                      <a:pt x="97" y="154"/>
                      <a:pt x="78" y="161"/>
                    </a:cubicBezTo>
                    <a:cubicBezTo>
                      <a:pt x="58" y="169"/>
                      <a:pt x="36" y="159"/>
                      <a:pt x="28" y="139"/>
                    </a:cubicBezTo>
                    <a:cubicBezTo>
                      <a:pt x="28" y="139"/>
                      <a:pt x="28" y="139"/>
                      <a:pt x="28" y="139"/>
                    </a:cubicBezTo>
                    <a:cubicBezTo>
                      <a:pt x="18" y="114"/>
                      <a:pt x="18" y="114"/>
                      <a:pt x="18" y="114"/>
                    </a:cubicBezTo>
                    <a:cubicBezTo>
                      <a:pt x="18" y="113"/>
                      <a:pt x="12" y="98"/>
                      <a:pt x="8" y="86"/>
                    </a:cubicBezTo>
                    <a:cubicBezTo>
                      <a:pt x="4" y="77"/>
                      <a:pt x="1" y="70"/>
                      <a:pt x="1" y="69"/>
                    </a:cubicBezTo>
                    <a:cubicBezTo>
                      <a:pt x="0" y="65"/>
                      <a:pt x="1" y="61"/>
                      <a:pt x="5"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9" name="Freeform 14"/>
              <p:cNvSpPr>
                <a:spLocks/>
              </p:cNvSpPr>
              <p:nvPr/>
            </p:nvSpPr>
            <p:spPr bwMode="auto">
              <a:xfrm>
                <a:off x="8973190" y="3436553"/>
                <a:ext cx="1862826" cy="958177"/>
              </a:xfrm>
              <a:custGeom>
                <a:avLst/>
                <a:gdLst>
                  <a:gd name="T0" fmla="*/ 1400 w 1478"/>
                  <a:gd name="T1" fmla="*/ 0 h 762"/>
                  <a:gd name="T2" fmla="*/ 1292 w 1478"/>
                  <a:gd name="T3" fmla="*/ 133 h 762"/>
                  <a:gd name="T4" fmla="*/ 1072 w 1478"/>
                  <a:gd name="T5" fmla="*/ 178 h 762"/>
                  <a:gd name="T6" fmla="*/ 898 w 1478"/>
                  <a:gd name="T7" fmla="*/ 72 h 762"/>
                  <a:gd name="T8" fmla="*/ 579 w 1478"/>
                  <a:gd name="T9" fmla="*/ 74 h 762"/>
                  <a:gd name="T10" fmla="*/ 406 w 1478"/>
                  <a:gd name="T11" fmla="*/ 178 h 762"/>
                  <a:gd name="T12" fmla="*/ 185 w 1478"/>
                  <a:gd name="T13" fmla="*/ 133 h 762"/>
                  <a:gd name="T14" fmla="*/ 78 w 1478"/>
                  <a:gd name="T15" fmla="*/ 0 h 762"/>
                  <a:gd name="T16" fmla="*/ 0 w 1478"/>
                  <a:gd name="T17" fmla="*/ 31 h 762"/>
                  <a:gd name="T18" fmla="*/ 139 w 1478"/>
                  <a:gd name="T19" fmla="*/ 203 h 762"/>
                  <a:gd name="T20" fmla="*/ 349 w 1478"/>
                  <a:gd name="T21" fmla="*/ 268 h 762"/>
                  <a:gd name="T22" fmla="*/ 422 w 1478"/>
                  <a:gd name="T23" fmla="*/ 261 h 762"/>
                  <a:gd name="T24" fmla="*/ 579 w 1478"/>
                  <a:gd name="T25" fmla="*/ 190 h 762"/>
                  <a:gd name="T26" fmla="*/ 579 w 1478"/>
                  <a:gd name="T27" fmla="*/ 762 h 762"/>
                  <a:gd name="T28" fmla="*/ 898 w 1478"/>
                  <a:gd name="T29" fmla="*/ 762 h 762"/>
                  <a:gd name="T30" fmla="*/ 898 w 1478"/>
                  <a:gd name="T31" fmla="*/ 189 h 762"/>
                  <a:gd name="T32" fmla="*/ 1128 w 1478"/>
                  <a:gd name="T33" fmla="*/ 267 h 762"/>
                  <a:gd name="T34" fmla="*/ 1339 w 1478"/>
                  <a:gd name="T35" fmla="*/ 203 h 762"/>
                  <a:gd name="T36" fmla="*/ 1478 w 1478"/>
                  <a:gd name="T37" fmla="*/ 31 h 762"/>
                  <a:gd name="T38" fmla="*/ 1400 w 1478"/>
                  <a:gd name="T39" fmla="*/ 0 h 7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78" h="762">
                    <a:moveTo>
                      <a:pt x="1400" y="0"/>
                    </a:move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762"/>
                      <a:pt x="579" y="762"/>
                      <a:pt x="579" y="762"/>
                    </a:cubicBezTo>
                    <a:cubicBezTo>
                      <a:pt x="898" y="762"/>
                      <a:pt x="898" y="762"/>
                      <a:pt x="898" y="762"/>
                    </a:cubicBezTo>
                    <a:cubicBezTo>
                      <a:pt x="898" y="189"/>
                      <a:pt x="898" y="189"/>
                      <a:pt x="898" y="189"/>
                    </a:cubicBezTo>
                    <a:cubicBezTo>
                      <a:pt x="964" y="241"/>
                      <a:pt x="1046" y="267"/>
                      <a:pt x="1128" y="267"/>
                    </a:cubicBezTo>
                    <a:cubicBezTo>
                      <a:pt x="1201" y="267"/>
                      <a:pt x="1274" y="247"/>
                      <a:pt x="1339" y="203"/>
                    </a:cubicBezTo>
                    <a:cubicBezTo>
                      <a:pt x="1402" y="161"/>
                      <a:pt x="1450" y="101"/>
                      <a:pt x="1478" y="31"/>
                    </a:cubicBezTo>
                    <a:lnTo>
                      <a:pt x="1400" y="0"/>
                    </a:lnTo>
                    <a:close/>
                  </a:path>
                </a:pathLst>
              </a:custGeom>
              <a:solidFill>
                <a:sysClr val="window" lastClr="FFFFFF">
                  <a:lumMod val="75000"/>
                </a:sysClr>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0" name="Freeform 15"/>
              <p:cNvSpPr>
                <a:spLocks/>
              </p:cNvSpPr>
              <p:nvPr/>
            </p:nvSpPr>
            <p:spPr bwMode="auto">
              <a:xfrm>
                <a:off x="8973190" y="3436552"/>
                <a:ext cx="1862827" cy="337236"/>
              </a:xfrm>
              <a:custGeom>
                <a:avLst/>
                <a:gdLst>
                  <a:gd name="T0" fmla="*/ 1128 w 1478"/>
                  <a:gd name="T1" fmla="*/ 267 h 268"/>
                  <a:gd name="T2" fmla="*/ 1339 w 1478"/>
                  <a:gd name="T3" fmla="*/ 203 h 268"/>
                  <a:gd name="T4" fmla="*/ 1478 w 1478"/>
                  <a:gd name="T5" fmla="*/ 31 h 268"/>
                  <a:gd name="T6" fmla="*/ 1400 w 1478"/>
                  <a:gd name="T7" fmla="*/ 0 h 268"/>
                  <a:gd name="T8" fmla="*/ 1292 w 1478"/>
                  <a:gd name="T9" fmla="*/ 133 h 268"/>
                  <a:gd name="T10" fmla="*/ 1072 w 1478"/>
                  <a:gd name="T11" fmla="*/ 178 h 268"/>
                  <a:gd name="T12" fmla="*/ 898 w 1478"/>
                  <a:gd name="T13" fmla="*/ 72 h 268"/>
                  <a:gd name="T14" fmla="*/ 579 w 1478"/>
                  <a:gd name="T15" fmla="*/ 74 h 268"/>
                  <a:gd name="T16" fmla="*/ 406 w 1478"/>
                  <a:gd name="T17" fmla="*/ 178 h 268"/>
                  <a:gd name="T18" fmla="*/ 185 w 1478"/>
                  <a:gd name="T19" fmla="*/ 133 h 268"/>
                  <a:gd name="T20" fmla="*/ 78 w 1478"/>
                  <a:gd name="T21" fmla="*/ 0 h 268"/>
                  <a:gd name="T22" fmla="*/ 0 w 1478"/>
                  <a:gd name="T23" fmla="*/ 31 h 268"/>
                  <a:gd name="T24" fmla="*/ 139 w 1478"/>
                  <a:gd name="T25" fmla="*/ 203 h 268"/>
                  <a:gd name="T26" fmla="*/ 349 w 1478"/>
                  <a:gd name="T27" fmla="*/ 268 h 268"/>
                  <a:gd name="T28" fmla="*/ 422 w 1478"/>
                  <a:gd name="T29" fmla="*/ 261 h 268"/>
                  <a:gd name="T30" fmla="*/ 579 w 1478"/>
                  <a:gd name="T31" fmla="*/ 190 h 268"/>
                  <a:gd name="T32" fmla="*/ 579 w 1478"/>
                  <a:gd name="T33" fmla="*/ 199 h 268"/>
                  <a:gd name="T34" fmla="*/ 613 w 1478"/>
                  <a:gd name="T35" fmla="*/ 85 h 268"/>
                  <a:gd name="T36" fmla="*/ 643 w 1478"/>
                  <a:gd name="T37" fmla="*/ 85 h 268"/>
                  <a:gd name="T38" fmla="*/ 713 w 1478"/>
                  <a:gd name="T39" fmla="*/ 135 h 268"/>
                  <a:gd name="T40" fmla="*/ 778 w 1478"/>
                  <a:gd name="T41" fmla="*/ 85 h 268"/>
                  <a:gd name="T42" fmla="*/ 835 w 1478"/>
                  <a:gd name="T43" fmla="*/ 85 h 268"/>
                  <a:gd name="T44" fmla="*/ 913 w 1478"/>
                  <a:gd name="T45" fmla="*/ 200 h 268"/>
                  <a:gd name="T46" fmla="*/ 1128 w 1478"/>
                  <a:gd name="T47" fmla="*/ 267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478" h="268">
                    <a:moveTo>
                      <a:pt x="1128" y="267"/>
                    </a:moveTo>
                    <a:cubicBezTo>
                      <a:pt x="1201" y="267"/>
                      <a:pt x="1274" y="247"/>
                      <a:pt x="1339" y="203"/>
                    </a:cubicBezTo>
                    <a:cubicBezTo>
                      <a:pt x="1402" y="161"/>
                      <a:pt x="1450" y="101"/>
                      <a:pt x="1478" y="31"/>
                    </a:cubicBezTo>
                    <a:cubicBezTo>
                      <a:pt x="1400" y="0"/>
                      <a:pt x="1400" y="0"/>
                      <a:pt x="1400" y="0"/>
                    </a:cubicBez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199"/>
                      <a:pt x="579" y="199"/>
                      <a:pt x="579" y="199"/>
                    </a:cubicBezTo>
                    <a:cubicBezTo>
                      <a:pt x="613" y="85"/>
                      <a:pt x="613" y="85"/>
                      <a:pt x="613" y="85"/>
                    </a:cubicBezTo>
                    <a:cubicBezTo>
                      <a:pt x="643" y="85"/>
                      <a:pt x="643" y="85"/>
                      <a:pt x="643" y="85"/>
                    </a:cubicBezTo>
                    <a:cubicBezTo>
                      <a:pt x="713" y="135"/>
                      <a:pt x="713" y="135"/>
                      <a:pt x="713" y="135"/>
                    </a:cubicBezTo>
                    <a:cubicBezTo>
                      <a:pt x="778" y="85"/>
                      <a:pt x="778" y="85"/>
                      <a:pt x="778" y="85"/>
                    </a:cubicBezTo>
                    <a:cubicBezTo>
                      <a:pt x="835" y="85"/>
                      <a:pt x="835" y="85"/>
                      <a:pt x="835" y="85"/>
                    </a:cubicBezTo>
                    <a:cubicBezTo>
                      <a:pt x="913" y="200"/>
                      <a:pt x="913" y="200"/>
                      <a:pt x="913" y="200"/>
                    </a:cubicBezTo>
                    <a:cubicBezTo>
                      <a:pt x="976" y="244"/>
                      <a:pt x="1052" y="267"/>
                      <a:pt x="1128" y="267"/>
                    </a:cubicBez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1" name="Freeform 35"/>
              <p:cNvSpPr>
                <a:spLocks/>
              </p:cNvSpPr>
              <p:nvPr/>
            </p:nvSpPr>
            <p:spPr bwMode="auto">
              <a:xfrm>
                <a:off x="9481720" y="3080582"/>
                <a:ext cx="291736" cy="291736"/>
              </a:xfrm>
              <a:custGeom>
                <a:avLst/>
                <a:gdLst>
                  <a:gd name="T0" fmla="*/ 92 w 232"/>
                  <a:gd name="T1" fmla="*/ 232 h 232"/>
                  <a:gd name="T2" fmla="*/ 139 w 232"/>
                  <a:gd name="T3" fmla="*/ 0 h 232"/>
                  <a:gd name="T4" fmla="*/ 92 w 232"/>
                  <a:gd name="T5" fmla="*/ 232 h 232"/>
                </a:gdLst>
                <a:ahLst/>
                <a:cxnLst>
                  <a:cxn ang="0">
                    <a:pos x="T0" y="T1"/>
                  </a:cxn>
                  <a:cxn ang="0">
                    <a:pos x="T2" y="T3"/>
                  </a:cxn>
                  <a:cxn ang="0">
                    <a:pos x="T4" y="T5"/>
                  </a:cxn>
                </a:cxnLst>
                <a:rect l="0" t="0" r="r" b="b"/>
                <a:pathLst>
                  <a:path w="232" h="232">
                    <a:moveTo>
                      <a:pt x="92" y="232"/>
                    </a:moveTo>
                    <a:cubicBezTo>
                      <a:pt x="92" y="232"/>
                      <a:pt x="0" y="92"/>
                      <a:pt x="139" y="0"/>
                    </a:cubicBezTo>
                    <a:cubicBezTo>
                      <a:pt x="139" y="0"/>
                      <a:pt x="232" y="139"/>
                      <a:pt x="92" y="232"/>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2" name="Freeform 36"/>
              <p:cNvSpPr>
                <a:spLocks/>
              </p:cNvSpPr>
              <p:nvPr/>
            </p:nvSpPr>
            <p:spPr bwMode="auto">
              <a:xfrm>
                <a:off x="9444250" y="3152847"/>
                <a:ext cx="278353" cy="278353"/>
              </a:xfrm>
              <a:custGeom>
                <a:avLst/>
                <a:gdLst>
                  <a:gd name="T0" fmla="*/ 153 w 220"/>
                  <a:gd name="T1" fmla="*/ 221 h 221"/>
                  <a:gd name="T2" fmla="*/ 67 w 220"/>
                  <a:gd name="T3" fmla="*/ 0 h 221"/>
                  <a:gd name="T4" fmla="*/ 153 w 220"/>
                  <a:gd name="T5" fmla="*/ 221 h 221"/>
                </a:gdLst>
                <a:ahLst/>
                <a:cxnLst>
                  <a:cxn ang="0">
                    <a:pos x="T0" y="T1"/>
                  </a:cxn>
                  <a:cxn ang="0">
                    <a:pos x="T2" y="T3"/>
                  </a:cxn>
                  <a:cxn ang="0">
                    <a:pos x="T4" y="T5"/>
                  </a:cxn>
                </a:cxnLst>
                <a:rect l="0" t="0" r="r" b="b"/>
                <a:pathLst>
                  <a:path w="220" h="221">
                    <a:moveTo>
                      <a:pt x="153" y="221"/>
                    </a:moveTo>
                    <a:cubicBezTo>
                      <a:pt x="153" y="221"/>
                      <a:pt x="0" y="153"/>
                      <a:pt x="67" y="0"/>
                    </a:cubicBezTo>
                    <a:cubicBezTo>
                      <a:pt x="67" y="0"/>
                      <a:pt x="220" y="68"/>
                      <a:pt x="153" y="221"/>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3" name="Freeform 37"/>
              <p:cNvSpPr>
                <a:spLocks/>
              </p:cNvSpPr>
              <p:nvPr/>
            </p:nvSpPr>
            <p:spPr bwMode="auto">
              <a:xfrm>
                <a:off x="9529897" y="3292023"/>
                <a:ext cx="270324" cy="283706"/>
              </a:xfrm>
              <a:custGeom>
                <a:avLst/>
                <a:gdLst>
                  <a:gd name="T0" fmla="*/ 216 w 216"/>
                  <a:gd name="T1" fmla="*/ 156 h 224"/>
                  <a:gd name="T2" fmla="*/ 0 w 216"/>
                  <a:gd name="T3" fmla="*/ 61 h 224"/>
                  <a:gd name="T4" fmla="*/ 216 w 216"/>
                  <a:gd name="T5" fmla="*/ 156 h 224"/>
                </a:gdLst>
                <a:ahLst/>
                <a:cxnLst>
                  <a:cxn ang="0">
                    <a:pos x="T0" y="T1"/>
                  </a:cxn>
                  <a:cxn ang="0">
                    <a:pos x="T2" y="T3"/>
                  </a:cxn>
                  <a:cxn ang="0">
                    <a:pos x="T4" y="T5"/>
                  </a:cxn>
                </a:cxnLst>
                <a:rect l="0" t="0" r="r" b="b"/>
                <a:pathLst>
                  <a:path w="216" h="224">
                    <a:moveTo>
                      <a:pt x="216" y="156"/>
                    </a:moveTo>
                    <a:cubicBezTo>
                      <a:pt x="206" y="160"/>
                      <a:pt x="63" y="224"/>
                      <a:pt x="0" y="61"/>
                    </a:cubicBezTo>
                    <a:cubicBezTo>
                      <a:pt x="0" y="61"/>
                      <a:pt x="156" y="0"/>
                      <a:pt x="216" y="156"/>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4" name="Freeform 38"/>
              <p:cNvSpPr>
                <a:spLocks/>
              </p:cNvSpPr>
              <p:nvPr/>
            </p:nvSpPr>
            <p:spPr bwMode="auto">
              <a:xfrm>
                <a:off x="9596809" y="3281317"/>
                <a:ext cx="222147" cy="187353"/>
              </a:xfrm>
              <a:custGeom>
                <a:avLst/>
                <a:gdLst>
                  <a:gd name="T0" fmla="*/ 83 w 83"/>
                  <a:gd name="T1" fmla="*/ 31 h 70"/>
                  <a:gd name="T2" fmla="*/ 65 w 83"/>
                  <a:gd name="T3" fmla="*/ 70 h 70"/>
                  <a:gd name="T4" fmla="*/ 0 w 83"/>
                  <a:gd name="T5" fmla="*/ 39 h 70"/>
                  <a:gd name="T6" fmla="*/ 18 w 83"/>
                  <a:gd name="T7" fmla="*/ 0 h 70"/>
                  <a:gd name="T8" fmla="*/ 83 w 83"/>
                  <a:gd name="T9" fmla="*/ 31 h 70"/>
                </a:gdLst>
                <a:ahLst/>
                <a:cxnLst>
                  <a:cxn ang="0">
                    <a:pos x="T0" y="T1"/>
                  </a:cxn>
                  <a:cxn ang="0">
                    <a:pos x="T2" y="T3"/>
                  </a:cxn>
                  <a:cxn ang="0">
                    <a:pos x="T4" y="T5"/>
                  </a:cxn>
                  <a:cxn ang="0">
                    <a:pos x="T6" y="T7"/>
                  </a:cxn>
                  <a:cxn ang="0">
                    <a:pos x="T8" y="T9"/>
                  </a:cxn>
                </a:cxnLst>
                <a:rect l="0" t="0" r="r" b="b"/>
                <a:pathLst>
                  <a:path w="83" h="70">
                    <a:moveTo>
                      <a:pt x="83" y="31"/>
                    </a:moveTo>
                    <a:lnTo>
                      <a:pt x="65" y="70"/>
                    </a:lnTo>
                    <a:lnTo>
                      <a:pt x="0" y="39"/>
                    </a:lnTo>
                    <a:lnTo>
                      <a:pt x="18" y="0"/>
                    </a:lnTo>
                    <a:lnTo>
                      <a:pt x="83" y="31"/>
                    </a:ln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5" name="Freeform 39"/>
              <p:cNvSpPr>
                <a:spLocks/>
              </p:cNvSpPr>
              <p:nvPr/>
            </p:nvSpPr>
            <p:spPr bwMode="auto">
              <a:xfrm>
                <a:off x="9626250" y="3171582"/>
                <a:ext cx="372030" cy="414853"/>
              </a:xfrm>
              <a:custGeom>
                <a:avLst/>
                <a:gdLst>
                  <a:gd name="T0" fmla="*/ 17 w 296"/>
                  <a:gd name="T1" fmla="*/ 0 h 330"/>
                  <a:gd name="T2" fmla="*/ 15 w 296"/>
                  <a:gd name="T3" fmla="*/ 73 h 330"/>
                  <a:gd name="T4" fmla="*/ 0 w 296"/>
                  <a:gd name="T5" fmla="*/ 90 h 330"/>
                  <a:gd name="T6" fmla="*/ 84 w 296"/>
                  <a:gd name="T7" fmla="*/ 125 h 330"/>
                  <a:gd name="T8" fmla="*/ 90 w 296"/>
                  <a:gd name="T9" fmla="*/ 129 h 330"/>
                  <a:gd name="T10" fmla="*/ 109 w 296"/>
                  <a:gd name="T11" fmla="*/ 146 h 330"/>
                  <a:gd name="T12" fmla="*/ 101 w 296"/>
                  <a:gd name="T13" fmla="*/ 163 h 330"/>
                  <a:gd name="T14" fmla="*/ 88 w 296"/>
                  <a:gd name="T15" fmla="*/ 155 h 330"/>
                  <a:gd name="T16" fmla="*/ 61 w 296"/>
                  <a:gd name="T17" fmla="*/ 161 h 330"/>
                  <a:gd name="T18" fmla="*/ 67 w 296"/>
                  <a:gd name="T19" fmla="*/ 189 h 330"/>
                  <a:gd name="T20" fmla="*/ 89 w 296"/>
                  <a:gd name="T21" fmla="*/ 203 h 330"/>
                  <a:gd name="T22" fmla="*/ 122 w 296"/>
                  <a:gd name="T23" fmla="*/ 223 h 330"/>
                  <a:gd name="T24" fmla="*/ 132 w 296"/>
                  <a:gd name="T25" fmla="*/ 291 h 330"/>
                  <a:gd name="T26" fmla="*/ 201 w 296"/>
                  <a:gd name="T27" fmla="*/ 330 h 330"/>
                  <a:gd name="T28" fmla="*/ 248 w 296"/>
                  <a:gd name="T29" fmla="*/ 205 h 330"/>
                  <a:gd name="T30" fmla="*/ 282 w 296"/>
                  <a:gd name="T31" fmla="*/ 176 h 330"/>
                  <a:gd name="T32" fmla="*/ 296 w 296"/>
                  <a:gd name="T33" fmla="*/ 153 h 330"/>
                  <a:gd name="T34" fmla="*/ 208 w 296"/>
                  <a:gd name="T35" fmla="*/ 89 h 330"/>
                  <a:gd name="T36" fmla="*/ 223 w 296"/>
                  <a:gd name="T37" fmla="*/ 64 h 330"/>
                  <a:gd name="T38" fmla="*/ 17 w 296"/>
                  <a:gd name="T39" fmla="*/ 0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96" h="330">
                    <a:moveTo>
                      <a:pt x="17" y="0"/>
                    </a:moveTo>
                    <a:cubicBezTo>
                      <a:pt x="30" y="20"/>
                      <a:pt x="30" y="48"/>
                      <a:pt x="15" y="73"/>
                    </a:cubicBezTo>
                    <a:cubicBezTo>
                      <a:pt x="10" y="79"/>
                      <a:pt x="6" y="85"/>
                      <a:pt x="0" y="90"/>
                    </a:cubicBezTo>
                    <a:cubicBezTo>
                      <a:pt x="27" y="95"/>
                      <a:pt x="56" y="107"/>
                      <a:pt x="84" y="125"/>
                    </a:cubicBezTo>
                    <a:cubicBezTo>
                      <a:pt x="86" y="126"/>
                      <a:pt x="88" y="127"/>
                      <a:pt x="90" y="129"/>
                    </a:cubicBezTo>
                    <a:cubicBezTo>
                      <a:pt x="101" y="139"/>
                      <a:pt x="109" y="146"/>
                      <a:pt x="109" y="146"/>
                    </a:cubicBezTo>
                    <a:cubicBezTo>
                      <a:pt x="106" y="152"/>
                      <a:pt x="104" y="158"/>
                      <a:pt x="101" y="163"/>
                    </a:cubicBezTo>
                    <a:cubicBezTo>
                      <a:pt x="96" y="160"/>
                      <a:pt x="91" y="156"/>
                      <a:pt x="88" y="155"/>
                    </a:cubicBezTo>
                    <a:cubicBezTo>
                      <a:pt x="79" y="149"/>
                      <a:pt x="67" y="152"/>
                      <a:pt x="61" y="161"/>
                    </a:cubicBezTo>
                    <a:cubicBezTo>
                      <a:pt x="55" y="171"/>
                      <a:pt x="58" y="183"/>
                      <a:pt x="67" y="189"/>
                    </a:cubicBezTo>
                    <a:cubicBezTo>
                      <a:pt x="71" y="191"/>
                      <a:pt x="85" y="200"/>
                      <a:pt x="89" y="203"/>
                    </a:cubicBezTo>
                    <a:cubicBezTo>
                      <a:pt x="90" y="203"/>
                      <a:pt x="122" y="223"/>
                      <a:pt x="122" y="223"/>
                    </a:cubicBezTo>
                    <a:cubicBezTo>
                      <a:pt x="122" y="239"/>
                      <a:pt x="132" y="291"/>
                      <a:pt x="132" y="291"/>
                    </a:cubicBezTo>
                    <a:cubicBezTo>
                      <a:pt x="201" y="330"/>
                      <a:pt x="201" y="330"/>
                      <a:pt x="201" y="330"/>
                    </a:cubicBezTo>
                    <a:cubicBezTo>
                      <a:pt x="248" y="205"/>
                      <a:pt x="248" y="205"/>
                      <a:pt x="248" y="205"/>
                    </a:cubicBezTo>
                    <a:cubicBezTo>
                      <a:pt x="260" y="195"/>
                      <a:pt x="273" y="191"/>
                      <a:pt x="282" y="176"/>
                    </a:cubicBezTo>
                    <a:cubicBezTo>
                      <a:pt x="287" y="168"/>
                      <a:pt x="293" y="162"/>
                      <a:pt x="296" y="153"/>
                    </a:cubicBezTo>
                    <a:cubicBezTo>
                      <a:pt x="208" y="89"/>
                      <a:pt x="208" y="89"/>
                      <a:pt x="208" y="89"/>
                    </a:cubicBezTo>
                    <a:cubicBezTo>
                      <a:pt x="223" y="64"/>
                      <a:pt x="223" y="64"/>
                      <a:pt x="223" y="64"/>
                    </a:cubicBezTo>
                    <a:lnTo>
                      <a:pt x="17" y="0"/>
                    </a:ln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6" name="Freeform 40"/>
              <p:cNvSpPr>
                <a:spLocks/>
              </p:cNvSpPr>
              <p:nvPr/>
            </p:nvSpPr>
            <p:spPr bwMode="auto">
              <a:xfrm>
                <a:off x="9778809" y="3259906"/>
                <a:ext cx="18735" cy="18735"/>
              </a:xfrm>
              <a:custGeom>
                <a:avLst/>
                <a:gdLst>
                  <a:gd name="T0" fmla="*/ 11 w 15"/>
                  <a:gd name="T1" fmla="*/ 2 h 16"/>
                  <a:gd name="T2" fmla="*/ 13 w 15"/>
                  <a:gd name="T3" fmla="*/ 12 h 16"/>
                  <a:gd name="T4" fmla="*/ 4 w 15"/>
                  <a:gd name="T5" fmla="*/ 14 h 16"/>
                  <a:gd name="T6" fmla="*/ 2 w 15"/>
                  <a:gd name="T7" fmla="*/ 5 h 16"/>
                  <a:gd name="T8" fmla="*/ 11 w 15"/>
                  <a:gd name="T9" fmla="*/ 2 h 16"/>
                </a:gdLst>
                <a:ahLst/>
                <a:cxnLst>
                  <a:cxn ang="0">
                    <a:pos x="T0" y="T1"/>
                  </a:cxn>
                  <a:cxn ang="0">
                    <a:pos x="T2" y="T3"/>
                  </a:cxn>
                  <a:cxn ang="0">
                    <a:pos x="T4" y="T5"/>
                  </a:cxn>
                  <a:cxn ang="0">
                    <a:pos x="T6" y="T7"/>
                  </a:cxn>
                  <a:cxn ang="0">
                    <a:pos x="T8" y="T9"/>
                  </a:cxn>
                </a:cxnLst>
                <a:rect l="0" t="0" r="r" b="b"/>
                <a:pathLst>
                  <a:path w="15" h="16">
                    <a:moveTo>
                      <a:pt x="11" y="2"/>
                    </a:moveTo>
                    <a:cubicBezTo>
                      <a:pt x="14" y="4"/>
                      <a:pt x="15" y="9"/>
                      <a:pt x="13" y="12"/>
                    </a:cubicBezTo>
                    <a:cubicBezTo>
                      <a:pt x="11" y="15"/>
                      <a:pt x="7" y="16"/>
                      <a:pt x="4" y="14"/>
                    </a:cubicBezTo>
                    <a:cubicBezTo>
                      <a:pt x="1" y="12"/>
                      <a:pt x="0" y="8"/>
                      <a:pt x="2" y="5"/>
                    </a:cubicBezTo>
                    <a:cubicBezTo>
                      <a:pt x="4" y="1"/>
                      <a:pt x="8" y="0"/>
                      <a:pt x="11" y="2"/>
                    </a:cubicBezTo>
                    <a:close/>
                  </a:path>
                </a:pathLst>
              </a:custGeom>
              <a:solidFill>
                <a:srgbClr val="002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7" name="Freeform 41"/>
              <p:cNvSpPr>
                <a:spLocks/>
              </p:cNvSpPr>
              <p:nvPr/>
            </p:nvSpPr>
            <p:spPr bwMode="auto">
              <a:xfrm>
                <a:off x="9816280" y="3356259"/>
                <a:ext cx="179324" cy="230177"/>
              </a:xfrm>
              <a:custGeom>
                <a:avLst/>
                <a:gdLst>
                  <a:gd name="T0" fmla="*/ 130 w 142"/>
                  <a:gd name="T1" fmla="*/ 0 h 184"/>
                  <a:gd name="T2" fmla="*/ 46 w 142"/>
                  <a:gd name="T3" fmla="*/ 69 h 184"/>
                  <a:gd name="T4" fmla="*/ 0 w 142"/>
                  <a:gd name="T5" fmla="*/ 59 h 184"/>
                  <a:gd name="T6" fmla="*/ 26 w 142"/>
                  <a:gd name="T7" fmla="*/ 171 h 184"/>
                  <a:gd name="T8" fmla="*/ 50 w 142"/>
                  <a:gd name="T9" fmla="*/ 184 h 184"/>
                  <a:gd name="T10" fmla="*/ 103 w 142"/>
                  <a:gd name="T11" fmla="*/ 137 h 184"/>
                  <a:gd name="T12" fmla="*/ 99 w 142"/>
                  <a:gd name="T13" fmla="*/ 75 h 184"/>
                  <a:gd name="T14" fmla="*/ 128 w 142"/>
                  <a:gd name="T15" fmla="*/ 38 h 184"/>
                  <a:gd name="T16" fmla="*/ 129 w 142"/>
                  <a:gd name="T17" fmla="*/ 33 h 184"/>
                  <a:gd name="T18" fmla="*/ 132 w 142"/>
                  <a:gd name="T19" fmla="*/ 31 h 184"/>
                  <a:gd name="T20" fmla="*/ 142 w 142"/>
                  <a:gd name="T21" fmla="*/ 7 h 184"/>
                  <a:gd name="T22" fmla="*/ 130 w 142"/>
                  <a:gd name="T23" fmla="*/ 0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2" h="184">
                    <a:moveTo>
                      <a:pt x="130" y="0"/>
                    </a:moveTo>
                    <a:cubicBezTo>
                      <a:pt x="46" y="69"/>
                      <a:pt x="46" y="69"/>
                      <a:pt x="46" y="69"/>
                    </a:cubicBezTo>
                    <a:cubicBezTo>
                      <a:pt x="0" y="59"/>
                      <a:pt x="0" y="59"/>
                      <a:pt x="0" y="59"/>
                    </a:cubicBezTo>
                    <a:cubicBezTo>
                      <a:pt x="26" y="171"/>
                      <a:pt x="26" y="171"/>
                      <a:pt x="26" y="171"/>
                    </a:cubicBezTo>
                    <a:cubicBezTo>
                      <a:pt x="50" y="184"/>
                      <a:pt x="50" y="184"/>
                      <a:pt x="50" y="184"/>
                    </a:cubicBezTo>
                    <a:cubicBezTo>
                      <a:pt x="103" y="137"/>
                      <a:pt x="103" y="137"/>
                      <a:pt x="103" y="137"/>
                    </a:cubicBezTo>
                    <a:cubicBezTo>
                      <a:pt x="99" y="75"/>
                      <a:pt x="99" y="75"/>
                      <a:pt x="99" y="75"/>
                    </a:cubicBezTo>
                    <a:cubicBezTo>
                      <a:pt x="110" y="64"/>
                      <a:pt x="120" y="52"/>
                      <a:pt x="128" y="38"/>
                    </a:cubicBezTo>
                    <a:cubicBezTo>
                      <a:pt x="128" y="36"/>
                      <a:pt x="128" y="35"/>
                      <a:pt x="129" y="33"/>
                    </a:cubicBezTo>
                    <a:cubicBezTo>
                      <a:pt x="130" y="32"/>
                      <a:pt x="131" y="32"/>
                      <a:pt x="132" y="31"/>
                    </a:cubicBezTo>
                    <a:cubicBezTo>
                      <a:pt x="136" y="23"/>
                      <a:pt x="139" y="15"/>
                      <a:pt x="142" y="7"/>
                    </a:cubicBezTo>
                    <a:lnTo>
                      <a:pt x="130" y="0"/>
                    </a:lnTo>
                    <a:close/>
                  </a:path>
                </a:pathLst>
              </a:custGeom>
              <a:solidFill>
                <a:srgbClr val="FFB9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sp>
        <p:nvSpPr>
          <p:cNvPr id="48" name="TextBox 47"/>
          <p:cNvSpPr txBox="1"/>
          <p:nvPr userDrawn="1"/>
        </p:nvSpPr>
        <p:spPr>
          <a:xfrm>
            <a:off x="148079" y="296862"/>
            <a:ext cx="4337341" cy="683264"/>
          </a:xfrm>
          <a:prstGeom prst="rect">
            <a:avLst/>
          </a:prstGeom>
          <a:noFill/>
        </p:spPr>
        <p:txBody>
          <a:bodyPr wrap="none" lIns="182880" tIns="146304" rIns="182880" bIns="146304" rtlCol="0">
            <a:spAutoFit/>
          </a:bodyPr>
          <a:lstStyle/>
          <a:p>
            <a:pPr>
              <a:lnSpc>
                <a:spcPct val="90000"/>
              </a:lnSpc>
              <a:spcAft>
                <a:spcPts val="600"/>
              </a:spcAft>
            </a:pPr>
            <a:r>
              <a:rPr lang="en-US" sz="2800">
                <a:solidFill>
                  <a:schemeClr val="bg1"/>
                </a:solidFill>
                <a:latin typeface="+mj-lt"/>
              </a:rPr>
              <a:t>Microsoft Virtual Academy</a:t>
            </a:r>
          </a:p>
        </p:txBody>
      </p:sp>
    </p:spTree>
    <p:extLst>
      <p:ext uri="{BB962C8B-B14F-4D97-AF65-F5344CB8AC3E}">
        <p14:creationId xmlns:p14="http://schemas.microsoft.com/office/powerpoint/2010/main" val="186086821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Title Slide">
    <p:bg>
      <p:bgPr>
        <a:solidFill>
          <a:srgbClr val="0072C6"/>
        </a:solidFill>
        <a:effectLst/>
      </p:bgPr>
    </p:bg>
    <p:spTree>
      <p:nvGrpSpPr>
        <p:cNvPr id="1" name=""/>
        <p:cNvGrpSpPr/>
        <p:nvPr/>
      </p:nvGrpSpPr>
      <p:grpSpPr>
        <a:xfrm>
          <a:off x="0" y="0"/>
          <a:ext cx="0" cy="0"/>
          <a:chOff x="0" y="0"/>
          <a:chExt cx="0" cy="0"/>
        </a:xfrm>
      </p:grpSpPr>
      <p:pic>
        <p:nvPicPr>
          <p:cNvPr id="90" name="Picture 8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50837" y="6143778"/>
            <a:ext cx="2283588" cy="373062"/>
          </a:xfrm>
          <a:prstGeom prst="rect">
            <a:avLst/>
          </a:prstGeom>
        </p:spPr>
      </p:pic>
      <p:sp>
        <p:nvSpPr>
          <p:cNvPr id="2" name="Rectangle 1"/>
          <p:cNvSpPr/>
          <p:nvPr userDrawn="1"/>
        </p:nvSpPr>
        <p:spPr bwMode="auto">
          <a:xfrm>
            <a:off x="8809037" y="0"/>
            <a:ext cx="3627437" cy="6994525"/>
          </a:xfrm>
          <a:prstGeom prst="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2" hasCustomPrompt="1"/>
          </p:nvPr>
        </p:nvSpPr>
        <p:spPr>
          <a:xfrm>
            <a:off x="274638" y="2774679"/>
            <a:ext cx="8436348" cy="914400"/>
          </a:xfrm>
          <a:noFill/>
        </p:spPr>
        <p:txBody>
          <a:bodyPr lIns="91440" tIns="91440" rIns="91440" bIns="91440">
            <a:noAutofit/>
          </a:bodyPr>
          <a:lstStyle>
            <a:lvl1pPr marL="0" indent="0">
              <a:spcBef>
                <a:spcPts val="0"/>
              </a:spcBef>
              <a:buNone/>
              <a:defRPr sz="2800" spc="0" baseline="0">
                <a:solidFill>
                  <a:schemeClr val="bg1"/>
                </a:solidFill>
                <a:latin typeface="+mj-lt"/>
              </a:defRPr>
            </a:lvl1pPr>
          </a:lstStyle>
          <a:p>
            <a:pPr lvl="0"/>
            <a:r>
              <a:rPr lang="en-US" dirty="0"/>
              <a:t>Speaker Name</a:t>
            </a:r>
          </a:p>
        </p:txBody>
      </p:sp>
      <p:sp>
        <p:nvSpPr>
          <p:cNvPr id="9" name="Title 1"/>
          <p:cNvSpPr>
            <a:spLocks noGrp="1"/>
          </p:cNvSpPr>
          <p:nvPr>
            <p:ph type="title" hasCustomPrompt="1"/>
          </p:nvPr>
        </p:nvSpPr>
        <p:spPr>
          <a:xfrm>
            <a:off x="274637" y="1677399"/>
            <a:ext cx="8436348" cy="1097280"/>
          </a:xfrm>
          <a:noFill/>
        </p:spPr>
        <p:txBody>
          <a:bodyPr lIns="91440" tIns="91440" rIns="91440" bIns="91440" anchor="t" anchorCtr="0"/>
          <a:lstStyle>
            <a:lvl1pPr>
              <a:defRPr sz="6000" spc="-80" baseline="0">
                <a:solidFill>
                  <a:schemeClr val="bg1"/>
                </a:solidFill>
              </a:defRPr>
            </a:lvl1pPr>
          </a:lstStyle>
          <a:p>
            <a:r>
              <a:rPr lang="en-US" dirty="0"/>
              <a:t>Presentation title</a:t>
            </a:r>
          </a:p>
        </p:txBody>
      </p:sp>
      <p:grpSp>
        <p:nvGrpSpPr>
          <p:cNvPr id="49" name="Group 48"/>
          <p:cNvGrpSpPr/>
          <p:nvPr userDrawn="1"/>
        </p:nvGrpSpPr>
        <p:grpSpPr>
          <a:xfrm>
            <a:off x="9258067" y="1695132"/>
            <a:ext cx="2805578" cy="3604260"/>
            <a:chOff x="4173933" y="1990739"/>
            <a:chExt cx="2457160" cy="3156656"/>
          </a:xfrm>
        </p:grpSpPr>
        <p:sp>
          <p:nvSpPr>
            <p:cNvPr id="50" name="Freeform 8"/>
            <p:cNvSpPr>
              <a:spLocks noEditPoints="1"/>
            </p:cNvSpPr>
            <p:nvPr/>
          </p:nvSpPr>
          <p:spPr bwMode="auto">
            <a:xfrm>
              <a:off x="4825097" y="2367213"/>
              <a:ext cx="1197063" cy="1195470"/>
            </a:xfrm>
            <a:custGeom>
              <a:avLst/>
              <a:gdLst>
                <a:gd name="T0" fmla="*/ 670 w 1598"/>
                <a:gd name="T1" fmla="*/ 1577 h 1597"/>
                <a:gd name="T2" fmla="*/ 760 w 1598"/>
                <a:gd name="T3" fmla="*/ 1597 h 1597"/>
                <a:gd name="T4" fmla="*/ 917 w 1598"/>
                <a:gd name="T5" fmla="*/ 1569 h 1597"/>
                <a:gd name="T6" fmla="*/ 839 w 1598"/>
                <a:gd name="T7" fmla="*/ 1597 h 1597"/>
                <a:gd name="T8" fmla="*/ 516 w 1598"/>
                <a:gd name="T9" fmla="*/ 1535 h 1597"/>
                <a:gd name="T10" fmla="*/ 602 w 1598"/>
                <a:gd name="T11" fmla="*/ 1573 h 1597"/>
                <a:gd name="T12" fmla="*/ 1070 w 1598"/>
                <a:gd name="T13" fmla="*/ 1529 h 1597"/>
                <a:gd name="T14" fmla="*/ 997 w 1598"/>
                <a:gd name="T15" fmla="*/ 1573 h 1597"/>
                <a:gd name="T16" fmla="*/ 374 w 1598"/>
                <a:gd name="T17" fmla="*/ 1463 h 1597"/>
                <a:gd name="T18" fmla="*/ 452 w 1598"/>
                <a:gd name="T19" fmla="*/ 1517 h 1597"/>
                <a:gd name="T20" fmla="*/ 1211 w 1598"/>
                <a:gd name="T21" fmla="*/ 1460 h 1597"/>
                <a:gd name="T22" fmla="*/ 1147 w 1598"/>
                <a:gd name="T23" fmla="*/ 1517 h 1597"/>
                <a:gd name="T24" fmla="*/ 249 w 1598"/>
                <a:gd name="T25" fmla="*/ 1364 h 1597"/>
                <a:gd name="T26" fmla="*/ 317 w 1598"/>
                <a:gd name="T27" fmla="*/ 1433 h 1597"/>
                <a:gd name="T28" fmla="*/ 1336 w 1598"/>
                <a:gd name="T29" fmla="*/ 1363 h 1597"/>
                <a:gd name="T30" fmla="*/ 1282 w 1598"/>
                <a:gd name="T31" fmla="*/ 1432 h 1597"/>
                <a:gd name="T32" fmla="*/ 146 w 1598"/>
                <a:gd name="T33" fmla="*/ 1242 h 1597"/>
                <a:gd name="T34" fmla="*/ 201 w 1598"/>
                <a:gd name="T35" fmla="*/ 1323 h 1597"/>
                <a:gd name="T36" fmla="*/ 1438 w 1598"/>
                <a:gd name="T37" fmla="*/ 1244 h 1597"/>
                <a:gd name="T38" fmla="*/ 1398 w 1598"/>
                <a:gd name="T39" fmla="*/ 1323 h 1597"/>
                <a:gd name="T40" fmla="*/ 71 w 1598"/>
                <a:gd name="T41" fmla="*/ 1102 h 1597"/>
                <a:gd name="T42" fmla="*/ 110 w 1598"/>
                <a:gd name="T43" fmla="*/ 1192 h 1597"/>
                <a:gd name="T44" fmla="*/ 1515 w 1598"/>
                <a:gd name="T45" fmla="*/ 1106 h 1597"/>
                <a:gd name="T46" fmla="*/ 1489 w 1598"/>
                <a:gd name="T47" fmla="*/ 1192 h 1597"/>
                <a:gd name="T48" fmla="*/ 25 w 1598"/>
                <a:gd name="T49" fmla="*/ 949 h 1597"/>
                <a:gd name="T50" fmla="*/ 47 w 1598"/>
                <a:gd name="T51" fmla="*/ 1046 h 1597"/>
                <a:gd name="T52" fmla="*/ 1562 w 1598"/>
                <a:gd name="T53" fmla="*/ 956 h 1597"/>
                <a:gd name="T54" fmla="*/ 1552 w 1598"/>
                <a:gd name="T55" fmla="*/ 1045 h 1597"/>
                <a:gd name="T56" fmla="*/ 10 w 1598"/>
                <a:gd name="T57" fmla="*/ 790 h 1597"/>
                <a:gd name="T58" fmla="*/ 16 w 1598"/>
                <a:gd name="T59" fmla="*/ 890 h 1597"/>
                <a:gd name="T60" fmla="*/ 1574 w 1598"/>
                <a:gd name="T61" fmla="*/ 878 h 1597"/>
                <a:gd name="T62" fmla="*/ 1598 w 1598"/>
                <a:gd name="T63" fmla="*/ 797 h 1597"/>
                <a:gd name="T64" fmla="*/ 14 w 1598"/>
                <a:gd name="T65" fmla="*/ 730 h 1597"/>
                <a:gd name="T66" fmla="*/ 28 w 1598"/>
                <a:gd name="T67" fmla="*/ 631 h 1597"/>
                <a:gd name="T68" fmla="*/ 1584 w 1598"/>
                <a:gd name="T69" fmla="*/ 727 h 1597"/>
                <a:gd name="T70" fmla="*/ 1581 w 1598"/>
                <a:gd name="T71" fmla="*/ 637 h 1597"/>
                <a:gd name="T72" fmla="*/ 46 w 1598"/>
                <a:gd name="T73" fmla="*/ 574 h 1597"/>
                <a:gd name="T74" fmla="*/ 78 w 1598"/>
                <a:gd name="T75" fmla="*/ 480 h 1597"/>
                <a:gd name="T76" fmla="*/ 1551 w 1598"/>
                <a:gd name="T77" fmla="*/ 571 h 1597"/>
                <a:gd name="T78" fmla="*/ 1533 w 1598"/>
                <a:gd name="T79" fmla="*/ 482 h 1597"/>
                <a:gd name="T80" fmla="*/ 109 w 1598"/>
                <a:gd name="T81" fmla="*/ 427 h 1597"/>
                <a:gd name="T82" fmla="*/ 157 w 1598"/>
                <a:gd name="T83" fmla="*/ 341 h 1597"/>
                <a:gd name="T84" fmla="*/ 1488 w 1598"/>
                <a:gd name="T85" fmla="*/ 425 h 1597"/>
                <a:gd name="T86" fmla="*/ 1454 w 1598"/>
                <a:gd name="T87" fmla="*/ 341 h 1597"/>
                <a:gd name="T88" fmla="*/ 200 w 1598"/>
                <a:gd name="T89" fmla="*/ 296 h 1597"/>
                <a:gd name="T90" fmla="*/ 262 w 1598"/>
                <a:gd name="T91" fmla="*/ 221 h 1597"/>
                <a:gd name="T92" fmla="*/ 1396 w 1598"/>
                <a:gd name="T93" fmla="*/ 294 h 1597"/>
                <a:gd name="T94" fmla="*/ 1348 w 1598"/>
                <a:gd name="T95" fmla="*/ 219 h 1597"/>
                <a:gd name="T96" fmla="*/ 315 w 1598"/>
                <a:gd name="T97" fmla="*/ 186 h 1597"/>
                <a:gd name="T98" fmla="*/ 389 w 1598"/>
                <a:gd name="T99" fmla="*/ 125 h 1597"/>
                <a:gd name="T100" fmla="*/ 1281 w 1598"/>
                <a:gd name="T101" fmla="*/ 184 h 1597"/>
                <a:gd name="T102" fmla="*/ 1220 w 1598"/>
                <a:gd name="T103" fmla="*/ 120 h 1597"/>
                <a:gd name="T104" fmla="*/ 451 w 1598"/>
                <a:gd name="T105" fmla="*/ 101 h 1597"/>
                <a:gd name="T106" fmla="*/ 533 w 1598"/>
                <a:gd name="T107" fmla="*/ 56 h 1597"/>
                <a:gd name="T108" fmla="*/ 1145 w 1598"/>
                <a:gd name="T109" fmla="*/ 100 h 1597"/>
                <a:gd name="T110" fmla="*/ 1075 w 1598"/>
                <a:gd name="T111" fmla="*/ 49 h 1597"/>
                <a:gd name="T112" fmla="*/ 600 w 1598"/>
                <a:gd name="T113" fmla="*/ 46 h 1597"/>
                <a:gd name="T114" fmla="*/ 688 w 1598"/>
                <a:gd name="T115" fmla="*/ 18 h 1597"/>
                <a:gd name="T116" fmla="*/ 995 w 1598"/>
                <a:gd name="T117" fmla="*/ 45 h 1597"/>
                <a:gd name="T118" fmla="*/ 919 w 1598"/>
                <a:gd name="T119" fmla="*/ 9 h 1597"/>
                <a:gd name="T120" fmla="*/ 758 w 1598"/>
                <a:gd name="T121" fmla="*/ 21 h 1597"/>
                <a:gd name="T122" fmla="*/ 848 w 1598"/>
                <a:gd name="T123" fmla="*/ 12 h 1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98" h="1597">
                  <a:moveTo>
                    <a:pt x="760" y="1597"/>
                  </a:moveTo>
                  <a:cubicBezTo>
                    <a:pt x="759" y="1597"/>
                    <a:pt x="759" y="1597"/>
                    <a:pt x="759" y="1597"/>
                  </a:cubicBezTo>
                  <a:cubicBezTo>
                    <a:pt x="732" y="1595"/>
                    <a:pt x="705" y="1593"/>
                    <a:pt x="679" y="1589"/>
                  </a:cubicBezTo>
                  <a:cubicBezTo>
                    <a:pt x="673" y="1588"/>
                    <a:pt x="669" y="1583"/>
                    <a:pt x="670" y="1577"/>
                  </a:cubicBezTo>
                  <a:cubicBezTo>
                    <a:pt x="671" y="1572"/>
                    <a:pt x="676" y="1568"/>
                    <a:pt x="682" y="1569"/>
                  </a:cubicBezTo>
                  <a:cubicBezTo>
                    <a:pt x="707" y="1573"/>
                    <a:pt x="734" y="1575"/>
                    <a:pt x="760" y="1577"/>
                  </a:cubicBezTo>
                  <a:cubicBezTo>
                    <a:pt x="766" y="1577"/>
                    <a:pt x="770" y="1582"/>
                    <a:pt x="770" y="1587"/>
                  </a:cubicBezTo>
                  <a:cubicBezTo>
                    <a:pt x="769" y="1592"/>
                    <a:pt x="765" y="1597"/>
                    <a:pt x="760" y="1597"/>
                  </a:cubicBezTo>
                  <a:close/>
                  <a:moveTo>
                    <a:pt x="839" y="1597"/>
                  </a:moveTo>
                  <a:cubicBezTo>
                    <a:pt x="834" y="1597"/>
                    <a:pt x="830" y="1592"/>
                    <a:pt x="829" y="1587"/>
                  </a:cubicBezTo>
                  <a:cubicBezTo>
                    <a:pt x="829" y="1582"/>
                    <a:pt x="833" y="1577"/>
                    <a:pt x="839" y="1577"/>
                  </a:cubicBezTo>
                  <a:cubicBezTo>
                    <a:pt x="865" y="1575"/>
                    <a:pt x="892" y="1573"/>
                    <a:pt x="917" y="1569"/>
                  </a:cubicBezTo>
                  <a:cubicBezTo>
                    <a:pt x="923" y="1568"/>
                    <a:pt x="928" y="1572"/>
                    <a:pt x="929" y="1577"/>
                  </a:cubicBezTo>
                  <a:cubicBezTo>
                    <a:pt x="930" y="1583"/>
                    <a:pt x="926" y="1588"/>
                    <a:pt x="920" y="1588"/>
                  </a:cubicBezTo>
                  <a:cubicBezTo>
                    <a:pt x="894" y="1592"/>
                    <a:pt x="867" y="1595"/>
                    <a:pt x="840" y="1597"/>
                  </a:cubicBezTo>
                  <a:lnTo>
                    <a:pt x="839" y="1597"/>
                  </a:lnTo>
                  <a:close/>
                  <a:moveTo>
                    <a:pt x="602" y="1573"/>
                  </a:moveTo>
                  <a:cubicBezTo>
                    <a:pt x="601" y="1573"/>
                    <a:pt x="600" y="1573"/>
                    <a:pt x="599" y="1572"/>
                  </a:cubicBezTo>
                  <a:cubicBezTo>
                    <a:pt x="573" y="1566"/>
                    <a:pt x="547" y="1558"/>
                    <a:pt x="522" y="1548"/>
                  </a:cubicBezTo>
                  <a:cubicBezTo>
                    <a:pt x="517" y="1546"/>
                    <a:pt x="514" y="1541"/>
                    <a:pt x="516" y="1535"/>
                  </a:cubicBezTo>
                  <a:cubicBezTo>
                    <a:pt x="518" y="1530"/>
                    <a:pt x="524" y="1528"/>
                    <a:pt x="529" y="1530"/>
                  </a:cubicBezTo>
                  <a:cubicBezTo>
                    <a:pt x="554" y="1539"/>
                    <a:pt x="579" y="1547"/>
                    <a:pt x="604" y="1553"/>
                  </a:cubicBezTo>
                  <a:cubicBezTo>
                    <a:pt x="610" y="1554"/>
                    <a:pt x="613" y="1560"/>
                    <a:pt x="612" y="1565"/>
                  </a:cubicBezTo>
                  <a:cubicBezTo>
                    <a:pt x="610" y="1570"/>
                    <a:pt x="606" y="1573"/>
                    <a:pt x="602" y="1573"/>
                  </a:cubicBezTo>
                  <a:close/>
                  <a:moveTo>
                    <a:pt x="997" y="1573"/>
                  </a:moveTo>
                  <a:cubicBezTo>
                    <a:pt x="993" y="1573"/>
                    <a:pt x="989" y="1570"/>
                    <a:pt x="987" y="1565"/>
                  </a:cubicBezTo>
                  <a:cubicBezTo>
                    <a:pt x="986" y="1560"/>
                    <a:pt x="989" y="1554"/>
                    <a:pt x="995" y="1553"/>
                  </a:cubicBezTo>
                  <a:cubicBezTo>
                    <a:pt x="1020" y="1546"/>
                    <a:pt x="1045" y="1538"/>
                    <a:pt x="1070" y="1529"/>
                  </a:cubicBezTo>
                  <a:cubicBezTo>
                    <a:pt x="1075" y="1527"/>
                    <a:pt x="1081" y="1530"/>
                    <a:pt x="1083" y="1535"/>
                  </a:cubicBezTo>
                  <a:cubicBezTo>
                    <a:pt x="1085" y="1540"/>
                    <a:pt x="1082" y="1546"/>
                    <a:pt x="1077" y="1548"/>
                  </a:cubicBezTo>
                  <a:cubicBezTo>
                    <a:pt x="1052" y="1557"/>
                    <a:pt x="1026" y="1565"/>
                    <a:pt x="1000" y="1572"/>
                  </a:cubicBezTo>
                  <a:cubicBezTo>
                    <a:pt x="999" y="1572"/>
                    <a:pt x="998" y="1573"/>
                    <a:pt x="997" y="1573"/>
                  </a:cubicBezTo>
                  <a:close/>
                  <a:moveTo>
                    <a:pt x="452" y="1517"/>
                  </a:moveTo>
                  <a:cubicBezTo>
                    <a:pt x="451" y="1517"/>
                    <a:pt x="449" y="1517"/>
                    <a:pt x="448" y="1516"/>
                  </a:cubicBezTo>
                  <a:cubicBezTo>
                    <a:pt x="424" y="1505"/>
                    <a:pt x="400" y="1491"/>
                    <a:pt x="377" y="1477"/>
                  </a:cubicBezTo>
                  <a:cubicBezTo>
                    <a:pt x="372" y="1474"/>
                    <a:pt x="371" y="1468"/>
                    <a:pt x="374" y="1463"/>
                  </a:cubicBezTo>
                  <a:cubicBezTo>
                    <a:pt x="377" y="1459"/>
                    <a:pt x="383" y="1457"/>
                    <a:pt x="388" y="1460"/>
                  </a:cubicBezTo>
                  <a:cubicBezTo>
                    <a:pt x="410" y="1474"/>
                    <a:pt x="433" y="1487"/>
                    <a:pt x="457" y="1498"/>
                  </a:cubicBezTo>
                  <a:cubicBezTo>
                    <a:pt x="462" y="1501"/>
                    <a:pt x="464" y="1507"/>
                    <a:pt x="461" y="1512"/>
                  </a:cubicBezTo>
                  <a:cubicBezTo>
                    <a:pt x="459" y="1515"/>
                    <a:pt x="456" y="1517"/>
                    <a:pt x="452" y="1517"/>
                  </a:cubicBezTo>
                  <a:close/>
                  <a:moveTo>
                    <a:pt x="1147" y="1517"/>
                  </a:moveTo>
                  <a:cubicBezTo>
                    <a:pt x="1143" y="1517"/>
                    <a:pt x="1139" y="1515"/>
                    <a:pt x="1138" y="1511"/>
                  </a:cubicBezTo>
                  <a:cubicBezTo>
                    <a:pt x="1135" y="1506"/>
                    <a:pt x="1137" y="1501"/>
                    <a:pt x="1142" y="1498"/>
                  </a:cubicBezTo>
                  <a:cubicBezTo>
                    <a:pt x="1166" y="1487"/>
                    <a:pt x="1189" y="1474"/>
                    <a:pt x="1211" y="1460"/>
                  </a:cubicBezTo>
                  <a:cubicBezTo>
                    <a:pt x="1216" y="1457"/>
                    <a:pt x="1222" y="1458"/>
                    <a:pt x="1225" y="1463"/>
                  </a:cubicBezTo>
                  <a:cubicBezTo>
                    <a:pt x="1228" y="1468"/>
                    <a:pt x="1226" y="1474"/>
                    <a:pt x="1222" y="1477"/>
                  </a:cubicBezTo>
                  <a:cubicBezTo>
                    <a:pt x="1199" y="1491"/>
                    <a:pt x="1175" y="1504"/>
                    <a:pt x="1151" y="1516"/>
                  </a:cubicBezTo>
                  <a:cubicBezTo>
                    <a:pt x="1150" y="1517"/>
                    <a:pt x="1148" y="1517"/>
                    <a:pt x="1147" y="1517"/>
                  </a:cubicBezTo>
                  <a:close/>
                  <a:moveTo>
                    <a:pt x="317" y="1433"/>
                  </a:moveTo>
                  <a:cubicBezTo>
                    <a:pt x="315" y="1433"/>
                    <a:pt x="313" y="1432"/>
                    <a:pt x="311" y="1431"/>
                  </a:cubicBezTo>
                  <a:cubicBezTo>
                    <a:pt x="289" y="1414"/>
                    <a:pt x="269" y="1397"/>
                    <a:pt x="249" y="1378"/>
                  </a:cubicBezTo>
                  <a:cubicBezTo>
                    <a:pt x="245" y="1374"/>
                    <a:pt x="245" y="1368"/>
                    <a:pt x="249" y="1364"/>
                  </a:cubicBezTo>
                  <a:cubicBezTo>
                    <a:pt x="253" y="1360"/>
                    <a:pt x="259" y="1360"/>
                    <a:pt x="263" y="1364"/>
                  </a:cubicBezTo>
                  <a:cubicBezTo>
                    <a:pt x="282" y="1382"/>
                    <a:pt x="302" y="1399"/>
                    <a:pt x="323" y="1415"/>
                  </a:cubicBezTo>
                  <a:cubicBezTo>
                    <a:pt x="327" y="1418"/>
                    <a:pt x="328" y="1425"/>
                    <a:pt x="325" y="1429"/>
                  </a:cubicBezTo>
                  <a:cubicBezTo>
                    <a:pt x="323" y="1432"/>
                    <a:pt x="320" y="1433"/>
                    <a:pt x="317" y="1433"/>
                  </a:cubicBezTo>
                  <a:close/>
                  <a:moveTo>
                    <a:pt x="1282" y="1432"/>
                  </a:moveTo>
                  <a:cubicBezTo>
                    <a:pt x="1279" y="1432"/>
                    <a:pt x="1276" y="1431"/>
                    <a:pt x="1274" y="1429"/>
                  </a:cubicBezTo>
                  <a:cubicBezTo>
                    <a:pt x="1271" y="1424"/>
                    <a:pt x="1271" y="1418"/>
                    <a:pt x="1276" y="1415"/>
                  </a:cubicBezTo>
                  <a:cubicBezTo>
                    <a:pt x="1297" y="1399"/>
                    <a:pt x="1317" y="1381"/>
                    <a:pt x="1336" y="1363"/>
                  </a:cubicBezTo>
                  <a:cubicBezTo>
                    <a:pt x="1340" y="1359"/>
                    <a:pt x="1346" y="1360"/>
                    <a:pt x="1350" y="1364"/>
                  </a:cubicBezTo>
                  <a:cubicBezTo>
                    <a:pt x="1354" y="1368"/>
                    <a:pt x="1353" y="1374"/>
                    <a:pt x="1349" y="1378"/>
                  </a:cubicBezTo>
                  <a:cubicBezTo>
                    <a:pt x="1330" y="1396"/>
                    <a:pt x="1309" y="1414"/>
                    <a:pt x="1288" y="1430"/>
                  </a:cubicBezTo>
                  <a:cubicBezTo>
                    <a:pt x="1286" y="1432"/>
                    <a:pt x="1284" y="1432"/>
                    <a:pt x="1282" y="1432"/>
                  </a:cubicBezTo>
                  <a:close/>
                  <a:moveTo>
                    <a:pt x="201" y="1323"/>
                  </a:moveTo>
                  <a:cubicBezTo>
                    <a:pt x="198" y="1323"/>
                    <a:pt x="196" y="1322"/>
                    <a:pt x="194" y="1320"/>
                  </a:cubicBezTo>
                  <a:cubicBezTo>
                    <a:pt x="176" y="1299"/>
                    <a:pt x="159" y="1278"/>
                    <a:pt x="144" y="1256"/>
                  </a:cubicBezTo>
                  <a:cubicBezTo>
                    <a:pt x="141" y="1251"/>
                    <a:pt x="142" y="1245"/>
                    <a:pt x="146" y="1242"/>
                  </a:cubicBezTo>
                  <a:cubicBezTo>
                    <a:pt x="151" y="1239"/>
                    <a:pt x="157" y="1240"/>
                    <a:pt x="160" y="1244"/>
                  </a:cubicBezTo>
                  <a:cubicBezTo>
                    <a:pt x="175" y="1266"/>
                    <a:pt x="192" y="1287"/>
                    <a:pt x="209" y="1307"/>
                  </a:cubicBezTo>
                  <a:cubicBezTo>
                    <a:pt x="212" y="1311"/>
                    <a:pt x="212" y="1317"/>
                    <a:pt x="208" y="1321"/>
                  </a:cubicBezTo>
                  <a:cubicBezTo>
                    <a:pt x="206" y="1322"/>
                    <a:pt x="203" y="1323"/>
                    <a:pt x="201" y="1323"/>
                  </a:cubicBezTo>
                  <a:close/>
                  <a:moveTo>
                    <a:pt x="1398" y="1323"/>
                  </a:moveTo>
                  <a:cubicBezTo>
                    <a:pt x="1395" y="1323"/>
                    <a:pt x="1393" y="1322"/>
                    <a:pt x="1391" y="1320"/>
                  </a:cubicBezTo>
                  <a:cubicBezTo>
                    <a:pt x="1387" y="1317"/>
                    <a:pt x="1386" y="1310"/>
                    <a:pt x="1390" y="1306"/>
                  </a:cubicBezTo>
                  <a:cubicBezTo>
                    <a:pt x="1407" y="1286"/>
                    <a:pt x="1423" y="1265"/>
                    <a:pt x="1438" y="1244"/>
                  </a:cubicBezTo>
                  <a:cubicBezTo>
                    <a:pt x="1441" y="1239"/>
                    <a:pt x="1448" y="1238"/>
                    <a:pt x="1452" y="1241"/>
                  </a:cubicBezTo>
                  <a:cubicBezTo>
                    <a:pt x="1457" y="1244"/>
                    <a:pt x="1458" y="1251"/>
                    <a:pt x="1455" y="1255"/>
                  </a:cubicBezTo>
                  <a:cubicBezTo>
                    <a:pt x="1439" y="1277"/>
                    <a:pt x="1423" y="1299"/>
                    <a:pt x="1405" y="1319"/>
                  </a:cubicBezTo>
                  <a:cubicBezTo>
                    <a:pt x="1403" y="1321"/>
                    <a:pt x="1400" y="1323"/>
                    <a:pt x="1398" y="1323"/>
                  </a:cubicBezTo>
                  <a:close/>
                  <a:moveTo>
                    <a:pt x="110" y="1192"/>
                  </a:moveTo>
                  <a:cubicBezTo>
                    <a:pt x="106" y="1192"/>
                    <a:pt x="103" y="1191"/>
                    <a:pt x="101" y="1187"/>
                  </a:cubicBezTo>
                  <a:cubicBezTo>
                    <a:pt x="88" y="1164"/>
                    <a:pt x="76" y="1139"/>
                    <a:pt x="65" y="1115"/>
                  </a:cubicBezTo>
                  <a:cubicBezTo>
                    <a:pt x="63" y="1110"/>
                    <a:pt x="65" y="1104"/>
                    <a:pt x="71" y="1102"/>
                  </a:cubicBezTo>
                  <a:cubicBezTo>
                    <a:pt x="76" y="1099"/>
                    <a:pt x="81" y="1102"/>
                    <a:pt x="84" y="1107"/>
                  </a:cubicBezTo>
                  <a:cubicBezTo>
                    <a:pt x="94" y="1131"/>
                    <a:pt x="106" y="1155"/>
                    <a:pt x="119" y="1177"/>
                  </a:cubicBezTo>
                  <a:cubicBezTo>
                    <a:pt x="121" y="1182"/>
                    <a:pt x="119" y="1188"/>
                    <a:pt x="115" y="1191"/>
                  </a:cubicBezTo>
                  <a:cubicBezTo>
                    <a:pt x="113" y="1192"/>
                    <a:pt x="111" y="1192"/>
                    <a:pt x="110" y="1192"/>
                  </a:cubicBezTo>
                  <a:close/>
                  <a:moveTo>
                    <a:pt x="1489" y="1192"/>
                  </a:moveTo>
                  <a:cubicBezTo>
                    <a:pt x="1487" y="1192"/>
                    <a:pt x="1485" y="1191"/>
                    <a:pt x="1484" y="1190"/>
                  </a:cubicBezTo>
                  <a:cubicBezTo>
                    <a:pt x="1479" y="1188"/>
                    <a:pt x="1477" y="1182"/>
                    <a:pt x="1480" y="1177"/>
                  </a:cubicBezTo>
                  <a:cubicBezTo>
                    <a:pt x="1493" y="1154"/>
                    <a:pt x="1505" y="1130"/>
                    <a:pt x="1515" y="1106"/>
                  </a:cubicBezTo>
                  <a:cubicBezTo>
                    <a:pt x="1517" y="1101"/>
                    <a:pt x="1523" y="1099"/>
                    <a:pt x="1528" y="1101"/>
                  </a:cubicBezTo>
                  <a:cubicBezTo>
                    <a:pt x="1533" y="1103"/>
                    <a:pt x="1535" y="1109"/>
                    <a:pt x="1533" y="1114"/>
                  </a:cubicBezTo>
                  <a:cubicBezTo>
                    <a:pt x="1523" y="1139"/>
                    <a:pt x="1511" y="1163"/>
                    <a:pt x="1498" y="1186"/>
                  </a:cubicBezTo>
                  <a:cubicBezTo>
                    <a:pt x="1496" y="1190"/>
                    <a:pt x="1492" y="1192"/>
                    <a:pt x="1489" y="1192"/>
                  </a:cubicBezTo>
                  <a:close/>
                  <a:moveTo>
                    <a:pt x="47" y="1046"/>
                  </a:moveTo>
                  <a:cubicBezTo>
                    <a:pt x="42" y="1046"/>
                    <a:pt x="38" y="1043"/>
                    <a:pt x="37" y="1039"/>
                  </a:cubicBezTo>
                  <a:cubicBezTo>
                    <a:pt x="29" y="1013"/>
                    <a:pt x="22" y="987"/>
                    <a:pt x="17" y="961"/>
                  </a:cubicBezTo>
                  <a:cubicBezTo>
                    <a:pt x="16" y="955"/>
                    <a:pt x="19" y="950"/>
                    <a:pt x="25" y="949"/>
                  </a:cubicBezTo>
                  <a:cubicBezTo>
                    <a:pt x="30" y="948"/>
                    <a:pt x="35" y="951"/>
                    <a:pt x="36" y="957"/>
                  </a:cubicBezTo>
                  <a:cubicBezTo>
                    <a:pt x="42" y="982"/>
                    <a:pt x="48" y="1008"/>
                    <a:pt x="56" y="1033"/>
                  </a:cubicBezTo>
                  <a:cubicBezTo>
                    <a:pt x="58" y="1038"/>
                    <a:pt x="55" y="1044"/>
                    <a:pt x="50" y="1045"/>
                  </a:cubicBezTo>
                  <a:cubicBezTo>
                    <a:pt x="49" y="1046"/>
                    <a:pt x="48" y="1046"/>
                    <a:pt x="47" y="1046"/>
                  </a:cubicBezTo>
                  <a:close/>
                  <a:moveTo>
                    <a:pt x="1552" y="1045"/>
                  </a:moveTo>
                  <a:cubicBezTo>
                    <a:pt x="1551" y="1045"/>
                    <a:pt x="1550" y="1045"/>
                    <a:pt x="1549" y="1045"/>
                  </a:cubicBezTo>
                  <a:cubicBezTo>
                    <a:pt x="1543" y="1043"/>
                    <a:pt x="1541" y="1037"/>
                    <a:pt x="1542" y="1032"/>
                  </a:cubicBezTo>
                  <a:cubicBezTo>
                    <a:pt x="1550" y="1007"/>
                    <a:pt x="1557" y="981"/>
                    <a:pt x="1562" y="956"/>
                  </a:cubicBezTo>
                  <a:cubicBezTo>
                    <a:pt x="1563" y="950"/>
                    <a:pt x="1568" y="947"/>
                    <a:pt x="1574" y="948"/>
                  </a:cubicBezTo>
                  <a:cubicBezTo>
                    <a:pt x="1579" y="949"/>
                    <a:pt x="1583" y="954"/>
                    <a:pt x="1582" y="960"/>
                  </a:cubicBezTo>
                  <a:cubicBezTo>
                    <a:pt x="1576" y="986"/>
                    <a:pt x="1569" y="1012"/>
                    <a:pt x="1561" y="1038"/>
                  </a:cubicBezTo>
                  <a:cubicBezTo>
                    <a:pt x="1560" y="1042"/>
                    <a:pt x="1556" y="1045"/>
                    <a:pt x="1552" y="1045"/>
                  </a:cubicBezTo>
                  <a:close/>
                  <a:moveTo>
                    <a:pt x="15" y="890"/>
                  </a:moveTo>
                  <a:cubicBezTo>
                    <a:pt x="9" y="890"/>
                    <a:pt x="5" y="886"/>
                    <a:pt x="5" y="881"/>
                  </a:cubicBezTo>
                  <a:cubicBezTo>
                    <a:pt x="2" y="854"/>
                    <a:pt x="1" y="827"/>
                    <a:pt x="0" y="800"/>
                  </a:cubicBezTo>
                  <a:cubicBezTo>
                    <a:pt x="0" y="794"/>
                    <a:pt x="5" y="790"/>
                    <a:pt x="10" y="790"/>
                  </a:cubicBezTo>
                  <a:cubicBezTo>
                    <a:pt x="10" y="790"/>
                    <a:pt x="10" y="790"/>
                    <a:pt x="10" y="790"/>
                  </a:cubicBezTo>
                  <a:cubicBezTo>
                    <a:pt x="16" y="790"/>
                    <a:pt x="20" y="794"/>
                    <a:pt x="20" y="800"/>
                  </a:cubicBezTo>
                  <a:cubicBezTo>
                    <a:pt x="21" y="826"/>
                    <a:pt x="22" y="853"/>
                    <a:pt x="24" y="879"/>
                  </a:cubicBezTo>
                  <a:cubicBezTo>
                    <a:pt x="25" y="884"/>
                    <a:pt x="21" y="889"/>
                    <a:pt x="16" y="890"/>
                  </a:cubicBezTo>
                  <a:lnTo>
                    <a:pt x="15" y="890"/>
                  </a:lnTo>
                  <a:close/>
                  <a:moveTo>
                    <a:pt x="1584" y="889"/>
                  </a:moveTo>
                  <a:cubicBezTo>
                    <a:pt x="1583" y="889"/>
                    <a:pt x="1583" y="889"/>
                    <a:pt x="1583" y="889"/>
                  </a:cubicBezTo>
                  <a:cubicBezTo>
                    <a:pt x="1577" y="888"/>
                    <a:pt x="1573" y="883"/>
                    <a:pt x="1574" y="878"/>
                  </a:cubicBezTo>
                  <a:cubicBezTo>
                    <a:pt x="1576" y="852"/>
                    <a:pt x="1578" y="825"/>
                    <a:pt x="1578" y="799"/>
                  </a:cubicBezTo>
                  <a:cubicBezTo>
                    <a:pt x="1578" y="797"/>
                    <a:pt x="1578" y="797"/>
                    <a:pt x="1578" y="797"/>
                  </a:cubicBezTo>
                  <a:cubicBezTo>
                    <a:pt x="1578" y="792"/>
                    <a:pt x="1582" y="787"/>
                    <a:pt x="1588" y="787"/>
                  </a:cubicBezTo>
                  <a:cubicBezTo>
                    <a:pt x="1593" y="787"/>
                    <a:pt x="1598" y="792"/>
                    <a:pt x="1598" y="797"/>
                  </a:cubicBezTo>
                  <a:cubicBezTo>
                    <a:pt x="1598" y="799"/>
                    <a:pt x="1598" y="799"/>
                    <a:pt x="1598" y="799"/>
                  </a:cubicBezTo>
                  <a:cubicBezTo>
                    <a:pt x="1598" y="826"/>
                    <a:pt x="1596" y="853"/>
                    <a:pt x="1594" y="880"/>
                  </a:cubicBezTo>
                  <a:cubicBezTo>
                    <a:pt x="1593" y="885"/>
                    <a:pt x="1589" y="889"/>
                    <a:pt x="1584" y="889"/>
                  </a:cubicBezTo>
                  <a:close/>
                  <a:moveTo>
                    <a:pt x="14" y="730"/>
                  </a:moveTo>
                  <a:cubicBezTo>
                    <a:pt x="13" y="730"/>
                    <a:pt x="13" y="730"/>
                    <a:pt x="13" y="730"/>
                  </a:cubicBezTo>
                  <a:cubicBezTo>
                    <a:pt x="8" y="730"/>
                    <a:pt x="4" y="725"/>
                    <a:pt x="4" y="719"/>
                  </a:cubicBezTo>
                  <a:cubicBezTo>
                    <a:pt x="7" y="692"/>
                    <a:pt x="11" y="665"/>
                    <a:pt x="16" y="639"/>
                  </a:cubicBezTo>
                  <a:cubicBezTo>
                    <a:pt x="18" y="634"/>
                    <a:pt x="23" y="630"/>
                    <a:pt x="28" y="631"/>
                  </a:cubicBezTo>
                  <a:cubicBezTo>
                    <a:pt x="34" y="632"/>
                    <a:pt x="37" y="638"/>
                    <a:pt x="36" y="643"/>
                  </a:cubicBezTo>
                  <a:cubicBezTo>
                    <a:pt x="31" y="669"/>
                    <a:pt x="27" y="695"/>
                    <a:pt x="24" y="721"/>
                  </a:cubicBezTo>
                  <a:cubicBezTo>
                    <a:pt x="24" y="726"/>
                    <a:pt x="19" y="730"/>
                    <a:pt x="14" y="730"/>
                  </a:cubicBezTo>
                  <a:close/>
                  <a:moveTo>
                    <a:pt x="1584" y="727"/>
                  </a:moveTo>
                  <a:cubicBezTo>
                    <a:pt x="1578" y="727"/>
                    <a:pt x="1574" y="724"/>
                    <a:pt x="1574" y="718"/>
                  </a:cubicBezTo>
                  <a:cubicBezTo>
                    <a:pt x="1571" y="692"/>
                    <a:pt x="1567" y="666"/>
                    <a:pt x="1562" y="641"/>
                  </a:cubicBezTo>
                  <a:cubicBezTo>
                    <a:pt x="1560" y="635"/>
                    <a:pt x="1564" y="630"/>
                    <a:pt x="1569" y="629"/>
                  </a:cubicBezTo>
                  <a:cubicBezTo>
                    <a:pt x="1575" y="628"/>
                    <a:pt x="1580" y="631"/>
                    <a:pt x="1581" y="637"/>
                  </a:cubicBezTo>
                  <a:cubicBezTo>
                    <a:pt x="1587" y="663"/>
                    <a:pt x="1591" y="690"/>
                    <a:pt x="1593" y="716"/>
                  </a:cubicBezTo>
                  <a:cubicBezTo>
                    <a:pt x="1594" y="722"/>
                    <a:pt x="1590" y="727"/>
                    <a:pt x="1585" y="727"/>
                  </a:cubicBezTo>
                  <a:lnTo>
                    <a:pt x="1584" y="727"/>
                  </a:lnTo>
                  <a:close/>
                  <a:moveTo>
                    <a:pt x="46" y="574"/>
                  </a:moveTo>
                  <a:cubicBezTo>
                    <a:pt x="45" y="574"/>
                    <a:pt x="44" y="574"/>
                    <a:pt x="43" y="573"/>
                  </a:cubicBezTo>
                  <a:cubicBezTo>
                    <a:pt x="38" y="572"/>
                    <a:pt x="35" y="566"/>
                    <a:pt x="37" y="561"/>
                  </a:cubicBezTo>
                  <a:cubicBezTo>
                    <a:pt x="45" y="535"/>
                    <a:pt x="54" y="510"/>
                    <a:pt x="65" y="485"/>
                  </a:cubicBezTo>
                  <a:cubicBezTo>
                    <a:pt x="67" y="480"/>
                    <a:pt x="73" y="477"/>
                    <a:pt x="78" y="480"/>
                  </a:cubicBezTo>
                  <a:cubicBezTo>
                    <a:pt x="83" y="482"/>
                    <a:pt x="85" y="488"/>
                    <a:pt x="83" y="493"/>
                  </a:cubicBezTo>
                  <a:cubicBezTo>
                    <a:pt x="73" y="517"/>
                    <a:pt x="63" y="542"/>
                    <a:pt x="56" y="567"/>
                  </a:cubicBezTo>
                  <a:cubicBezTo>
                    <a:pt x="54" y="571"/>
                    <a:pt x="50" y="574"/>
                    <a:pt x="46" y="574"/>
                  </a:cubicBezTo>
                  <a:close/>
                  <a:moveTo>
                    <a:pt x="1551" y="571"/>
                  </a:moveTo>
                  <a:cubicBezTo>
                    <a:pt x="1547" y="571"/>
                    <a:pt x="1543" y="569"/>
                    <a:pt x="1542" y="564"/>
                  </a:cubicBezTo>
                  <a:cubicBezTo>
                    <a:pt x="1534" y="539"/>
                    <a:pt x="1525" y="514"/>
                    <a:pt x="1514" y="490"/>
                  </a:cubicBezTo>
                  <a:cubicBezTo>
                    <a:pt x="1512" y="485"/>
                    <a:pt x="1514" y="479"/>
                    <a:pt x="1519" y="477"/>
                  </a:cubicBezTo>
                  <a:cubicBezTo>
                    <a:pt x="1524" y="475"/>
                    <a:pt x="1530" y="477"/>
                    <a:pt x="1533" y="482"/>
                  </a:cubicBezTo>
                  <a:cubicBezTo>
                    <a:pt x="1543" y="507"/>
                    <a:pt x="1553" y="533"/>
                    <a:pt x="1561" y="558"/>
                  </a:cubicBezTo>
                  <a:cubicBezTo>
                    <a:pt x="1562" y="564"/>
                    <a:pt x="1560" y="569"/>
                    <a:pt x="1554" y="571"/>
                  </a:cubicBezTo>
                  <a:cubicBezTo>
                    <a:pt x="1553" y="571"/>
                    <a:pt x="1552" y="571"/>
                    <a:pt x="1551" y="571"/>
                  </a:cubicBezTo>
                  <a:close/>
                  <a:moveTo>
                    <a:pt x="109" y="427"/>
                  </a:moveTo>
                  <a:cubicBezTo>
                    <a:pt x="107" y="427"/>
                    <a:pt x="106" y="427"/>
                    <a:pt x="104" y="426"/>
                  </a:cubicBezTo>
                  <a:cubicBezTo>
                    <a:pt x="99" y="423"/>
                    <a:pt x="98" y="417"/>
                    <a:pt x="100" y="412"/>
                  </a:cubicBezTo>
                  <a:cubicBezTo>
                    <a:pt x="113" y="389"/>
                    <a:pt x="128" y="366"/>
                    <a:pt x="143" y="344"/>
                  </a:cubicBezTo>
                  <a:cubicBezTo>
                    <a:pt x="146" y="339"/>
                    <a:pt x="152" y="338"/>
                    <a:pt x="157" y="341"/>
                  </a:cubicBezTo>
                  <a:cubicBezTo>
                    <a:pt x="161" y="344"/>
                    <a:pt x="163" y="350"/>
                    <a:pt x="159" y="355"/>
                  </a:cubicBezTo>
                  <a:cubicBezTo>
                    <a:pt x="144" y="377"/>
                    <a:pt x="130" y="399"/>
                    <a:pt x="118" y="422"/>
                  </a:cubicBezTo>
                  <a:cubicBezTo>
                    <a:pt x="116" y="425"/>
                    <a:pt x="112" y="427"/>
                    <a:pt x="109" y="427"/>
                  </a:cubicBezTo>
                  <a:close/>
                  <a:moveTo>
                    <a:pt x="1488" y="425"/>
                  </a:moveTo>
                  <a:cubicBezTo>
                    <a:pt x="1484" y="425"/>
                    <a:pt x="1481" y="423"/>
                    <a:pt x="1479" y="420"/>
                  </a:cubicBezTo>
                  <a:cubicBezTo>
                    <a:pt x="1466" y="397"/>
                    <a:pt x="1452" y="374"/>
                    <a:pt x="1437" y="353"/>
                  </a:cubicBezTo>
                  <a:cubicBezTo>
                    <a:pt x="1434" y="348"/>
                    <a:pt x="1435" y="342"/>
                    <a:pt x="1440" y="339"/>
                  </a:cubicBezTo>
                  <a:cubicBezTo>
                    <a:pt x="1444" y="336"/>
                    <a:pt x="1451" y="337"/>
                    <a:pt x="1454" y="341"/>
                  </a:cubicBezTo>
                  <a:cubicBezTo>
                    <a:pt x="1469" y="363"/>
                    <a:pt x="1484" y="387"/>
                    <a:pt x="1497" y="410"/>
                  </a:cubicBezTo>
                  <a:cubicBezTo>
                    <a:pt x="1499" y="415"/>
                    <a:pt x="1498" y="421"/>
                    <a:pt x="1493" y="424"/>
                  </a:cubicBezTo>
                  <a:cubicBezTo>
                    <a:pt x="1491" y="424"/>
                    <a:pt x="1490" y="425"/>
                    <a:pt x="1488" y="425"/>
                  </a:cubicBezTo>
                  <a:close/>
                  <a:moveTo>
                    <a:pt x="200" y="296"/>
                  </a:moveTo>
                  <a:cubicBezTo>
                    <a:pt x="198" y="296"/>
                    <a:pt x="195" y="295"/>
                    <a:pt x="194" y="294"/>
                  </a:cubicBezTo>
                  <a:cubicBezTo>
                    <a:pt x="189" y="290"/>
                    <a:pt x="189" y="284"/>
                    <a:pt x="192" y="280"/>
                  </a:cubicBezTo>
                  <a:cubicBezTo>
                    <a:pt x="210" y="259"/>
                    <a:pt x="229" y="239"/>
                    <a:pt x="248" y="221"/>
                  </a:cubicBezTo>
                  <a:cubicBezTo>
                    <a:pt x="252" y="217"/>
                    <a:pt x="258" y="217"/>
                    <a:pt x="262" y="221"/>
                  </a:cubicBezTo>
                  <a:cubicBezTo>
                    <a:pt x="266" y="225"/>
                    <a:pt x="266" y="232"/>
                    <a:pt x="262" y="235"/>
                  </a:cubicBezTo>
                  <a:cubicBezTo>
                    <a:pt x="243" y="253"/>
                    <a:pt x="225" y="273"/>
                    <a:pt x="208" y="293"/>
                  </a:cubicBezTo>
                  <a:cubicBezTo>
                    <a:pt x="206" y="295"/>
                    <a:pt x="203" y="296"/>
                    <a:pt x="200" y="296"/>
                  </a:cubicBezTo>
                  <a:close/>
                  <a:moveTo>
                    <a:pt x="1396" y="294"/>
                  </a:moveTo>
                  <a:cubicBezTo>
                    <a:pt x="1394" y="294"/>
                    <a:pt x="1391" y="293"/>
                    <a:pt x="1389" y="291"/>
                  </a:cubicBezTo>
                  <a:cubicBezTo>
                    <a:pt x="1372" y="271"/>
                    <a:pt x="1353" y="252"/>
                    <a:pt x="1334" y="234"/>
                  </a:cubicBezTo>
                  <a:cubicBezTo>
                    <a:pt x="1330" y="230"/>
                    <a:pt x="1330" y="223"/>
                    <a:pt x="1334" y="219"/>
                  </a:cubicBezTo>
                  <a:cubicBezTo>
                    <a:pt x="1338" y="215"/>
                    <a:pt x="1344" y="215"/>
                    <a:pt x="1348" y="219"/>
                  </a:cubicBezTo>
                  <a:cubicBezTo>
                    <a:pt x="1368" y="238"/>
                    <a:pt x="1387" y="257"/>
                    <a:pt x="1404" y="278"/>
                  </a:cubicBezTo>
                  <a:cubicBezTo>
                    <a:pt x="1408" y="282"/>
                    <a:pt x="1407" y="288"/>
                    <a:pt x="1403" y="292"/>
                  </a:cubicBezTo>
                  <a:cubicBezTo>
                    <a:pt x="1401" y="293"/>
                    <a:pt x="1399" y="294"/>
                    <a:pt x="1396" y="294"/>
                  </a:cubicBezTo>
                  <a:close/>
                  <a:moveTo>
                    <a:pt x="315" y="186"/>
                  </a:moveTo>
                  <a:cubicBezTo>
                    <a:pt x="313" y="186"/>
                    <a:pt x="310" y="185"/>
                    <a:pt x="308" y="182"/>
                  </a:cubicBezTo>
                  <a:cubicBezTo>
                    <a:pt x="304" y="178"/>
                    <a:pt x="305" y="172"/>
                    <a:pt x="309" y="168"/>
                  </a:cubicBezTo>
                  <a:cubicBezTo>
                    <a:pt x="331" y="152"/>
                    <a:pt x="353" y="136"/>
                    <a:pt x="376" y="122"/>
                  </a:cubicBezTo>
                  <a:cubicBezTo>
                    <a:pt x="380" y="119"/>
                    <a:pt x="386" y="120"/>
                    <a:pt x="389" y="125"/>
                  </a:cubicBezTo>
                  <a:cubicBezTo>
                    <a:pt x="392" y="130"/>
                    <a:pt x="391" y="136"/>
                    <a:pt x="386" y="139"/>
                  </a:cubicBezTo>
                  <a:cubicBezTo>
                    <a:pt x="364" y="153"/>
                    <a:pt x="342" y="168"/>
                    <a:pt x="322" y="184"/>
                  </a:cubicBezTo>
                  <a:cubicBezTo>
                    <a:pt x="320" y="185"/>
                    <a:pt x="318" y="186"/>
                    <a:pt x="315" y="186"/>
                  </a:cubicBezTo>
                  <a:close/>
                  <a:moveTo>
                    <a:pt x="1281" y="184"/>
                  </a:moveTo>
                  <a:cubicBezTo>
                    <a:pt x="1279" y="184"/>
                    <a:pt x="1276" y="184"/>
                    <a:pt x="1275" y="182"/>
                  </a:cubicBezTo>
                  <a:cubicBezTo>
                    <a:pt x="1254" y="166"/>
                    <a:pt x="1232" y="151"/>
                    <a:pt x="1210" y="137"/>
                  </a:cubicBezTo>
                  <a:cubicBezTo>
                    <a:pt x="1205" y="134"/>
                    <a:pt x="1204" y="128"/>
                    <a:pt x="1207" y="124"/>
                  </a:cubicBezTo>
                  <a:cubicBezTo>
                    <a:pt x="1209" y="119"/>
                    <a:pt x="1216" y="117"/>
                    <a:pt x="1220" y="120"/>
                  </a:cubicBezTo>
                  <a:cubicBezTo>
                    <a:pt x="1243" y="135"/>
                    <a:pt x="1265" y="150"/>
                    <a:pt x="1287" y="167"/>
                  </a:cubicBezTo>
                  <a:cubicBezTo>
                    <a:pt x="1291" y="170"/>
                    <a:pt x="1292" y="176"/>
                    <a:pt x="1289" y="181"/>
                  </a:cubicBezTo>
                  <a:cubicBezTo>
                    <a:pt x="1287" y="183"/>
                    <a:pt x="1284" y="184"/>
                    <a:pt x="1281" y="184"/>
                  </a:cubicBezTo>
                  <a:close/>
                  <a:moveTo>
                    <a:pt x="451" y="101"/>
                  </a:moveTo>
                  <a:cubicBezTo>
                    <a:pt x="447" y="101"/>
                    <a:pt x="443" y="99"/>
                    <a:pt x="442" y="96"/>
                  </a:cubicBezTo>
                  <a:cubicBezTo>
                    <a:pt x="439" y="91"/>
                    <a:pt x="441" y="85"/>
                    <a:pt x="446" y="82"/>
                  </a:cubicBezTo>
                  <a:cubicBezTo>
                    <a:pt x="470" y="70"/>
                    <a:pt x="495" y="60"/>
                    <a:pt x="521" y="50"/>
                  </a:cubicBezTo>
                  <a:cubicBezTo>
                    <a:pt x="526" y="48"/>
                    <a:pt x="531" y="51"/>
                    <a:pt x="533" y="56"/>
                  </a:cubicBezTo>
                  <a:cubicBezTo>
                    <a:pt x="535" y="61"/>
                    <a:pt x="533" y="67"/>
                    <a:pt x="527" y="69"/>
                  </a:cubicBezTo>
                  <a:cubicBezTo>
                    <a:pt x="503" y="78"/>
                    <a:pt x="479" y="89"/>
                    <a:pt x="455" y="100"/>
                  </a:cubicBezTo>
                  <a:cubicBezTo>
                    <a:pt x="454" y="101"/>
                    <a:pt x="452" y="101"/>
                    <a:pt x="451" y="101"/>
                  </a:cubicBezTo>
                  <a:close/>
                  <a:moveTo>
                    <a:pt x="1145" y="100"/>
                  </a:moveTo>
                  <a:cubicBezTo>
                    <a:pt x="1144" y="100"/>
                    <a:pt x="1142" y="100"/>
                    <a:pt x="1141" y="99"/>
                  </a:cubicBezTo>
                  <a:cubicBezTo>
                    <a:pt x="1117" y="88"/>
                    <a:pt x="1093" y="77"/>
                    <a:pt x="1068" y="68"/>
                  </a:cubicBezTo>
                  <a:cubicBezTo>
                    <a:pt x="1063" y="66"/>
                    <a:pt x="1060" y="60"/>
                    <a:pt x="1062" y="55"/>
                  </a:cubicBezTo>
                  <a:cubicBezTo>
                    <a:pt x="1064" y="50"/>
                    <a:pt x="1070" y="47"/>
                    <a:pt x="1075" y="49"/>
                  </a:cubicBezTo>
                  <a:cubicBezTo>
                    <a:pt x="1100" y="59"/>
                    <a:pt x="1125" y="69"/>
                    <a:pt x="1150" y="81"/>
                  </a:cubicBezTo>
                  <a:cubicBezTo>
                    <a:pt x="1155" y="84"/>
                    <a:pt x="1157" y="90"/>
                    <a:pt x="1154" y="95"/>
                  </a:cubicBezTo>
                  <a:cubicBezTo>
                    <a:pt x="1152" y="98"/>
                    <a:pt x="1149" y="100"/>
                    <a:pt x="1145" y="100"/>
                  </a:cubicBezTo>
                  <a:close/>
                  <a:moveTo>
                    <a:pt x="600" y="46"/>
                  </a:moveTo>
                  <a:cubicBezTo>
                    <a:pt x="596" y="46"/>
                    <a:pt x="592" y="43"/>
                    <a:pt x="591" y="38"/>
                  </a:cubicBezTo>
                  <a:cubicBezTo>
                    <a:pt x="589" y="33"/>
                    <a:pt x="592" y="27"/>
                    <a:pt x="598" y="26"/>
                  </a:cubicBezTo>
                  <a:cubicBezTo>
                    <a:pt x="624" y="19"/>
                    <a:pt x="650" y="14"/>
                    <a:pt x="677" y="10"/>
                  </a:cubicBezTo>
                  <a:cubicBezTo>
                    <a:pt x="682" y="9"/>
                    <a:pt x="687" y="13"/>
                    <a:pt x="688" y="18"/>
                  </a:cubicBezTo>
                  <a:cubicBezTo>
                    <a:pt x="689" y="23"/>
                    <a:pt x="685" y="29"/>
                    <a:pt x="680" y="29"/>
                  </a:cubicBezTo>
                  <a:cubicBezTo>
                    <a:pt x="654" y="33"/>
                    <a:pt x="628" y="39"/>
                    <a:pt x="603" y="45"/>
                  </a:cubicBezTo>
                  <a:cubicBezTo>
                    <a:pt x="602" y="46"/>
                    <a:pt x="601" y="46"/>
                    <a:pt x="600" y="46"/>
                  </a:cubicBezTo>
                  <a:close/>
                  <a:moveTo>
                    <a:pt x="995" y="45"/>
                  </a:moveTo>
                  <a:cubicBezTo>
                    <a:pt x="995" y="45"/>
                    <a:pt x="994" y="45"/>
                    <a:pt x="993" y="45"/>
                  </a:cubicBezTo>
                  <a:cubicBezTo>
                    <a:pt x="968" y="38"/>
                    <a:pt x="942" y="33"/>
                    <a:pt x="916" y="29"/>
                  </a:cubicBezTo>
                  <a:cubicBezTo>
                    <a:pt x="910" y="28"/>
                    <a:pt x="906" y="23"/>
                    <a:pt x="907" y="18"/>
                  </a:cubicBezTo>
                  <a:cubicBezTo>
                    <a:pt x="908" y="12"/>
                    <a:pt x="913" y="8"/>
                    <a:pt x="919" y="9"/>
                  </a:cubicBezTo>
                  <a:cubicBezTo>
                    <a:pt x="945" y="13"/>
                    <a:pt x="972" y="19"/>
                    <a:pt x="998" y="25"/>
                  </a:cubicBezTo>
                  <a:cubicBezTo>
                    <a:pt x="1003" y="27"/>
                    <a:pt x="1007" y="32"/>
                    <a:pt x="1005" y="37"/>
                  </a:cubicBezTo>
                  <a:cubicBezTo>
                    <a:pt x="1004" y="42"/>
                    <a:pt x="1000" y="45"/>
                    <a:pt x="995" y="45"/>
                  </a:cubicBezTo>
                  <a:close/>
                  <a:moveTo>
                    <a:pt x="758" y="21"/>
                  </a:moveTo>
                  <a:cubicBezTo>
                    <a:pt x="753" y="21"/>
                    <a:pt x="748" y="17"/>
                    <a:pt x="748" y="12"/>
                  </a:cubicBezTo>
                  <a:cubicBezTo>
                    <a:pt x="748" y="6"/>
                    <a:pt x="752" y="2"/>
                    <a:pt x="757" y="1"/>
                  </a:cubicBezTo>
                  <a:cubicBezTo>
                    <a:pt x="784" y="0"/>
                    <a:pt x="811" y="0"/>
                    <a:pt x="838" y="1"/>
                  </a:cubicBezTo>
                  <a:cubicBezTo>
                    <a:pt x="844" y="2"/>
                    <a:pt x="848" y="6"/>
                    <a:pt x="848" y="12"/>
                  </a:cubicBezTo>
                  <a:cubicBezTo>
                    <a:pt x="847" y="17"/>
                    <a:pt x="843" y="22"/>
                    <a:pt x="837" y="21"/>
                  </a:cubicBezTo>
                  <a:cubicBezTo>
                    <a:pt x="811" y="20"/>
                    <a:pt x="784" y="20"/>
                    <a:pt x="758" y="21"/>
                  </a:cubicBezTo>
                  <a:close/>
                </a:path>
              </a:pathLst>
            </a:custGeom>
            <a:solidFill>
              <a:srgbClr val="FFC000"/>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1" name="Oval 50"/>
            <p:cNvSpPr>
              <a:spLocks noChangeArrowheads="1"/>
            </p:cNvSpPr>
            <p:nvPr/>
          </p:nvSpPr>
          <p:spPr bwMode="auto">
            <a:xfrm>
              <a:off x="4378042" y="5054831"/>
              <a:ext cx="2073439" cy="92564"/>
            </a:xfrm>
            <a:prstGeom prst="ellipse">
              <a:avLst/>
            </a:pr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2" name="Freeform 51"/>
            <p:cNvSpPr>
              <a:spLocks/>
            </p:cNvSpPr>
            <p:nvPr/>
          </p:nvSpPr>
          <p:spPr bwMode="auto">
            <a:xfrm>
              <a:off x="6002951" y="4381427"/>
              <a:ext cx="150418" cy="115705"/>
            </a:xfrm>
            <a:custGeom>
              <a:avLst/>
              <a:gdLst>
                <a:gd name="T0" fmla="*/ 0 w 65"/>
                <a:gd name="T1" fmla="*/ 16 h 50"/>
                <a:gd name="T2" fmla="*/ 31 w 65"/>
                <a:gd name="T3" fmla="*/ 0 h 50"/>
                <a:gd name="T4" fmla="*/ 65 w 65"/>
                <a:gd name="T5" fmla="*/ 33 h 50"/>
                <a:gd name="T6" fmla="*/ 65 w 65"/>
                <a:gd name="T7" fmla="*/ 47 h 50"/>
                <a:gd name="T8" fmla="*/ 58 w 65"/>
                <a:gd name="T9" fmla="*/ 50 h 50"/>
                <a:gd name="T10" fmla="*/ 11 w 65"/>
                <a:gd name="T11" fmla="*/ 34 h 50"/>
                <a:gd name="T12" fmla="*/ 0 w 65"/>
                <a:gd name="T13" fmla="*/ 16 h 50"/>
              </a:gdLst>
              <a:ahLst/>
              <a:cxnLst>
                <a:cxn ang="0">
                  <a:pos x="T0" y="T1"/>
                </a:cxn>
                <a:cxn ang="0">
                  <a:pos x="T2" y="T3"/>
                </a:cxn>
                <a:cxn ang="0">
                  <a:pos x="T4" y="T5"/>
                </a:cxn>
                <a:cxn ang="0">
                  <a:pos x="T6" y="T7"/>
                </a:cxn>
                <a:cxn ang="0">
                  <a:pos x="T8" y="T9"/>
                </a:cxn>
                <a:cxn ang="0">
                  <a:pos x="T10" y="T11"/>
                </a:cxn>
                <a:cxn ang="0">
                  <a:pos x="T12" y="T13"/>
                </a:cxn>
              </a:cxnLst>
              <a:rect l="0" t="0" r="r" b="b"/>
              <a:pathLst>
                <a:path w="65" h="50">
                  <a:moveTo>
                    <a:pt x="0" y="16"/>
                  </a:moveTo>
                  <a:lnTo>
                    <a:pt x="31" y="0"/>
                  </a:lnTo>
                  <a:lnTo>
                    <a:pt x="65" y="33"/>
                  </a:lnTo>
                  <a:lnTo>
                    <a:pt x="65" y="47"/>
                  </a:lnTo>
                  <a:lnTo>
                    <a:pt x="58" y="50"/>
                  </a:lnTo>
                  <a:lnTo>
                    <a:pt x="11" y="34"/>
                  </a:lnTo>
                  <a:lnTo>
                    <a:pt x="0" y="16"/>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3" name="Freeform 52"/>
            <p:cNvSpPr>
              <a:spLocks/>
            </p:cNvSpPr>
            <p:nvPr/>
          </p:nvSpPr>
          <p:spPr bwMode="auto">
            <a:xfrm>
              <a:off x="5417483" y="3666368"/>
              <a:ext cx="657206" cy="768283"/>
            </a:xfrm>
            <a:custGeom>
              <a:avLst/>
              <a:gdLst>
                <a:gd name="T0" fmla="*/ 0 w 284"/>
                <a:gd name="T1" fmla="*/ 25 h 332"/>
                <a:gd name="T2" fmla="*/ 257 w 284"/>
                <a:gd name="T3" fmla="*/ 332 h 332"/>
                <a:gd name="T4" fmla="*/ 284 w 284"/>
                <a:gd name="T5" fmla="*/ 310 h 332"/>
                <a:gd name="T6" fmla="*/ 62 w 284"/>
                <a:gd name="T7" fmla="*/ 0 h 332"/>
                <a:gd name="T8" fmla="*/ 0 w 284"/>
                <a:gd name="T9" fmla="*/ 25 h 332"/>
              </a:gdLst>
              <a:ahLst/>
              <a:cxnLst>
                <a:cxn ang="0">
                  <a:pos x="T0" y="T1"/>
                </a:cxn>
                <a:cxn ang="0">
                  <a:pos x="T2" y="T3"/>
                </a:cxn>
                <a:cxn ang="0">
                  <a:pos x="T4" y="T5"/>
                </a:cxn>
                <a:cxn ang="0">
                  <a:pos x="T6" y="T7"/>
                </a:cxn>
                <a:cxn ang="0">
                  <a:pos x="T8" y="T9"/>
                </a:cxn>
              </a:cxnLst>
              <a:rect l="0" t="0" r="r" b="b"/>
              <a:pathLst>
                <a:path w="284" h="332">
                  <a:moveTo>
                    <a:pt x="0" y="25"/>
                  </a:moveTo>
                  <a:lnTo>
                    <a:pt x="257" y="332"/>
                  </a:lnTo>
                  <a:lnTo>
                    <a:pt x="284" y="310"/>
                  </a:lnTo>
                  <a:lnTo>
                    <a:pt x="62" y="0"/>
                  </a:lnTo>
                  <a:lnTo>
                    <a:pt x="0" y="25"/>
                  </a:lnTo>
                  <a:close/>
                </a:path>
              </a:pathLst>
            </a:custGeom>
            <a:solidFill>
              <a:srgbClr val="5B9BD5"/>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4" name="Freeform 53"/>
            <p:cNvSpPr>
              <a:spLocks/>
            </p:cNvSpPr>
            <p:nvPr/>
          </p:nvSpPr>
          <p:spPr bwMode="auto">
            <a:xfrm>
              <a:off x="5259717" y="3670996"/>
              <a:ext cx="155046" cy="978868"/>
            </a:xfrm>
            <a:custGeom>
              <a:avLst/>
              <a:gdLst>
                <a:gd name="T0" fmla="*/ 67 w 67"/>
                <a:gd name="T1" fmla="*/ 423 h 423"/>
                <a:gd name="T2" fmla="*/ 67 w 67"/>
                <a:gd name="T3" fmla="*/ 28 h 423"/>
                <a:gd name="T4" fmla="*/ 0 w 67"/>
                <a:gd name="T5" fmla="*/ 0 h 423"/>
                <a:gd name="T6" fmla="*/ 32 w 67"/>
                <a:gd name="T7" fmla="*/ 423 h 423"/>
                <a:gd name="T8" fmla="*/ 67 w 67"/>
                <a:gd name="T9" fmla="*/ 423 h 423"/>
              </a:gdLst>
              <a:ahLst/>
              <a:cxnLst>
                <a:cxn ang="0">
                  <a:pos x="T0" y="T1"/>
                </a:cxn>
                <a:cxn ang="0">
                  <a:pos x="T2" y="T3"/>
                </a:cxn>
                <a:cxn ang="0">
                  <a:pos x="T4" y="T5"/>
                </a:cxn>
                <a:cxn ang="0">
                  <a:pos x="T6" y="T7"/>
                </a:cxn>
                <a:cxn ang="0">
                  <a:pos x="T8" y="T9"/>
                </a:cxn>
              </a:cxnLst>
              <a:rect l="0" t="0" r="r" b="b"/>
              <a:pathLst>
                <a:path w="67" h="423">
                  <a:moveTo>
                    <a:pt x="67" y="423"/>
                  </a:moveTo>
                  <a:lnTo>
                    <a:pt x="67" y="28"/>
                  </a:lnTo>
                  <a:lnTo>
                    <a:pt x="0" y="0"/>
                  </a:lnTo>
                  <a:lnTo>
                    <a:pt x="32" y="423"/>
                  </a:lnTo>
                  <a:lnTo>
                    <a:pt x="67" y="423"/>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5" name="Freeform 54"/>
            <p:cNvSpPr>
              <a:spLocks/>
            </p:cNvSpPr>
            <p:nvPr/>
          </p:nvSpPr>
          <p:spPr bwMode="auto">
            <a:xfrm>
              <a:off x="4739042" y="3080899"/>
              <a:ext cx="32397" cy="94879"/>
            </a:xfrm>
            <a:custGeom>
              <a:avLst/>
              <a:gdLst>
                <a:gd name="T0" fmla="*/ 9 w 14"/>
                <a:gd name="T1" fmla="*/ 0 h 41"/>
                <a:gd name="T2" fmla="*/ 0 w 14"/>
                <a:gd name="T3" fmla="*/ 40 h 41"/>
                <a:gd name="T4" fmla="*/ 5 w 14"/>
                <a:gd name="T5" fmla="*/ 41 h 41"/>
                <a:gd name="T6" fmla="*/ 14 w 14"/>
                <a:gd name="T7" fmla="*/ 1 h 41"/>
                <a:gd name="T8" fmla="*/ 9 w 14"/>
                <a:gd name="T9" fmla="*/ 0 h 41"/>
              </a:gdLst>
              <a:ahLst/>
              <a:cxnLst>
                <a:cxn ang="0">
                  <a:pos x="T0" y="T1"/>
                </a:cxn>
                <a:cxn ang="0">
                  <a:pos x="T2" y="T3"/>
                </a:cxn>
                <a:cxn ang="0">
                  <a:pos x="T4" y="T5"/>
                </a:cxn>
                <a:cxn ang="0">
                  <a:pos x="T6" y="T7"/>
                </a:cxn>
                <a:cxn ang="0">
                  <a:pos x="T8" y="T9"/>
                </a:cxn>
              </a:cxnLst>
              <a:rect l="0" t="0" r="r" b="b"/>
              <a:pathLst>
                <a:path w="14" h="41">
                  <a:moveTo>
                    <a:pt x="9" y="0"/>
                  </a:moveTo>
                  <a:lnTo>
                    <a:pt x="0" y="40"/>
                  </a:lnTo>
                  <a:lnTo>
                    <a:pt x="5" y="41"/>
                  </a:lnTo>
                  <a:lnTo>
                    <a:pt x="14" y="1"/>
                  </a:lnTo>
                  <a:lnTo>
                    <a:pt x="9"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6" name="Freeform 55"/>
            <p:cNvSpPr>
              <a:spLocks/>
            </p:cNvSpPr>
            <p:nvPr/>
          </p:nvSpPr>
          <p:spPr bwMode="auto">
            <a:xfrm>
              <a:off x="6060397" y="3080899"/>
              <a:ext cx="30084" cy="94879"/>
            </a:xfrm>
            <a:custGeom>
              <a:avLst/>
              <a:gdLst>
                <a:gd name="T0" fmla="*/ 5 w 13"/>
                <a:gd name="T1" fmla="*/ 0 h 41"/>
                <a:gd name="T2" fmla="*/ 13 w 13"/>
                <a:gd name="T3" fmla="*/ 40 h 41"/>
                <a:gd name="T4" fmla="*/ 8 w 13"/>
                <a:gd name="T5" fmla="*/ 41 h 41"/>
                <a:gd name="T6" fmla="*/ 0 w 13"/>
                <a:gd name="T7" fmla="*/ 1 h 41"/>
                <a:gd name="T8" fmla="*/ 5 w 13"/>
                <a:gd name="T9" fmla="*/ 0 h 41"/>
              </a:gdLst>
              <a:ahLst/>
              <a:cxnLst>
                <a:cxn ang="0">
                  <a:pos x="T0" y="T1"/>
                </a:cxn>
                <a:cxn ang="0">
                  <a:pos x="T2" y="T3"/>
                </a:cxn>
                <a:cxn ang="0">
                  <a:pos x="T4" y="T5"/>
                </a:cxn>
                <a:cxn ang="0">
                  <a:pos x="T6" y="T7"/>
                </a:cxn>
                <a:cxn ang="0">
                  <a:pos x="T8" y="T9"/>
                </a:cxn>
              </a:cxnLst>
              <a:rect l="0" t="0" r="r" b="b"/>
              <a:pathLst>
                <a:path w="13" h="41">
                  <a:moveTo>
                    <a:pt x="5" y="0"/>
                  </a:moveTo>
                  <a:lnTo>
                    <a:pt x="13" y="40"/>
                  </a:lnTo>
                  <a:lnTo>
                    <a:pt x="8" y="41"/>
                  </a:lnTo>
                  <a:lnTo>
                    <a:pt x="0" y="1"/>
                  </a:lnTo>
                  <a:lnTo>
                    <a:pt x="5"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7" name="Oval 28"/>
            <p:cNvSpPr>
              <a:spLocks noChangeArrowheads="1"/>
            </p:cNvSpPr>
            <p:nvPr/>
          </p:nvSpPr>
          <p:spPr bwMode="auto">
            <a:xfrm>
              <a:off x="5206492" y="4696145"/>
              <a:ext cx="416539" cy="416539"/>
            </a:xfrm>
            <a:prstGeom prst="ellipse">
              <a:avLst/>
            </a:prstGeom>
            <a:solidFill>
              <a:srgbClr val="FFC000"/>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8" name="Freeform 29"/>
            <p:cNvSpPr>
              <a:spLocks/>
            </p:cNvSpPr>
            <p:nvPr/>
          </p:nvSpPr>
          <p:spPr bwMode="auto">
            <a:xfrm>
              <a:off x="5206492" y="4883588"/>
              <a:ext cx="416539" cy="229097"/>
            </a:xfrm>
            <a:custGeom>
              <a:avLst/>
              <a:gdLst>
                <a:gd name="T0" fmla="*/ 192 w 383"/>
                <a:gd name="T1" fmla="*/ 210 h 210"/>
                <a:gd name="T2" fmla="*/ 383 w 383"/>
                <a:gd name="T3" fmla="*/ 18 h 210"/>
                <a:gd name="T4" fmla="*/ 382 w 383"/>
                <a:gd name="T5" fmla="*/ 0 h 210"/>
                <a:gd name="T6" fmla="*/ 192 w 383"/>
                <a:gd name="T7" fmla="*/ 173 h 210"/>
                <a:gd name="T8" fmla="*/ 1 w 383"/>
                <a:gd name="T9" fmla="*/ 0 h 210"/>
                <a:gd name="T10" fmla="*/ 0 w 383"/>
                <a:gd name="T11" fmla="*/ 18 h 210"/>
                <a:gd name="T12" fmla="*/ 192 w 383"/>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383" h="210">
                  <a:moveTo>
                    <a:pt x="192" y="210"/>
                  </a:moveTo>
                  <a:cubicBezTo>
                    <a:pt x="298" y="210"/>
                    <a:pt x="383" y="124"/>
                    <a:pt x="383" y="18"/>
                  </a:cubicBezTo>
                  <a:cubicBezTo>
                    <a:pt x="383" y="12"/>
                    <a:pt x="383" y="6"/>
                    <a:pt x="382" y="0"/>
                  </a:cubicBezTo>
                  <a:cubicBezTo>
                    <a:pt x="373" y="97"/>
                    <a:pt x="291" y="173"/>
                    <a:pt x="192" y="173"/>
                  </a:cubicBezTo>
                  <a:cubicBezTo>
                    <a:pt x="92" y="173"/>
                    <a:pt x="10" y="97"/>
                    <a:pt x="1" y="0"/>
                  </a:cubicBezTo>
                  <a:cubicBezTo>
                    <a:pt x="0" y="6"/>
                    <a:pt x="0" y="12"/>
                    <a:pt x="0" y="18"/>
                  </a:cubicBezTo>
                  <a:cubicBezTo>
                    <a:pt x="0" y="124"/>
                    <a:pt x="86" y="210"/>
                    <a:pt x="192" y="210"/>
                  </a:cubicBezTo>
                </a:path>
              </a:pathLst>
            </a:custGeom>
            <a:solidFill>
              <a:srgbClr val="ED7D31"/>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9" name="Freeform 30"/>
            <p:cNvSpPr>
              <a:spLocks/>
            </p:cNvSpPr>
            <p:nvPr/>
          </p:nvSpPr>
          <p:spPr bwMode="auto">
            <a:xfrm>
              <a:off x="5299056" y="4649863"/>
              <a:ext cx="113392" cy="131905"/>
            </a:xfrm>
            <a:custGeom>
              <a:avLst/>
              <a:gdLst>
                <a:gd name="T0" fmla="*/ 49 w 49"/>
                <a:gd name="T1" fmla="*/ 0 h 57"/>
                <a:gd name="T2" fmla="*/ 15 w 49"/>
                <a:gd name="T3" fmla="*/ 0 h 57"/>
                <a:gd name="T4" fmla="*/ 0 w 49"/>
                <a:gd name="T5" fmla="*/ 44 h 57"/>
                <a:gd name="T6" fmla="*/ 6 w 49"/>
                <a:gd name="T7" fmla="*/ 57 h 57"/>
                <a:gd name="T8" fmla="*/ 14 w 49"/>
                <a:gd name="T9" fmla="*/ 57 h 57"/>
                <a:gd name="T10" fmla="*/ 49 w 49"/>
                <a:gd name="T11" fmla="*/ 19 h 57"/>
                <a:gd name="T12" fmla="*/ 49 w 49"/>
                <a:gd name="T13" fmla="*/ 0 h 57"/>
              </a:gdLst>
              <a:ahLst/>
              <a:cxnLst>
                <a:cxn ang="0">
                  <a:pos x="T0" y="T1"/>
                </a:cxn>
                <a:cxn ang="0">
                  <a:pos x="T2" y="T3"/>
                </a:cxn>
                <a:cxn ang="0">
                  <a:pos x="T4" y="T5"/>
                </a:cxn>
                <a:cxn ang="0">
                  <a:pos x="T6" y="T7"/>
                </a:cxn>
                <a:cxn ang="0">
                  <a:pos x="T8" y="T9"/>
                </a:cxn>
                <a:cxn ang="0">
                  <a:pos x="T10" y="T11"/>
                </a:cxn>
                <a:cxn ang="0">
                  <a:pos x="T12" y="T13"/>
                </a:cxn>
              </a:cxnLst>
              <a:rect l="0" t="0" r="r" b="b"/>
              <a:pathLst>
                <a:path w="49" h="57">
                  <a:moveTo>
                    <a:pt x="49" y="0"/>
                  </a:moveTo>
                  <a:lnTo>
                    <a:pt x="15" y="0"/>
                  </a:lnTo>
                  <a:lnTo>
                    <a:pt x="0" y="44"/>
                  </a:lnTo>
                  <a:lnTo>
                    <a:pt x="6" y="57"/>
                  </a:lnTo>
                  <a:lnTo>
                    <a:pt x="14" y="57"/>
                  </a:lnTo>
                  <a:lnTo>
                    <a:pt x="49" y="19"/>
                  </a:lnTo>
                  <a:lnTo>
                    <a:pt x="49" y="0"/>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0" name="Group 59"/>
            <p:cNvGrpSpPr>
              <a:grpSpLocks noChangeAspect="1"/>
            </p:cNvGrpSpPr>
            <p:nvPr/>
          </p:nvGrpSpPr>
          <p:grpSpPr>
            <a:xfrm>
              <a:off x="4696944" y="2059194"/>
              <a:ext cx="415996" cy="234364"/>
              <a:chOff x="3370263" y="896938"/>
              <a:chExt cx="450850" cy="254000"/>
            </a:xfrm>
            <a:solidFill>
              <a:srgbClr val="0072C6"/>
            </a:solidFill>
          </p:grpSpPr>
          <p:sp>
            <p:nvSpPr>
              <p:cNvPr id="88" name="Freeform 107"/>
              <p:cNvSpPr>
                <a:spLocks noEditPoints="1"/>
              </p:cNvSpPr>
              <p:nvPr/>
            </p:nvSpPr>
            <p:spPr bwMode="auto">
              <a:xfrm>
                <a:off x="3370263" y="896938"/>
                <a:ext cx="450850" cy="254000"/>
              </a:xfrm>
              <a:custGeom>
                <a:avLst/>
                <a:gdLst>
                  <a:gd name="T0" fmla="*/ 268 w 284"/>
                  <a:gd name="T1" fmla="*/ 0 h 160"/>
                  <a:gd name="T2" fmla="*/ 16 w 284"/>
                  <a:gd name="T3" fmla="*/ 0 h 160"/>
                  <a:gd name="T4" fmla="*/ 16 w 284"/>
                  <a:gd name="T5" fmla="*/ 0 h 160"/>
                  <a:gd name="T6" fmla="*/ 10 w 284"/>
                  <a:gd name="T7" fmla="*/ 2 h 160"/>
                  <a:gd name="T8" fmla="*/ 6 w 284"/>
                  <a:gd name="T9" fmla="*/ 6 h 160"/>
                  <a:gd name="T10" fmla="*/ 2 w 284"/>
                  <a:gd name="T11" fmla="*/ 10 h 160"/>
                  <a:gd name="T12" fmla="*/ 0 w 284"/>
                  <a:gd name="T13" fmla="*/ 16 h 160"/>
                  <a:gd name="T14" fmla="*/ 0 w 284"/>
                  <a:gd name="T15" fmla="*/ 144 h 160"/>
                  <a:gd name="T16" fmla="*/ 0 w 284"/>
                  <a:gd name="T17" fmla="*/ 144 h 160"/>
                  <a:gd name="T18" fmla="*/ 2 w 284"/>
                  <a:gd name="T19" fmla="*/ 150 h 160"/>
                  <a:gd name="T20" fmla="*/ 6 w 284"/>
                  <a:gd name="T21" fmla="*/ 156 h 160"/>
                  <a:gd name="T22" fmla="*/ 10 w 284"/>
                  <a:gd name="T23" fmla="*/ 160 h 160"/>
                  <a:gd name="T24" fmla="*/ 16 w 284"/>
                  <a:gd name="T25" fmla="*/ 160 h 160"/>
                  <a:gd name="T26" fmla="*/ 268 w 284"/>
                  <a:gd name="T27" fmla="*/ 160 h 160"/>
                  <a:gd name="T28" fmla="*/ 268 w 284"/>
                  <a:gd name="T29" fmla="*/ 160 h 160"/>
                  <a:gd name="T30" fmla="*/ 274 w 284"/>
                  <a:gd name="T31" fmla="*/ 160 h 160"/>
                  <a:gd name="T32" fmla="*/ 280 w 284"/>
                  <a:gd name="T33" fmla="*/ 156 h 160"/>
                  <a:gd name="T34" fmla="*/ 282 w 284"/>
                  <a:gd name="T35" fmla="*/ 150 h 160"/>
                  <a:gd name="T36" fmla="*/ 284 w 284"/>
                  <a:gd name="T37" fmla="*/ 144 h 160"/>
                  <a:gd name="T38" fmla="*/ 284 w 284"/>
                  <a:gd name="T39" fmla="*/ 16 h 160"/>
                  <a:gd name="T40" fmla="*/ 284 w 284"/>
                  <a:gd name="T41" fmla="*/ 16 h 160"/>
                  <a:gd name="T42" fmla="*/ 282 w 284"/>
                  <a:gd name="T43" fmla="*/ 10 h 160"/>
                  <a:gd name="T44" fmla="*/ 280 w 284"/>
                  <a:gd name="T45" fmla="*/ 6 h 160"/>
                  <a:gd name="T46" fmla="*/ 274 w 284"/>
                  <a:gd name="T47" fmla="*/ 2 h 160"/>
                  <a:gd name="T48" fmla="*/ 268 w 284"/>
                  <a:gd name="T49" fmla="*/ 0 h 160"/>
                  <a:gd name="T50" fmla="*/ 268 w 284"/>
                  <a:gd name="T51" fmla="*/ 0 h 160"/>
                  <a:gd name="T52" fmla="*/ 256 w 284"/>
                  <a:gd name="T53" fmla="*/ 136 h 160"/>
                  <a:gd name="T54" fmla="*/ 28 w 284"/>
                  <a:gd name="T55" fmla="*/ 136 h 160"/>
                  <a:gd name="T56" fmla="*/ 28 w 284"/>
                  <a:gd name="T57" fmla="*/ 26 h 160"/>
                  <a:gd name="T58" fmla="*/ 256 w 284"/>
                  <a:gd name="T59" fmla="*/ 26 h 160"/>
                  <a:gd name="T60" fmla="*/ 256 w 284"/>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4" h="160">
                    <a:moveTo>
                      <a:pt x="268" y="0"/>
                    </a:moveTo>
                    <a:lnTo>
                      <a:pt x="16" y="0"/>
                    </a:lnTo>
                    <a:lnTo>
                      <a:pt x="16" y="0"/>
                    </a:lnTo>
                    <a:lnTo>
                      <a:pt x="10" y="2"/>
                    </a:lnTo>
                    <a:lnTo>
                      <a:pt x="6" y="6"/>
                    </a:lnTo>
                    <a:lnTo>
                      <a:pt x="2" y="10"/>
                    </a:lnTo>
                    <a:lnTo>
                      <a:pt x="0" y="16"/>
                    </a:lnTo>
                    <a:lnTo>
                      <a:pt x="0" y="144"/>
                    </a:lnTo>
                    <a:lnTo>
                      <a:pt x="0" y="144"/>
                    </a:lnTo>
                    <a:lnTo>
                      <a:pt x="2" y="150"/>
                    </a:lnTo>
                    <a:lnTo>
                      <a:pt x="6" y="156"/>
                    </a:lnTo>
                    <a:lnTo>
                      <a:pt x="10" y="160"/>
                    </a:lnTo>
                    <a:lnTo>
                      <a:pt x="16" y="160"/>
                    </a:lnTo>
                    <a:lnTo>
                      <a:pt x="268" y="160"/>
                    </a:lnTo>
                    <a:lnTo>
                      <a:pt x="268" y="160"/>
                    </a:lnTo>
                    <a:lnTo>
                      <a:pt x="274" y="160"/>
                    </a:lnTo>
                    <a:lnTo>
                      <a:pt x="280" y="156"/>
                    </a:lnTo>
                    <a:lnTo>
                      <a:pt x="282" y="150"/>
                    </a:lnTo>
                    <a:lnTo>
                      <a:pt x="284" y="144"/>
                    </a:lnTo>
                    <a:lnTo>
                      <a:pt x="284" y="16"/>
                    </a:lnTo>
                    <a:lnTo>
                      <a:pt x="284" y="16"/>
                    </a:lnTo>
                    <a:lnTo>
                      <a:pt x="282" y="10"/>
                    </a:lnTo>
                    <a:lnTo>
                      <a:pt x="280" y="6"/>
                    </a:lnTo>
                    <a:lnTo>
                      <a:pt x="274" y="2"/>
                    </a:lnTo>
                    <a:lnTo>
                      <a:pt x="268" y="0"/>
                    </a:lnTo>
                    <a:lnTo>
                      <a:pt x="268" y="0"/>
                    </a:lnTo>
                    <a:close/>
                    <a:moveTo>
                      <a:pt x="256" y="136"/>
                    </a:moveTo>
                    <a:lnTo>
                      <a:pt x="28" y="136"/>
                    </a:lnTo>
                    <a:lnTo>
                      <a:pt x="28" y="26"/>
                    </a:lnTo>
                    <a:lnTo>
                      <a:pt x="256" y="26"/>
                    </a:lnTo>
                    <a:lnTo>
                      <a:pt x="256"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9" name="Freeform 108"/>
              <p:cNvSpPr>
                <a:spLocks/>
              </p:cNvSpPr>
              <p:nvPr/>
            </p:nvSpPr>
            <p:spPr bwMode="auto">
              <a:xfrm>
                <a:off x="3570288"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1" name="Group 60"/>
            <p:cNvGrpSpPr>
              <a:grpSpLocks noChangeAspect="1"/>
            </p:cNvGrpSpPr>
            <p:nvPr/>
          </p:nvGrpSpPr>
          <p:grpSpPr>
            <a:xfrm>
              <a:off x="4173933" y="2731263"/>
              <a:ext cx="337455" cy="204957"/>
              <a:chOff x="4722813" y="836613"/>
              <a:chExt cx="517525" cy="314325"/>
            </a:xfrm>
            <a:solidFill>
              <a:srgbClr val="0072C6"/>
            </a:solidFill>
          </p:grpSpPr>
          <p:sp>
            <p:nvSpPr>
              <p:cNvPr id="85" name="Freeform 104"/>
              <p:cNvSpPr>
                <a:spLocks/>
              </p:cNvSpPr>
              <p:nvPr/>
            </p:nvSpPr>
            <p:spPr bwMode="auto">
              <a:xfrm>
                <a:off x="4792663" y="836613"/>
                <a:ext cx="447675" cy="254000"/>
              </a:xfrm>
              <a:custGeom>
                <a:avLst/>
                <a:gdLst>
                  <a:gd name="T0" fmla="*/ 266 w 282"/>
                  <a:gd name="T1" fmla="*/ 0 h 160"/>
                  <a:gd name="T2" fmla="*/ 14 w 282"/>
                  <a:gd name="T3" fmla="*/ 0 h 160"/>
                  <a:gd name="T4" fmla="*/ 14 w 282"/>
                  <a:gd name="T5" fmla="*/ 0 h 160"/>
                  <a:gd name="T6" fmla="*/ 8 w 282"/>
                  <a:gd name="T7" fmla="*/ 0 h 160"/>
                  <a:gd name="T8" fmla="*/ 4 w 282"/>
                  <a:gd name="T9" fmla="*/ 4 h 160"/>
                  <a:gd name="T10" fmla="*/ 0 w 282"/>
                  <a:gd name="T11" fmla="*/ 8 h 160"/>
                  <a:gd name="T12" fmla="*/ 0 w 282"/>
                  <a:gd name="T13" fmla="*/ 16 h 160"/>
                  <a:gd name="T14" fmla="*/ 0 w 282"/>
                  <a:gd name="T15" fmla="*/ 20 h 160"/>
                  <a:gd name="T16" fmla="*/ 242 w 282"/>
                  <a:gd name="T17" fmla="*/ 20 h 160"/>
                  <a:gd name="T18" fmla="*/ 242 w 282"/>
                  <a:gd name="T19" fmla="*/ 20 h 160"/>
                  <a:gd name="T20" fmla="*/ 248 w 282"/>
                  <a:gd name="T21" fmla="*/ 22 h 160"/>
                  <a:gd name="T22" fmla="*/ 254 w 282"/>
                  <a:gd name="T23" fmla="*/ 24 h 160"/>
                  <a:gd name="T24" fmla="*/ 258 w 282"/>
                  <a:gd name="T25" fmla="*/ 30 h 160"/>
                  <a:gd name="T26" fmla="*/ 258 w 282"/>
                  <a:gd name="T27" fmla="*/ 36 h 160"/>
                  <a:gd name="T28" fmla="*/ 258 w 282"/>
                  <a:gd name="T29" fmla="*/ 160 h 160"/>
                  <a:gd name="T30" fmla="*/ 266 w 282"/>
                  <a:gd name="T31" fmla="*/ 160 h 160"/>
                  <a:gd name="T32" fmla="*/ 266 w 282"/>
                  <a:gd name="T33" fmla="*/ 160 h 160"/>
                  <a:gd name="T34" fmla="*/ 272 w 282"/>
                  <a:gd name="T35" fmla="*/ 158 h 160"/>
                  <a:gd name="T36" fmla="*/ 278 w 282"/>
                  <a:gd name="T37" fmla="*/ 154 h 160"/>
                  <a:gd name="T38" fmla="*/ 282 w 282"/>
                  <a:gd name="T39" fmla="*/ 150 h 160"/>
                  <a:gd name="T40" fmla="*/ 282 w 282"/>
                  <a:gd name="T41" fmla="*/ 144 h 160"/>
                  <a:gd name="T42" fmla="*/ 282 w 282"/>
                  <a:gd name="T43" fmla="*/ 16 h 160"/>
                  <a:gd name="T44" fmla="*/ 282 w 282"/>
                  <a:gd name="T45" fmla="*/ 16 h 160"/>
                  <a:gd name="T46" fmla="*/ 282 w 282"/>
                  <a:gd name="T47" fmla="*/ 8 h 160"/>
                  <a:gd name="T48" fmla="*/ 278 w 282"/>
                  <a:gd name="T49" fmla="*/ 4 h 160"/>
                  <a:gd name="T50" fmla="*/ 272 w 282"/>
                  <a:gd name="T51" fmla="*/ 0 h 160"/>
                  <a:gd name="T52" fmla="*/ 266 w 282"/>
                  <a:gd name="T53" fmla="*/ 0 h 160"/>
                  <a:gd name="T54" fmla="*/ 266 w 282"/>
                  <a:gd name="T55" fmla="*/ 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82" h="160">
                    <a:moveTo>
                      <a:pt x="266" y="0"/>
                    </a:moveTo>
                    <a:lnTo>
                      <a:pt x="14" y="0"/>
                    </a:lnTo>
                    <a:lnTo>
                      <a:pt x="14" y="0"/>
                    </a:lnTo>
                    <a:lnTo>
                      <a:pt x="8" y="0"/>
                    </a:lnTo>
                    <a:lnTo>
                      <a:pt x="4" y="4"/>
                    </a:lnTo>
                    <a:lnTo>
                      <a:pt x="0" y="8"/>
                    </a:lnTo>
                    <a:lnTo>
                      <a:pt x="0" y="16"/>
                    </a:lnTo>
                    <a:lnTo>
                      <a:pt x="0" y="20"/>
                    </a:lnTo>
                    <a:lnTo>
                      <a:pt x="242" y="20"/>
                    </a:lnTo>
                    <a:lnTo>
                      <a:pt x="242" y="20"/>
                    </a:lnTo>
                    <a:lnTo>
                      <a:pt x="248" y="22"/>
                    </a:lnTo>
                    <a:lnTo>
                      <a:pt x="254" y="24"/>
                    </a:lnTo>
                    <a:lnTo>
                      <a:pt x="258" y="30"/>
                    </a:lnTo>
                    <a:lnTo>
                      <a:pt x="258" y="36"/>
                    </a:lnTo>
                    <a:lnTo>
                      <a:pt x="258" y="160"/>
                    </a:lnTo>
                    <a:lnTo>
                      <a:pt x="266" y="160"/>
                    </a:lnTo>
                    <a:lnTo>
                      <a:pt x="266" y="160"/>
                    </a:lnTo>
                    <a:lnTo>
                      <a:pt x="272" y="158"/>
                    </a:lnTo>
                    <a:lnTo>
                      <a:pt x="278" y="154"/>
                    </a:lnTo>
                    <a:lnTo>
                      <a:pt x="282" y="150"/>
                    </a:lnTo>
                    <a:lnTo>
                      <a:pt x="282" y="144"/>
                    </a:lnTo>
                    <a:lnTo>
                      <a:pt x="282" y="16"/>
                    </a:lnTo>
                    <a:lnTo>
                      <a:pt x="282" y="16"/>
                    </a:lnTo>
                    <a:lnTo>
                      <a:pt x="282" y="8"/>
                    </a:lnTo>
                    <a:lnTo>
                      <a:pt x="278" y="4"/>
                    </a:lnTo>
                    <a:lnTo>
                      <a:pt x="272" y="0"/>
                    </a:lnTo>
                    <a:lnTo>
                      <a:pt x="266" y="0"/>
                    </a:lnTo>
                    <a:lnTo>
                      <a:pt x="266"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6" name="Freeform 105"/>
              <p:cNvSpPr>
                <a:spLocks noEditPoints="1"/>
              </p:cNvSpPr>
              <p:nvPr/>
            </p:nvSpPr>
            <p:spPr bwMode="auto">
              <a:xfrm>
                <a:off x="4722813" y="896938"/>
                <a:ext cx="447675" cy="254000"/>
              </a:xfrm>
              <a:custGeom>
                <a:avLst/>
                <a:gdLst>
                  <a:gd name="T0" fmla="*/ 266 w 282"/>
                  <a:gd name="T1" fmla="*/ 0 h 160"/>
                  <a:gd name="T2" fmla="*/ 14 w 282"/>
                  <a:gd name="T3" fmla="*/ 0 h 160"/>
                  <a:gd name="T4" fmla="*/ 14 w 282"/>
                  <a:gd name="T5" fmla="*/ 0 h 160"/>
                  <a:gd name="T6" fmla="*/ 8 w 282"/>
                  <a:gd name="T7" fmla="*/ 2 h 160"/>
                  <a:gd name="T8" fmla="*/ 4 w 282"/>
                  <a:gd name="T9" fmla="*/ 6 h 160"/>
                  <a:gd name="T10" fmla="*/ 0 w 282"/>
                  <a:gd name="T11" fmla="*/ 10 h 160"/>
                  <a:gd name="T12" fmla="*/ 0 w 282"/>
                  <a:gd name="T13" fmla="*/ 16 h 160"/>
                  <a:gd name="T14" fmla="*/ 0 w 282"/>
                  <a:gd name="T15" fmla="*/ 144 h 160"/>
                  <a:gd name="T16" fmla="*/ 0 w 282"/>
                  <a:gd name="T17" fmla="*/ 144 h 160"/>
                  <a:gd name="T18" fmla="*/ 0 w 282"/>
                  <a:gd name="T19" fmla="*/ 150 h 160"/>
                  <a:gd name="T20" fmla="*/ 4 w 282"/>
                  <a:gd name="T21" fmla="*/ 156 h 160"/>
                  <a:gd name="T22" fmla="*/ 8 w 282"/>
                  <a:gd name="T23" fmla="*/ 160 h 160"/>
                  <a:gd name="T24" fmla="*/ 14 w 282"/>
                  <a:gd name="T25" fmla="*/ 160 h 160"/>
                  <a:gd name="T26" fmla="*/ 266 w 282"/>
                  <a:gd name="T27" fmla="*/ 160 h 160"/>
                  <a:gd name="T28" fmla="*/ 266 w 282"/>
                  <a:gd name="T29" fmla="*/ 160 h 160"/>
                  <a:gd name="T30" fmla="*/ 272 w 282"/>
                  <a:gd name="T31" fmla="*/ 160 h 160"/>
                  <a:gd name="T32" fmla="*/ 278 w 282"/>
                  <a:gd name="T33" fmla="*/ 156 h 160"/>
                  <a:gd name="T34" fmla="*/ 282 w 282"/>
                  <a:gd name="T35" fmla="*/ 150 h 160"/>
                  <a:gd name="T36" fmla="*/ 282 w 282"/>
                  <a:gd name="T37" fmla="*/ 144 h 160"/>
                  <a:gd name="T38" fmla="*/ 282 w 282"/>
                  <a:gd name="T39" fmla="*/ 16 h 160"/>
                  <a:gd name="T40" fmla="*/ 282 w 282"/>
                  <a:gd name="T41" fmla="*/ 16 h 160"/>
                  <a:gd name="T42" fmla="*/ 282 w 282"/>
                  <a:gd name="T43" fmla="*/ 10 h 160"/>
                  <a:gd name="T44" fmla="*/ 278 w 282"/>
                  <a:gd name="T45" fmla="*/ 6 h 160"/>
                  <a:gd name="T46" fmla="*/ 272 w 282"/>
                  <a:gd name="T47" fmla="*/ 2 h 160"/>
                  <a:gd name="T48" fmla="*/ 266 w 282"/>
                  <a:gd name="T49" fmla="*/ 0 h 160"/>
                  <a:gd name="T50" fmla="*/ 266 w 282"/>
                  <a:gd name="T51" fmla="*/ 0 h 160"/>
                  <a:gd name="T52" fmla="*/ 254 w 282"/>
                  <a:gd name="T53" fmla="*/ 136 h 160"/>
                  <a:gd name="T54" fmla="*/ 28 w 282"/>
                  <a:gd name="T55" fmla="*/ 136 h 160"/>
                  <a:gd name="T56" fmla="*/ 28 w 282"/>
                  <a:gd name="T57" fmla="*/ 26 h 160"/>
                  <a:gd name="T58" fmla="*/ 254 w 282"/>
                  <a:gd name="T59" fmla="*/ 26 h 160"/>
                  <a:gd name="T60" fmla="*/ 254 w 282"/>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2" h="160">
                    <a:moveTo>
                      <a:pt x="266" y="0"/>
                    </a:moveTo>
                    <a:lnTo>
                      <a:pt x="14" y="0"/>
                    </a:lnTo>
                    <a:lnTo>
                      <a:pt x="14" y="0"/>
                    </a:lnTo>
                    <a:lnTo>
                      <a:pt x="8" y="2"/>
                    </a:lnTo>
                    <a:lnTo>
                      <a:pt x="4" y="6"/>
                    </a:lnTo>
                    <a:lnTo>
                      <a:pt x="0" y="10"/>
                    </a:lnTo>
                    <a:lnTo>
                      <a:pt x="0" y="16"/>
                    </a:lnTo>
                    <a:lnTo>
                      <a:pt x="0" y="144"/>
                    </a:lnTo>
                    <a:lnTo>
                      <a:pt x="0" y="144"/>
                    </a:lnTo>
                    <a:lnTo>
                      <a:pt x="0" y="150"/>
                    </a:lnTo>
                    <a:lnTo>
                      <a:pt x="4" y="156"/>
                    </a:lnTo>
                    <a:lnTo>
                      <a:pt x="8" y="160"/>
                    </a:lnTo>
                    <a:lnTo>
                      <a:pt x="14" y="160"/>
                    </a:lnTo>
                    <a:lnTo>
                      <a:pt x="266" y="160"/>
                    </a:lnTo>
                    <a:lnTo>
                      <a:pt x="266" y="160"/>
                    </a:lnTo>
                    <a:lnTo>
                      <a:pt x="272" y="160"/>
                    </a:lnTo>
                    <a:lnTo>
                      <a:pt x="278" y="156"/>
                    </a:lnTo>
                    <a:lnTo>
                      <a:pt x="282" y="150"/>
                    </a:lnTo>
                    <a:lnTo>
                      <a:pt x="282" y="144"/>
                    </a:lnTo>
                    <a:lnTo>
                      <a:pt x="282" y="16"/>
                    </a:lnTo>
                    <a:lnTo>
                      <a:pt x="282" y="16"/>
                    </a:lnTo>
                    <a:lnTo>
                      <a:pt x="282" y="10"/>
                    </a:lnTo>
                    <a:lnTo>
                      <a:pt x="278" y="6"/>
                    </a:lnTo>
                    <a:lnTo>
                      <a:pt x="272" y="2"/>
                    </a:lnTo>
                    <a:lnTo>
                      <a:pt x="266" y="0"/>
                    </a:lnTo>
                    <a:lnTo>
                      <a:pt x="266" y="0"/>
                    </a:lnTo>
                    <a:close/>
                    <a:moveTo>
                      <a:pt x="254" y="136"/>
                    </a:moveTo>
                    <a:lnTo>
                      <a:pt x="28" y="136"/>
                    </a:lnTo>
                    <a:lnTo>
                      <a:pt x="28" y="26"/>
                    </a:lnTo>
                    <a:lnTo>
                      <a:pt x="254" y="26"/>
                    </a:lnTo>
                    <a:lnTo>
                      <a:pt x="254"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7" name="Freeform 106"/>
              <p:cNvSpPr>
                <a:spLocks/>
              </p:cNvSpPr>
              <p:nvPr/>
            </p:nvSpPr>
            <p:spPr bwMode="auto">
              <a:xfrm>
                <a:off x="4919663"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sp>
          <p:nvSpPr>
            <p:cNvPr id="62" name="Freeform 59"/>
            <p:cNvSpPr>
              <a:spLocks noChangeAspect="1" noEditPoints="1"/>
            </p:cNvSpPr>
            <p:nvPr/>
          </p:nvSpPr>
          <p:spPr bwMode="auto">
            <a:xfrm>
              <a:off x="6351773" y="2659837"/>
              <a:ext cx="279320" cy="337291"/>
            </a:xfrm>
            <a:custGeom>
              <a:avLst/>
              <a:gdLst>
                <a:gd name="T0" fmla="*/ 0 w 212"/>
                <a:gd name="T1" fmla="*/ 188 h 256"/>
                <a:gd name="T2" fmla="*/ 106 w 212"/>
                <a:gd name="T3" fmla="*/ 56 h 256"/>
                <a:gd name="T4" fmla="*/ 128 w 212"/>
                <a:gd name="T5" fmla="*/ 90 h 256"/>
                <a:gd name="T6" fmla="*/ 134 w 212"/>
                <a:gd name="T7" fmla="*/ 110 h 256"/>
                <a:gd name="T8" fmla="*/ 134 w 212"/>
                <a:gd name="T9" fmla="*/ 152 h 256"/>
                <a:gd name="T10" fmla="*/ 128 w 212"/>
                <a:gd name="T11" fmla="*/ 170 h 256"/>
                <a:gd name="T12" fmla="*/ 106 w 212"/>
                <a:gd name="T13" fmla="*/ 206 h 256"/>
                <a:gd name="T14" fmla="*/ 104 w 212"/>
                <a:gd name="T15" fmla="*/ 208 h 256"/>
                <a:gd name="T16" fmla="*/ 90 w 212"/>
                <a:gd name="T17" fmla="*/ 200 h 256"/>
                <a:gd name="T18" fmla="*/ 106 w 212"/>
                <a:gd name="T19" fmla="*/ 182 h 256"/>
                <a:gd name="T20" fmla="*/ 120 w 212"/>
                <a:gd name="T21" fmla="*/ 148 h 256"/>
                <a:gd name="T22" fmla="*/ 122 w 212"/>
                <a:gd name="T23" fmla="*/ 130 h 256"/>
                <a:gd name="T24" fmla="*/ 116 w 212"/>
                <a:gd name="T25" fmla="*/ 96 h 256"/>
                <a:gd name="T26" fmla="*/ 94 w 212"/>
                <a:gd name="T27" fmla="*/ 66 h 256"/>
                <a:gd name="T28" fmla="*/ 90 w 212"/>
                <a:gd name="T29" fmla="*/ 62 h 256"/>
                <a:gd name="T30" fmla="*/ 98 w 212"/>
                <a:gd name="T31" fmla="*/ 48 h 256"/>
                <a:gd name="T32" fmla="*/ 106 w 212"/>
                <a:gd name="T33" fmla="*/ 56 h 256"/>
                <a:gd name="T34" fmla="*/ 122 w 212"/>
                <a:gd name="T35" fmla="*/ 222 h 256"/>
                <a:gd name="T36" fmla="*/ 138 w 212"/>
                <a:gd name="T37" fmla="*/ 202 h 256"/>
                <a:gd name="T38" fmla="*/ 150 w 212"/>
                <a:gd name="T39" fmla="*/ 180 h 256"/>
                <a:gd name="T40" fmla="*/ 154 w 212"/>
                <a:gd name="T41" fmla="*/ 168 h 256"/>
                <a:gd name="T42" fmla="*/ 158 w 212"/>
                <a:gd name="T43" fmla="*/ 144 h 256"/>
                <a:gd name="T44" fmla="*/ 160 w 212"/>
                <a:gd name="T45" fmla="*/ 130 h 256"/>
                <a:gd name="T46" fmla="*/ 156 w 212"/>
                <a:gd name="T47" fmla="*/ 106 h 256"/>
                <a:gd name="T48" fmla="*/ 154 w 212"/>
                <a:gd name="T49" fmla="*/ 94 h 256"/>
                <a:gd name="T50" fmla="*/ 144 w 212"/>
                <a:gd name="T51" fmla="*/ 70 h 256"/>
                <a:gd name="T52" fmla="*/ 130 w 212"/>
                <a:gd name="T53" fmla="*/ 48 h 256"/>
                <a:gd name="T54" fmla="*/ 118 w 212"/>
                <a:gd name="T55" fmla="*/ 36 h 256"/>
                <a:gd name="T56" fmla="*/ 128 w 212"/>
                <a:gd name="T57" fmla="*/ 26 h 256"/>
                <a:gd name="T58" fmla="*/ 130 w 212"/>
                <a:gd name="T59" fmla="*/ 28 h 256"/>
                <a:gd name="T60" fmla="*/ 142 w 212"/>
                <a:gd name="T61" fmla="*/ 40 h 256"/>
                <a:gd name="T62" fmla="*/ 158 w 212"/>
                <a:gd name="T63" fmla="*/ 64 h 256"/>
                <a:gd name="T64" fmla="*/ 168 w 212"/>
                <a:gd name="T65" fmla="*/ 90 h 256"/>
                <a:gd name="T66" fmla="*/ 172 w 212"/>
                <a:gd name="T67" fmla="*/ 116 h 256"/>
                <a:gd name="T68" fmla="*/ 172 w 212"/>
                <a:gd name="T69" fmla="*/ 144 h 256"/>
                <a:gd name="T70" fmla="*/ 168 w 212"/>
                <a:gd name="T71" fmla="*/ 172 h 256"/>
                <a:gd name="T72" fmla="*/ 158 w 212"/>
                <a:gd name="T73" fmla="*/ 198 h 256"/>
                <a:gd name="T74" fmla="*/ 142 w 212"/>
                <a:gd name="T75" fmla="*/ 220 h 256"/>
                <a:gd name="T76" fmla="*/ 160 w 212"/>
                <a:gd name="T77" fmla="*/ 2 h 256"/>
                <a:gd name="T78" fmla="*/ 182 w 212"/>
                <a:gd name="T79" fmla="*/ 30 h 256"/>
                <a:gd name="T80" fmla="*/ 200 w 212"/>
                <a:gd name="T81" fmla="*/ 62 h 256"/>
                <a:gd name="T82" fmla="*/ 210 w 212"/>
                <a:gd name="T83" fmla="*/ 96 h 256"/>
                <a:gd name="T84" fmla="*/ 212 w 212"/>
                <a:gd name="T85" fmla="*/ 130 h 256"/>
                <a:gd name="T86" fmla="*/ 210 w 212"/>
                <a:gd name="T87" fmla="*/ 164 h 256"/>
                <a:gd name="T88" fmla="*/ 200 w 212"/>
                <a:gd name="T89" fmla="*/ 198 h 256"/>
                <a:gd name="T90" fmla="*/ 184 w 212"/>
                <a:gd name="T91" fmla="*/ 228 h 256"/>
                <a:gd name="T92" fmla="*/ 162 w 212"/>
                <a:gd name="T93" fmla="*/ 256 h 256"/>
                <a:gd name="T94" fmla="*/ 162 w 212"/>
                <a:gd name="T95" fmla="*/ 236 h 256"/>
                <a:gd name="T96" fmla="*/ 170 w 212"/>
                <a:gd name="T97" fmla="*/ 224 h 256"/>
                <a:gd name="T98" fmla="*/ 186 w 212"/>
                <a:gd name="T99" fmla="*/ 194 h 256"/>
                <a:gd name="T100" fmla="*/ 196 w 212"/>
                <a:gd name="T101" fmla="*/ 162 h 256"/>
                <a:gd name="T102" fmla="*/ 198 w 212"/>
                <a:gd name="T103" fmla="*/ 146 h 256"/>
                <a:gd name="T104" fmla="*/ 198 w 212"/>
                <a:gd name="T105" fmla="*/ 114 h 256"/>
                <a:gd name="T106" fmla="*/ 196 w 212"/>
                <a:gd name="T107" fmla="*/ 98 h 256"/>
                <a:gd name="T108" fmla="*/ 186 w 212"/>
                <a:gd name="T109" fmla="*/ 68 h 256"/>
                <a:gd name="T110" fmla="*/ 178 w 212"/>
                <a:gd name="T111" fmla="*/ 52 h 256"/>
                <a:gd name="T112" fmla="*/ 160 w 212"/>
                <a:gd name="T113" fmla="*/ 24 h 256"/>
                <a:gd name="T114" fmla="*/ 148 w 212"/>
                <a:gd name="T115" fmla="*/ 10 h 256"/>
                <a:gd name="T116" fmla="*/ 158 w 212"/>
                <a:gd name="T117" fmla="*/ 0 h 256"/>
                <a:gd name="T118" fmla="*/ 158 w 212"/>
                <a:gd name="T119" fmla="*/ 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2" h="256">
                  <a:moveTo>
                    <a:pt x="0" y="74"/>
                  </a:moveTo>
                  <a:lnTo>
                    <a:pt x="74" y="130"/>
                  </a:lnTo>
                  <a:lnTo>
                    <a:pt x="0" y="188"/>
                  </a:lnTo>
                  <a:lnTo>
                    <a:pt x="0" y="74"/>
                  </a:lnTo>
                  <a:close/>
                  <a:moveTo>
                    <a:pt x="106" y="56"/>
                  </a:moveTo>
                  <a:lnTo>
                    <a:pt x="106" y="56"/>
                  </a:lnTo>
                  <a:lnTo>
                    <a:pt x="118" y="72"/>
                  </a:lnTo>
                  <a:lnTo>
                    <a:pt x="118" y="72"/>
                  </a:lnTo>
                  <a:lnTo>
                    <a:pt x="128" y="90"/>
                  </a:lnTo>
                  <a:lnTo>
                    <a:pt x="128" y="90"/>
                  </a:lnTo>
                  <a:lnTo>
                    <a:pt x="134" y="110"/>
                  </a:lnTo>
                  <a:lnTo>
                    <a:pt x="134" y="110"/>
                  </a:lnTo>
                  <a:lnTo>
                    <a:pt x="136" y="130"/>
                  </a:lnTo>
                  <a:lnTo>
                    <a:pt x="136" y="130"/>
                  </a:lnTo>
                  <a:lnTo>
                    <a:pt x="134" y="152"/>
                  </a:lnTo>
                  <a:lnTo>
                    <a:pt x="134" y="152"/>
                  </a:lnTo>
                  <a:lnTo>
                    <a:pt x="128" y="170"/>
                  </a:lnTo>
                  <a:lnTo>
                    <a:pt x="128" y="170"/>
                  </a:lnTo>
                  <a:lnTo>
                    <a:pt x="118" y="190"/>
                  </a:lnTo>
                  <a:lnTo>
                    <a:pt x="118" y="190"/>
                  </a:lnTo>
                  <a:lnTo>
                    <a:pt x="106" y="206"/>
                  </a:lnTo>
                  <a:lnTo>
                    <a:pt x="106" y="206"/>
                  </a:lnTo>
                  <a:lnTo>
                    <a:pt x="104" y="208"/>
                  </a:lnTo>
                  <a:lnTo>
                    <a:pt x="104" y="208"/>
                  </a:lnTo>
                  <a:lnTo>
                    <a:pt x="102" y="208"/>
                  </a:lnTo>
                  <a:lnTo>
                    <a:pt x="90" y="200"/>
                  </a:lnTo>
                  <a:lnTo>
                    <a:pt x="90" y="200"/>
                  </a:lnTo>
                  <a:lnTo>
                    <a:pt x="94" y="196"/>
                  </a:lnTo>
                  <a:lnTo>
                    <a:pt x="94" y="196"/>
                  </a:lnTo>
                  <a:lnTo>
                    <a:pt x="106" y="182"/>
                  </a:lnTo>
                  <a:lnTo>
                    <a:pt x="116" y="166"/>
                  </a:lnTo>
                  <a:lnTo>
                    <a:pt x="116" y="166"/>
                  </a:lnTo>
                  <a:lnTo>
                    <a:pt x="120" y="148"/>
                  </a:lnTo>
                  <a:lnTo>
                    <a:pt x="120" y="148"/>
                  </a:lnTo>
                  <a:lnTo>
                    <a:pt x="122" y="130"/>
                  </a:lnTo>
                  <a:lnTo>
                    <a:pt x="122" y="130"/>
                  </a:lnTo>
                  <a:lnTo>
                    <a:pt x="120" y="114"/>
                  </a:lnTo>
                  <a:lnTo>
                    <a:pt x="116" y="96"/>
                  </a:lnTo>
                  <a:lnTo>
                    <a:pt x="116" y="96"/>
                  </a:lnTo>
                  <a:lnTo>
                    <a:pt x="106" y="80"/>
                  </a:lnTo>
                  <a:lnTo>
                    <a:pt x="106" y="80"/>
                  </a:lnTo>
                  <a:lnTo>
                    <a:pt x="94" y="66"/>
                  </a:lnTo>
                  <a:lnTo>
                    <a:pt x="94" y="66"/>
                  </a:lnTo>
                  <a:lnTo>
                    <a:pt x="90" y="62"/>
                  </a:lnTo>
                  <a:lnTo>
                    <a:pt x="90" y="62"/>
                  </a:lnTo>
                  <a:lnTo>
                    <a:pt x="86" y="58"/>
                  </a:lnTo>
                  <a:lnTo>
                    <a:pt x="98" y="48"/>
                  </a:lnTo>
                  <a:lnTo>
                    <a:pt x="98" y="48"/>
                  </a:lnTo>
                  <a:lnTo>
                    <a:pt x="102" y="52"/>
                  </a:lnTo>
                  <a:lnTo>
                    <a:pt x="102" y="52"/>
                  </a:lnTo>
                  <a:lnTo>
                    <a:pt x="106" y="56"/>
                  </a:lnTo>
                  <a:lnTo>
                    <a:pt x="106" y="56"/>
                  </a:lnTo>
                  <a:close/>
                  <a:moveTo>
                    <a:pt x="120" y="222"/>
                  </a:moveTo>
                  <a:lnTo>
                    <a:pt x="122" y="222"/>
                  </a:lnTo>
                  <a:lnTo>
                    <a:pt x="122" y="222"/>
                  </a:lnTo>
                  <a:lnTo>
                    <a:pt x="130" y="212"/>
                  </a:lnTo>
                  <a:lnTo>
                    <a:pt x="138" y="202"/>
                  </a:lnTo>
                  <a:lnTo>
                    <a:pt x="138" y="202"/>
                  </a:lnTo>
                  <a:lnTo>
                    <a:pt x="144" y="192"/>
                  </a:lnTo>
                  <a:lnTo>
                    <a:pt x="150" y="180"/>
                  </a:lnTo>
                  <a:lnTo>
                    <a:pt x="150" y="180"/>
                  </a:lnTo>
                  <a:lnTo>
                    <a:pt x="154" y="168"/>
                  </a:lnTo>
                  <a:lnTo>
                    <a:pt x="154" y="168"/>
                  </a:lnTo>
                  <a:lnTo>
                    <a:pt x="156" y="156"/>
                  </a:lnTo>
                  <a:lnTo>
                    <a:pt x="156" y="156"/>
                  </a:lnTo>
                  <a:lnTo>
                    <a:pt x="158" y="144"/>
                  </a:lnTo>
                  <a:lnTo>
                    <a:pt x="158" y="144"/>
                  </a:lnTo>
                  <a:lnTo>
                    <a:pt x="160" y="130"/>
                  </a:lnTo>
                  <a:lnTo>
                    <a:pt x="160" y="130"/>
                  </a:lnTo>
                  <a:lnTo>
                    <a:pt x="158" y="118"/>
                  </a:lnTo>
                  <a:lnTo>
                    <a:pt x="158" y="118"/>
                  </a:lnTo>
                  <a:lnTo>
                    <a:pt x="156" y="106"/>
                  </a:lnTo>
                  <a:lnTo>
                    <a:pt x="156" y="106"/>
                  </a:lnTo>
                  <a:lnTo>
                    <a:pt x="154" y="94"/>
                  </a:lnTo>
                  <a:lnTo>
                    <a:pt x="154" y="94"/>
                  </a:lnTo>
                  <a:lnTo>
                    <a:pt x="150" y="82"/>
                  </a:lnTo>
                  <a:lnTo>
                    <a:pt x="150" y="82"/>
                  </a:lnTo>
                  <a:lnTo>
                    <a:pt x="144" y="70"/>
                  </a:lnTo>
                  <a:lnTo>
                    <a:pt x="138" y="60"/>
                  </a:lnTo>
                  <a:lnTo>
                    <a:pt x="138" y="60"/>
                  </a:lnTo>
                  <a:lnTo>
                    <a:pt x="130" y="48"/>
                  </a:lnTo>
                  <a:lnTo>
                    <a:pt x="122" y="40"/>
                  </a:lnTo>
                  <a:lnTo>
                    <a:pt x="122" y="40"/>
                  </a:lnTo>
                  <a:lnTo>
                    <a:pt x="118" y="36"/>
                  </a:lnTo>
                  <a:lnTo>
                    <a:pt x="118" y="36"/>
                  </a:lnTo>
                  <a:lnTo>
                    <a:pt x="116" y="34"/>
                  </a:lnTo>
                  <a:lnTo>
                    <a:pt x="128" y="26"/>
                  </a:lnTo>
                  <a:lnTo>
                    <a:pt x="128" y="26"/>
                  </a:lnTo>
                  <a:lnTo>
                    <a:pt x="130" y="28"/>
                  </a:lnTo>
                  <a:lnTo>
                    <a:pt x="130" y="28"/>
                  </a:lnTo>
                  <a:lnTo>
                    <a:pt x="132" y="30"/>
                  </a:lnTo>
                  <a:lnTo>
                    <a:pt x="132" y="30"/>
                  </a:lnTo>
                  <a:lnTo>
                    <a:pt x="142" y="40"/>
                  </a:lnTo>
                  <a:lnTo>
                    <a:pt x="150" y="52"/>
                  </a:lnTo>
                  <a:lnTo>
                    <a:pt x="150" y="52"/>
                  </a:lnTo>
                  <a:lnTo>
                    <a:pt x="158" y="64"/>
                  </a:lnTo>
                  <a:lnTo>
                    <a:pt x="164" y="76"/>
                  </a:lnTo>
                  <a:lnTo>
                    <a:pt x="164" y="76"/>
                  </a:lnTo>
                  <a:lnTo>
                    <a:pt x="168" y="90"/>
                  </a:lnTo>
                  <a:lnTo>
                    <a:pt x="170" y="104"/>
                  </a:lnTo>
                  <a:lnTo>
                    <a:pt x="170" y="104"/>
                  </a:lnTo>
                  <a:lnTo>
                    <a:pt x="172" y="116"/>
                  </a:lnTo>
                  <a:lnTo>
                    <a:pt x="174" y="130"/>
                  </a:lnTo>
                  <a:lnTo>
                    <a:pt x="174" y="130"/>
                  </a:lnTo>
                  <a:lnTo>
                    <a:pt x="172" y="144"/>
                  </a:lnTo>
                  <a:lnTo>
                    <a:pt x="170" y="158"/>
                  </a:lnTo>
                  <a:lnTo>
                    <a:pt x="170" y="158"/>
                  </a:lnTo>
                  <a:lnTo>
                    <a:pt x="168" y="172"/>
                  </a:lnTo>
                  <a:lnTo>
                    <a:pt x="164" y="184"/>
                  </a:lnTo>
                  <a:lnTo>
                    <a:pt x="164" y="184"/>
                  </a:lnTo>
                  <a:lnTo>
                    <a:pt x="158" y="198"/>
                  </a:lnTo>
                  <a:lnTo>
                    <a:pt x="150" y="210"/>
                  </a:lnTo>
                  <a:lnTo>
                    <a:pt x="150" y="210"/>
                  </a:lnTo>
                  <a:lnTo>
                    <a:pt x="142" y="220"/>
                  </a:lnTo>
                  <a:lnTo>
                    <a:pt x="132" y="232"/>
                  </a:lnTo>
                  <a:lnTo>
                    <a:pt x="120" y="222"/>
                  </a:lnTo>
                  <a:close/>
                  <a:moveTo>
                    <a:pt x="160" y="2"/>
                  </a:moveTo>
                  <a:lnTo>
                    <a:pt x="160" y="2"/>
                  </a:lnTo>
                  <a:lnTo>
                    <a:pt x="172" y="16"/>
                  </a:lnTo>
                  <a:lnTo>
                    <a:pt x="182" y="30"/>
                  </a:lnTo>
                  <a:lnTo>
                    <a:pt x="182" y="30"/>
                  </a:lnTo>
                  <a:lnTo>
                    <a:pt x="192" y="46"/>
                  </a:lnTo>
                  <a:lnTo>
                    <a:pt x="200" y="62"/>
                  </a:lnTo>
                  <a:lnTo>
                    <a:pt x="200" y="62"/>
                  </a:lnTo>
                  <a:lnTo>
                    <a:pt x="206" y="78"/>
                  </a:lnTo>
                  <a:lnTo>
                    <a:pt x="210" y="96"/>
                  </a:lnTo>
                  <a:lnTo>
                    <a:pt x="210" y="96"/>
                  </a:lnTo>
                  <a:lnTo>
                    <a:pt x="212" y="114"/>
                  </a:lnTo>
                  <a:lnTo>
                    <a:pt x="212" y="130"/>
                  </a:lnTo>
                  <a:lnTo>
                    <a:pt x="212" y="130"/>
                  </a:lnTo>
                  <a:lnTo>
                    <a:pt x="212" y="148"/>
                  </a:lnTo>
                  <a:lnTo>
                    <a:pt x="210" y="164"/>
                  </a:lnTo>
                  <a:lnTo>
                    <a:pt x="210" y="164"/>
                  </a:lnTo>
                  <a:lnTo>
                    <a:pt x="206" y="180"/>
                  </a:lnTo>
                  <a:lnTo>
                    <a:pt x="200" y="198"/>
                  </a:lnTo>
                  <a:lnTo>
                    <a:pt x="200" y="198"/>
                  </a:lnTo>
                  <a:lnTo>
                    <a:pt x="194" y="212"/>
                  </a:lnTo>
                  <a:lnTo>
                    <a:pt x="184" y="228"/>
                  </a:lnTo>
                  <a:lnTo>
                    <a:pt x="184" y="228"/>
                  </a:lnTo>
                  <a:lnTo>
                    <a:pt x="174" y="242"/>
                  </a:lnTo>
                  <a:lnTo>
                    <a:pt x="162" y="256"/>
                  </a:lnTo>
                  <a:lnTo>
                    <a:pt x="152" y="248"/>
                  </a:lnTo>
                  <a:lnTo>
                    <a:pt x="152" y="248"/>
                  </a:lnTo>
                  <a:lnTo>
                    <a:pt x="162" y="236"/>
                  </a:lnTo>
                  <a:lnTo>
                    <a:pt x="162" y="236"/>
                  </a:lnTo>
                  <a:lnTo>
                    <a:pt x="170" y="224"/>
                  </a:lnTo>
                  <a:lnTo>
                    <a:pt x="170" y="224"/>
                  </a:lnTo>
                  <a:lnTo>
                    <a:pt x="178" y="210"/>
                  </a:lnTo>
                  <a:lnTo>
                    <a:pt x="186" y="194"/>
                  </a:lnTo>
                  <a:lnTo>
                    <a:pt x="186" y="194"/>
                  </a:lnTo>
                  <a:lnTo>
                    <a:pt x="192" y="178"/>
                  </a:lnTo>
                  <a:lnTo>
                    <a:pt x="192" y="178"/>
                  </a:lnTo>
                  <a:lnTo>
                    <a:pt x="196" y="162"/>
                  </a:lnTo>
                  <a:lnTo>
                    <a:pt x="196" y="162"/>
                  </a:lnTo>
                  <a:lnTo>
                    <a:pt x="198" y="146"/>
                  </a:lnTo>
                  <a:lnTo>
                    <a:pt x="198" y="146"/>
                  </a:lnTo>
                  <a:lnTo>
                    <a:pt x="198" y="130"/>
                  </a:lnTo>
                  <a:lnTo>
                    <a:pt x="198" y="130"/>
                  </a:lnTo>
                  <a:lnTo>
                    <a:pt x="198" y="114"/>
                  </a:lnTo>
                  <a:lnTo>
                    <a:pt x="198" y="114"/>
                  </a:lnTo>
                  <a:lnTo>
                    <a:pt x="196" y="98"/>
                  </a:lnTo>
                  <a:lnTo>
                    <a:pt x="196" y="98"/>
                  </a:lnTo>
                  <a:lnTo>
                    <a:pt x="192" y="82"/>
                  </a:lnTo>
                  <a:lnTo>
                    <a:pt x="192" y="82"/>
                  </a:lnTo>
                  <a:lnTo>
                    <a:pt x="186" y="68"/>
                  </a:lnTo>
                  <a:lnTo>
                    <a:pt x="186" y="68"/>
                  </a:lnTo>
                  <a:lnTo>
                    <a:pt x="178" y="52"/>
                  </a:lnTo>
                  <a:lnTo>
                    <a:pt x="178" y="52"/>
                  </a:lnTo>
                  <a:lnTo>
                    <a:pt x="170" y="38"/>
                  </a:lnTo>
                  <a:lnTo>
                    <a:pt x="170" y="38"/>
                  </a:lnTo>
                  <a:lnTo>
                    <a:pt x="160" y="24"/>
                  </a:lnTo>
                  <a:lnTo>
                    <a:pt x="148" y="12"/>
                  </a:lnTo>
                  <a:lnTo>
                    <a:pt x="148" y="12"/>
                  </a:lnTo>
                  <a:lnTo>
                    <a:pt x="148" y="10"/>
                  </a:lnTo>
                  <a:lnTo>
                    <a:pt x="148" y="10"/>
                  </a:lnTo>
                  <a:lnTo>
                    <a:pt x="148" y="10"/>
                  </a:lnTo>
                  <a:lnTo>
                    <a:pt x="158" y="0"/>
                  </a:lnTo>
                  <a:lnTo>
                    <a:pt x="158" y="0"/>
                  </a:lnTo>
                  <a:lnTo>
                    <a:pt x="158" y="2"/>
                  </a:lnTo>
                  <a:lnTo>
                    <a:pt x="158" y="2"/>
                  </a:lnTo>
                  <a:lnTo>
                    <a:pt x="160" y="2"/>
                  </a:lnTo>
                  <a:lnTo>
                    <a:pt x="160" y="2"/>
                  </a:ln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3" name="Freeform 131"/>
            <p:cNvSpPr>
              <a:spLocks noChangeAspect="1" noEditPoints="1"/>
            </p:cNvSpPr>
            <p:nvPr/>
          </p:nvSpPr>
          <p:spPr bwMode="auto">
            <a:xfrm>
              <a:off x="4576419" y="3479171"/>
              <a:ext cx="340241" cy="267244"/>
            </a:xfrm>
            <a:custGeom>
              <a:avLst/>
              <a:gdLst>
                <a:gd name="T0" fmla="*/ 62 w 275"/>
                <a:gd name="T1" fmla="*/ 5 h 216"/>
                <a:gd name="T2" fmla="*/ 62 w 275"/>
                <a:gd name="T3" fmla="*/ 212 h 216"/>
                <a:gd name="T4" fmla="*/ 0 w 275"/>
                <a:gd name="T5" fmla="*/ 212 h 216"/>
                <a:gd name="T6" fmla="*/ 0 w 275"/>
                <a:gd name="T7" fmla="*/ 5 h 216"/>
                <a:gd name="T8" fmla="*/ 62 w 275"/>
                <a:gd name="T9" fmla="*/ 5 h 216"/>
                <a:gd name="T10" fmla="*/ 50 w 275"/>
                <a:gd name="T11" fmla="*/ 29 h 216"/>
                <a:gd name="T12" fmla="*/ 12 w 275"/>
                <a:gd name="T13" fmla="*/ 29 h 216"/>
                <a:gd name="T14" fmla="*/ 12 w 275"/>
                <a:gd name="T15" fmla="*/ 41 h 216"/>
                <a:gd name="T16" fmla="*/ 50 w 275"/>
                <a:gd name="T17" fmla="*/ 41 h 216"/>
                <a:gd name="T18" fmla="*/ 50 w 275"/>
                <a:gd name="T19" fmla="*/ 29 h 216"/>
                <a:gd name="T20" fmla="*/ 50 w 275"/>
                <a:gd name="T21" fmla="*/ 53 h 216"/>
                <a:gd name="T22" fmla="*/ 12 w 275"/>
                <a:gd name="T23" fmla="*/ 53 h 216"/>
                <a:gd name="T24" fmla="*/ 12 w 275"/>
                <a:gd name="T25" fmla="*/ 66 h 216"/>
                <a:gd name="T26" fmla="*/ 50 w 275"/>
                <a:gd name="T27" fmla="*/ 66 h 216"/>
                <a:gd name="T28" fmla="*/ 50 w 275"/>
                <a:gd name="T29" fmla="*/ 53 h 216"/>
                <a:gd name="T30" fmla="*/ 134 w 275"/>
                <a:gd name="T31" fmla="*/ 5 h 216"/>
                <a:gd name="T32" fmla="*/ 134 w 275"/>
                <a:gd name="T33" fmla="*/ 212 h 216"/>
                <a:gd name="T34" fmla="*/ 74 w 275"/>
                <a:gd name="T35" fmla="*/ 212 h 216"/>
                <a:gd name="T36" fmla="*/ 74 w 275"/>
                <a:gd name="T37" fmla="*/ 5 h 216"/>
                <a:gd name="T38" fmla="*/ 134 w 275"/>
                <a:gd name="T39" fmla="*/ 5 h 216"/>
                <a:gd name="T40" fmla="*/ 122 w 275"/>
                <a:gd name="T41" fmla="*/ 29 h 216"/>
                <a:gd name="T42" fmla="*/ 86 w 275"/>
                <a:gd name="T43" fmla="*/ 29 h 216"/>
                <a:gd name="T44" fmla="*/ 86 w 275"/>
                <a:gd name="T45" fmla="*/ 41 h 216"/>
                <a:gd name="T46" fmla="*/ 122 w 275"/>
                <a:gd name="T47" fmla="*/ 41 h 216"/>
                <a:gd name="T48" fmla="*/ 122 w 275"/>
                <a:gd name="T49" fmla="*/ 29 h 216"/>
                <a:gd name="T50" fmla="*/ 122 w 275"/>
                <a:gd name="T51" fmla="*/ 53 h 216"/>
                <a:gd name="T52" fmla="*/ 86 w 275"/>
                <a:gd name="T53" fmla="*/ 53 h 216"/>
                <a:gd name="T54" fmla="*/ 86 w 275"/>
                <a:gd name="T55" fmla="*/ 66 h 216"/>
                <a:gd name="T56" fmla="*/ 122 w 275"/>
                <a:gd name="T57" fmla="*/ 66 h 216"/>
                <a:gd name="T58" fmla="*/ 122 w 275"/>
                <a:gd name="T59" fmla="*/ 53 h 216"/>
                <a:gd name="T60" fmla="*/ 275 w 275"/>
                <a:gd name="T61" fmla="*/ 195 h 216"/>
                <a:gd name="T62" fmla="*/ 218 w 275"/>
                <a:gd name="T63" fmla="*/ 216 h 216"/>
                <a:gd name="T64" fmla="*/ 147 w 275"/>
                <a:gd name="T65" fmla="*/ 21 h 216"/>
                <a:gd name="T66" fmla="*/ 204 w 275"/>
                <a:gd name="T67" fmla="*/ 0 h 216"/>
                <a:gd name="T68" fmla="*/ 275 w 275"/>
                <a:gd name="T69" fmla="*/ 195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75" h="216">
                  <a:moveTo>
                    <a:pt x="62" y="5"/>
                  </a:moveTo>
                  <a:lnTo>
                    <a:pt x="62" y="212"/>
                  </a:lnTo>
                  <a:lnTo>
                    <a:pt x="0" y="212"/>
                  </a:lnTo>
                  <a:lnTo>
                    <a:pt x="0" y="5"/>
                  </a:lnTo>
                  <a:lnTo>
                    <a:pt x="62" y="5"/>
                  </a:lnTo>
                  <a:close/>
                  <a:moveTo>
                    <a:pt x="50" y="29"/>
                  </a:moveTo>
                  <a:lnTo>
                    <a:pt x="12" y="29"/>
                  </a:lnTo>
                  <a:lnTo>
                    <a:pt x="12" y="41"/>
                  </a:lnTo>
                  <a:lnTo>
                    <a:pt x="50" y="41"/>
                  </a:lnTo>
                  <a:lnTo>
                    <a:pt x="50" y="29"/>
                  </a:lnTo>
                  <a:close/>
                  <a:moveTo>
                    <a:pt x="50" y="53"/>
                  </a:moveTo>
                  <a:lnTo>
                    <a:pt x="12" y="53"/>
                  </a:lnTo>
                  <a:lnTo>
                    <a:pt x="12" y="66"/>
                  </a:lnTo>
                  <a:lnTo>
                    <a:pt x="50" y="66"/>
                  </a:lnTo>
                  <a:lnTo>
                    <a:pt x="50" y="53"/>
                  </a:lnTo>
                  <a:close/>
                  <a:moveTo>
                    <a:pt x="134" y="5"/>
                  </a:moveTo>
                  <a:lnTo>
                    <a:pt x="134" y="212"/>
                  </a:lnTo>
                  <a:lnTo>
                    <a:pt x="74" y="212"/>
                  </a:lnTo>
                  <a:lnTo>
                    <a:pt x="74" y="5"/>
                  </a:lnTo>
                  <a:lnTo>
                    <a:pt x="134" y="5"/>
                  </a:lnTo>
                  <a:close/>
                  <a:moveTo>
                    <a:pt x="122" y="29"/>
                  </a:moveTo>
                  <a:lnTo>
                    <a:pt x="86" y="29"/>
                  </a:lnTo>
                  <a:lnTo>
                    <a:pt x="86" y="41"/>
                  </a:lnTo>
                  <a:lnTo>
                    <a:pt x="122" y="41"/>
                  </a:lnTo>
                  <a:lnTo>
                    <a:pt x="122" y="29"/>
                  </a:lnTo>
                  <a:close/>
                  <a:moveTo>
                    <a:pt x="122" y="53"/>
                  </a:moveTo>
                  <a:lnTo>
                    <a:pt x="86" y="53"/>
                  </a:lnTo>
                  <a:lnTo>
                    <a:pt x="86" y="66"/>
                  </a:lnTo>
                  <a:lnTo>
                    <a:pt x="122" y="66"/>
                  </a:lnTo>
                  <a:lnTo>
                    <a:pt x="122" y="53"/>
                  </a:lnTo>
                  <a:close/>
                  <a:moveTo>
                    <a:pt x="275" y="195"/>
                  </a:moveTo>
                  <a:lnTo>
                    <a:pt x="218" y="216"/>
                  </a:lnTo>
                  <a:lnTo>
                    <a:pt x="147" y="21"/>
                  </a:lnTo>
                  <a:lnTo>
                    <a:pt x="204" y="0"/>
                  </a:lnTo>
                  <a:lnTo>
                    <a:pt x="275" y="195"/>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4" name="Group 63"/>
            <p:cNvGrpSpPr/>
            <p:nvPr/>
          </p:nvGrpSpPr>
          <p:grpSpPr>
            <a:xfrm>
              <a:off x="5817717" y="1990739"/>
              <a:ext cx="256972" cy="381312"/>
              <a:chOff x="8785977" y="2372203"/>
              <a:chExt cx="482479" cy="715935"/>
            </a:xfrm>
            <a:solidFill>
              <a:srgbClr val="0072C6"/>
            </a:solidFill>
          </p:grpSpPr>
          <p:sp>
            <p:nvSpPr>
              <p:cNvPr id="83" name="Freeform 28"/>
              <p:cNvSpPr>
                <a:spLocks noEditPoints="1"/>
              </p:cNvSpPr>
              <p:nvPr/>
            </p:nvSpPr>
            <p:spPr bwMode="auto">
              <a:xfrm>
                <a:off x="8785977" y="2372203"/>
                <a:ext cx="482479" cy="715935"/>
              </a:xfrm>
              <a:custGeom>
                <a:avLst/>
                <a:gdLst>
                  <a:gd name="T0" fmla="*/ 90 w 93"/>
                  <a:gd name="T1" fmla="*/ 34 h 138"/>
                  <a:gd name="T2" fmla="*/ 86 w 93"/>
                  <a:gd name="T3" fmla="*/ 23 h 138"/>
                  <a:gd name="T4" fmla="*/ 79 w 93"/>
                  <a:gd name="T5" fmla="*/ 13 h 138"/>
                  <a:gd name="T6" fmla="*/ 69 w 93"/>
                  <a:gd name="T7" fmla="*/ 6 h 138"/>
                  <a:gd name="T8" fmla="*/ 58 w 93"/>
                  <a:gd name="T9" fmla="*/ 2 h 138"/>
                  <a:gd name="T10" fmla="*/ 46 w 93"/>
                  <a:gd name="T11" fmla="*/ 0 h 138"/>
                  <a:gd name="T12" fmla="*/ 35 w 93"/>
                  <a:gd name="T13" fmla="*/ 2 h 138"/>
                  <a:gd name="T14" fmla="*/ 24 w 93"/>
                  <a:gd name="T15" fmla="*/ 6 h 138"/>
                  <a:gd name="T16" fmla="*/ 14 w 93"/>
                  <a:gd name="T17" fmla="*/ 13 h 138"/>
                  <a:gd name="T18" fmla="*/ 7 w 93"/>
                  <a:gd name="T19" fmla="*/ 23 h 138"/>
                  <a:gd name="T20" fmla="*/ 2 w 93"/>
                  <a:gd name="T21" fmla="*/ 34 h 138"/>
                  <a:gd name="T22" fmla="*/ 0 w 93"/>
                  <a:gd name="T23" fmla="*/ 46 h 138"/>
                  <a:gd name="T24" fmla="*/ 2 w 93"/>
                  <a:gd name="T25" fmla="*/ 57 h 138"/>
                  <a:gd name="T26" fmla="*/ 7 w 93"/>
                  <a:gd name="T27" fmla="*/ 68 h 138"/>
                  <a:gd name="T28" fmla="*/ 14 w 93"/>
                  <a:gd name="T29" fmla="*/ 79 h 138"/>
                  <a:gd name="T30" fmla="*/ 21 w 93"/>
                  <a:gd name="T31" fmla="*/ 138 h 138"/>
                  <a:gd name="T32" fmla="*/ 71 w 93"/>
                  <a:gd name="T33" fmla="*/ 138 h 138"/>
                  <a:gd name="T34" fmla="*/ 79 w 93"/>
                  <a:gd name="T35" fmla="*/ 79 h 138"/>
                  <a:gd name="T36" fmla="*/ 86 w 93"/>
                  <a:gd name="T37" fmla="*/ 68 h 138"/>
                  <a:gd name="T38" fmla="*/ 90 w 93"/>
                  <a:gd name="T39" fmla="*/ 57 h 138"/>
                  <a:gd name="T40" fmla="*/ 93 w 93"/>
                  <a:gd name="T41" fmla="*/ 46 h 138"/>
                  <a:gd name="T42" fmla="*/ 46 w 93"/>
                  <a:gd name="T43" fmla="*/ 72 h 138"/>
                  <a:gd name="T44" fmla="*/ 41 w 93"/>
                  <a:gd name="T45" fmla="*/ 72 h 138"/>
                  <a:gd name="T46" fmla="*/ 32 w 93"/>
                  <a:gd name="T47" fmla="*/ 67 h 138"/>
                  <a:gd name="T48" fmla="*/ 25 w 93"/>
                  <a:gd name="T49" fmla="*/ 61 h 138"/>
                  <a:gd name="T50" fmla="*/ 21 w 93"/>
                  <a:gd name="T51" fmla="*/ 52 h 138"/>
                  <a:gd name="T52" fmla="*/ 20 w 93"/>
                  <a:gd name="T53" fmla="*/ 47 h 138"/>
                  <a:gd name="T54" fmla="*/ 23 w 93"/>
                  <a:gd name="T55" fmla="*/ 37 h 138"/>
                  <a:gd name="T56" fmla="*/ 28 w 93"/>
                  <a:gd name="T57" fmla="*/ 29 h 138"/>
                  <a:gd name="T58" fmla="*/ 36 w 93"/>
                  <a:gd name="T59" fmla="*/ 23 h 138"/>
                  <a:gd name="T60" fmla="*/ 46 w 93"/>
                  <a:gd name="T61" fmla="*/ 21 h 138"/>
                  <a:gd name="T62" fmla="*/ 52 w 93"/>
                  <a:gd name="T63" fmla="*/ 22 h 138"/>
                  <a:gd name="T64" fmla="*/ 61 w 93"/>
                  <a:gd name="T65" fmla="*/ 26 h 138"/>
                  <a:gd name="T66" fmla="*/ 68 w 93"/>
                  <a:gd name="T67" fmla="*/ 32 h 138"/>
                  <a:gd name="T68" fmla="*/ 71 w 93"/>
                  <a:gd name="T69" fmla="*/ 41 h 138"/>
                  <a:gd name="T70" fmla="*/ 72 w 93"/>
                  <a:gd name="T71" fmla="*/ 47 h 138"/>
                  <a:gd name="T72" fmla="*/ 70 w 93"/>
                  <a:gd name="T73" fmla="*/ 56 h 138"/>
                  <a:gd name="T74" fmla="*/ 64 w 93"/>
                  <a:gd name="T75" fmla="*/ 65 h 138"/>
                  <a:gd name="T76" fmla="*/ 56 w 93"/>
                  <a:gd name="T77" fmla="*/ 70 h 138"/>
                  <a:gd name="T78" fmla="*/ 46 w 93"/>
                  <a:gd name="T79" fmla="*/ 7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3" h="138">
                    <a:moveTo>
                      <a:pt x="80" y="41"/>
                    </a:moveTo>
                    <a:lnTo>
                      <a:pt x="90" y="34"/>
                    </a:lnTo>
                    <a:lnTo>
                      <a:pt x="78" y="32"/>
                    </a:lnTo>
                    <a:lnTo>
                      <a:pt x="86" y="23"/>
                    </a:lnTo>
                    <a:lnTo>
                      <a:pt x="73" y="24"/>
                    </a:lnTo>
                    <a:lnTo>
                      <a:pt x="79" y="13"/>
                    </a:lnTo>
                    <a:lnTo>
                      <a:pt x="68" y="19"/>
                    </a:lnTo>
                    <a:lnTo>
                      <a:pt x="69" y="6"/>
                    </a:lnTo>
                    <a:lnTo>
                      <a:pt x="60" y="14"/>
                    </a:lnTo>
                    <a:lnTo>
                      <a:pt x="58" y="2"/>
                    </a:lnTo>
                    <a:lnTo>
                      <a:pt x="51" y="12"/>
                    </a:lnTo>
                    <a:lnTo>
                      <a:pt x="46" y="0"/>
                    </a:lnTo>
                    <a:lnTo>
                      <a:pt x="42" y="12"/>
                    </a:lnTo>
                    <a:lnTo>
                      <a:pt x="35" y="2"/>
                    </a:lnTo>
                    <a:lnTo>
                      <a:pt x="33" y="14"/>
                    </a:lnTo>
                    <a:lnTo>
                      <a:pt x="24" y="6"/>
                    </a:lnTo>
                    <a:lnTo>
                      <a:pt x="25" y="19"/>
                    </a:lnTo>
                    <a:lnTo>
                      <a:pt x="14" y="13"/>
                    </a:lnTo>
                    <a:lnTo>
                      <a:pt x="19" y="24"/>
                    </a:lnTo>
                    <a:lnTo>
                      <a:pt x="7" y="23"/>
                    </a:lnTo>
                    <a:lnTo>
                      <a:pt x="15" y="32"/>
                    </a:lnTo>
                    <a:lnTo>
                      <a:pt x="2" y="34"/>
                    </a:lnTo>
                    <a:lnTo>
                      <a:pt x="12" y="41"/>
                    </a:lnTo>
                    <a:lnTo>
                      <a:pt x="0" y="46"/>
                    </a:lnTo>
                    <a:lnTo>
                      <a:pt x="12" y="50"/>
                    </a:lnTo>
                    <a:lnTo>
                      <a:pt x="2" y="57"/>
                    </a:lnTo>
                    <a:lnTo>
                      <a:pt x="15" y="59"/>
                    </a:lnTo>
                    <a:lnTo>
                      <a:pt x="7" y="68"/>
                    </a:lnTo>
                    <a:lnTo>
                      <a:pt x="19" y="67"/>
                    </a:lnTo>
                    <a:lnTo>
                      <a:pt x="14" y="79"/>
                    </a:lnTo>
                    <a:lnTo>
                      <a:pt x="21" y="75"/>
                    </a:lnTo>
                    <a:lnTo>
                      <a:pt x="21" y="138"/>
                    </a:lnTo>
                    <a:lnTo>
                      <a:pt x="46" y="113"/>
                    </a:lnTo>
                    <a:lnTo>
                      <a:pt x="71" y="138"/>
                    </a:lnTo>
                    <a:lnTo>
                      <a:pt x="71" y="75"/>
                    </a:lnTo>
                    <a:lnTo>
                      <a:pt x="79" y="79"/>
                    </a:lnTo>
                    <a:lnTo>
                      <a:pt x="73" y="67"/>
                    </a:lnTo>
                    <a:lnTo>
                      <a:pt x="86" y="68"/>
                    </a:lnTo>
                    <a:lnTo>
                      <a:pt x="78" y="59"/>
                    </a:lnTo>
                    <a:lnTo>
                      <a:pt x="90" y="57"/>
                    </a:lnTo>
                    <a:lnTo>
                      <a:pt x="80" y="50"/>
                    </a:lnTo>
                    <a:lnTo>
                      <a:pt x="93" y="46"/>
                    </a:lnTo>
                    <a:lnTo>
                      <a:pt x="80" y="41"/>
                    </a:lnTo>
                    <a:close/>
                    <a:moveTo>
                      <a:pt x="46" y="72"/>
                    </a:moveTo>
                    <a:lnTo>
                      <a:pt x="46" y="72"/>
                    </a:lnTo>
                    <a:lnTo>
                      <a:pt x="41" y="72"/>
                    </a:lnTo>
                    <a:lnTo>
                      <a:pt x="36" y="70"/>
                    </a:lnTo>
                    <a:lnTo>
                      <a:pt x="32" y="67"/>
                    </a:lnTo>
                    <a:lnTo>
                      <a:pt x="28" y="65"/>
                    </a:lnTo>
                    <a:lnTo>
                      <a:pt x="25" y="61"/>
                    </a:lnTo>
                    <a:lnTo>
                      <a:pt x="23" y="56"/>
                    </a:lnTo>
                    <a:lnTo>
                      <a:pt x="21" y="52"/>
                    </a:lnTo>
                    <a:lnTo>
                      <a:pt x="20" y="47"/>
                    </a:lnTo>
                    <a:lnTo>
                      <a:pt x="20" y="47"/>
                    </a:lnTo>
                    <a:lnTo>
                      <a:pt x="21" y="41"/>
                    </a:lnTo>
                    <a:lnTo>
                      <a:pt x="23" y="37"/>
                    </a:lnTo>
                    <a:lnTo>
                      <a:pt x="25" y="32"/>
                    </a:lnTo>
                    <a:lnTo>
                      <a:pt x="28" y="29"/>
                    </a:lnTo>
                    <a:lnTo>
                      <a:pt x="32" y="26"/>
                    </a:lnTo>
                    <a:lnTo>
                      <a:pt x="36" y="23"/>
                    </a:lnTo>
                    <a:lnTo>
                      <a:pt x="41" y="22"/>
                    </a:lnTo>
                    <a:lnTo>
                      <a:pt x="46" y="21"/>
                    </a:lnTo>
                    <a:lnTo>
                      <a:pt x="46" y="21"/>
                    </a:lnTo>
                    <a:lnTo>
                      <a:pt x="52" y="22"/>
                    </a:lnTo>
                    <a:lnTo>
                      <a:pt x="56" y="23"/>
                    </a:lnTo>
                    <a:lnTo>
                      <a:pt x="61" y="26"/>
                    </a:lnTo>
                    <a:lnTo>
                      <a:pt x="64" y="29"/>
                    </a:lnTo>
                    <a:lnTo>
                      <a:pt x="68" y="32"/>
                    </a:lnTo>
                    <a:lnTo>
                      <a:pt x="70" y="37"/>
                    </a:lnTo>
                    <a:lnTo>
                      <a:pt x="71" y="41"/>
                    </a:lnTo>
                    <a:lnTo>
                      <a:pt x="72" y="47"/>
                    </a:lnTo>
                    <a:lnTo>
                      <a:pt x="72" y="47"/>
                    </a:lnTo>
                    <a:lnTo>
                      <a:pt x="71" y="52"/>
                    </a:lnTo>
                    <a:lnTo>
                      <a:pt x="70" y="56"/>
                    </a:lnTo>
                    <a:lnTo>
                      <a:pt x="68" y="61"/>
                    </a:lnTo>
                    <a:lnTo>
                      <a:pt x="64" y="65"/>
                    </a:lnTo>
                    <a:lnTo>
                      <a:pt x="61" y="67"/>
                    </a:lnTo>
                    <a:lnTo>
                      <a:pt x="56" y="70"/>
                    </a:lnTo>
                    <a:lnTo>
                      <a:pt x="52" y="72"/>
                    </a:lnTo>
                    <a:lnTo>
                      <a:pt x="46" y="72"/>
                    </a:lnTo>
                    <a:lnTo>
                      <a:pt x="46" y="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4" name="Freeform 29"/>
              <p:cNvSpPr>
                <a:spLocks/>
              </p:cNvSpPr>
              <p:nvPr/>
            </p:nvSpPr>
            <p:spPr bwMode="auto">
              <a:xfrm>
                <a:off x="8926053" y="2517465"/>
                <a:ext cx="197141" cy="197141"/>
              </a:xfrm>
              <a:custGeom>
                <a:avLst/>
                <a:gdLst>
                  <a:gd name="T0" fmla="*/ 19 w 38"/>
                  <a:gd name="T1" fmla="*/ 0 h 38"/>
                  <a:gd name="T2" fmla="*/ 19 w 38"/>
                  <a:gd name="T3" fmla="*/ 0 h 38"/>
                  <a:gd name="T4" fmla="*/ 16 w 38"/>
                  <a:gd name="T5" fmla="*/ 0 h 38"/>
                  <a:gd name="T6" fmla="*/ 11 w 38"/>
                  <a:gd name="T7" fmla="*/ 1 h 38"/>
                  <a:gd name="T8" fmla="*/ 9 w 38"/>
                  <a:gd name="T9" fmla="*/ 3 h 38"/>
                  <a:gd name="T10" fmla="*/ 6 w 38"/>
                  <a:gd name="T11" fmla="*/ 6 h 38"/>
                  <a:gd name="T12" fmla="*/ 4 w 38"/>
                  <a:gd name="T13" fmla="*/ 8 h 38"/>
                  <a:gd name="T14" fmla="*/ 1 w 38"/>
                  <a:gd name="T15" fmla="*/ 11 h 38"/>
                  <a:gd name="T16" fmla="*/ 0 w 38"/>
                  <a:gd name="T17" fmla="*/ 15 h 38"/>
                  <a:gd name="T18" fmla="*/ 0 w 38"/>
                  <a:gd name="T19" fmla="*/ 19 h 38"/>
                  <a:gd name="T20" fmla="*/ 0 w 38"/>
                  <a:gd name="T21" fmla="*/ 19 h 38"/>
                  <a:gd name="T22" fmla="*/ 0 w 38"/>
                  <a:gd name="T23" fmla="*/ 22 h 38"/>
                  <a:gd name="T24" fmla="*/ 1 w 38"/>
                  <a:gd name="T25" fmla="*/ 26 h 38"/>
                  <a:gd name="T26" fmla="*/ 4 w 38"/>
                  <a:gd name="T27" fmla="*/ 29 h 38"/>
                  <a:gd name="T28" fmla="*/ 6 w 38"/>
                  <a:gd name="T29" fmla="*/ 33 h 38"/>
                  <a:gd name="T30" fmla="*/ 9 w 38"/>
                  <a:gd name="T31" fmla="*/ 35 h 38"/>
                  <a:gd name="T32" fmla="*/ 11 w 38"/>
                  <a:gd name="T33" fmla="*/ 36 h 38"/>
                  <a:gd name="T34" fmla="*/ 16 w 38"/>
                  <a:gd name="T35" fmla="*/ 37 h 38"/>
                  <a:gd name="T36" fmla="*/ 19 w 38"/>
                  <a:gd name="T37" fmla="*/ 38 h 38"/>
                  <a:gd name="T38" fmla="*/ 19 w 38"/>
                  <a:gd name="T39" fmla="*/ 38 h 38"/>
                  <a:gd name="T40" fmla="*/ 23 w 38"/>
                  <a:gd name="T41" fmla="*/ 37 h 38"/>
                  <a:gd name="T42" fmla="*/ 27 w 38"/>
                  <a:gd name="T43" fmla="*/ 36 h 38"/>
                  <a:gd name="T44" fmla="*/ 29 w 38"/>
                  <a:gd name="T45" fmla="*/ 35 h 38"/>
                  <a:gd name="T46" fmla="*/ 33 w 38"/>
                  <a:gd name="T47" fmla="*/ 33 h 38"/>
                  <a:gd name="T48" fmla="*/ 35 w 38"/>
                  <a:gd name="T49" fmla="*/ 29 h 38"/>
                  <a:gd name="T50" fmla="*/ 37 w 38"/>
                  <a:gd name="T51" fmla="*/ 26 h 38"/>
                  <a:gd name="T52" fmla="*/ 38 w 38"/>
                  <a:gd name="T53" fmla="*/ 22 h 38"/>
                  <a:gd name="T54" fmla="*/ 38 w 38"/>
                  <a:gd name="T55" fmla="*/ 19 h 38"/>
                  <a:gd name="T56" fmla="*/ 38 w 38"/>
                  <a:gd name="T57" fmla="*/ 19 h 38"/>
                  <a:gd name="T58" fmla="*/ 38 w 38"/>
                  <a:gd name="T59" fmla="*/ 15 h 38"/>
                  <a:gd name="T60" fmla="*/ 37 w 38"/>
                  <a:gd name="T61" fmla="*/ 11 h 38"/>
                  <a:gd name="T62" fmla="*/ 35 w 38"/>
                  <a:gd name="T63" fmla="*/ 8 h 38"/>
                  <a:gd name="T64" fmla="*/ 33 w 38"/>
                  <a:gd name="T65" fmla="*/ 6 h 38"/>
                  <a:gd name="T66" fmla="*/ 29 w 38"/>
                  <a:gd name="T67" fmla="*/ 3 h 38"/>
                  <a:gd name="T68" fmla="*/ 27 w 38"/>
                  <a:gd name="T69" fmla="*/ 1 h 38"/>
                  <a:gd name="T70" fmla="*/ 23 w 38"/>
                  <a:gd name="T71" fmla="*/ 0 h 38"/>
                  <a:gd name="T72" fmla="*/ 19 w 38"/>
                  <a:gd name="T73" fmla="*/ 0 h 38"/>
                  <a:gd name="T74" fmla="*/ 19 w 38"/>
                  <a:gd name="T75"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8" h="38">
                    <a:moveTo>
                      <a:pt x="19" y="0"/>
                    </a:moveTo>
                    <a:lnTo>
                      <a:pt x="19" y="0"/>
                    </a:lnTo>
                    <a:lnTo>
                      <a:pt x="16" y="0"/>
                    </a:lnTo>
                    <a:lnTo>
                      <a:pt x="11" y="1"/>
                    </a:lnTo>
                    <a:lnTo>
                      <a:pt x="9" y="3"/>
                    </a:lnTo>
                    <a:lnTo>
                      <a:pt x="6" y="6"/>
                    </a:lnTo>
                    <a:lnTo>
                      <a:pt x="4" y="8"/>
                    </a:lnTo>
                    <a:lnTo>
                      <a:pt x="1" y="11"/>
                    </a:lnTo>
                    <a:lnTo>
                      <a:pt x="0" y="15"/>
                    </a:lnTo>
                    <a:lnTo>
                      <a:pt x="0" y="19"/>
                    </a:lnTo>
                    <a:lnTo>
                      <a:pt x="0" y="19"/>
                    </a:lnTo>
                    <a:lnTo>
                      <a:pt x="0" y="22"/>
                    </a:lnTo>
                    <a:lnTo>
                      <a:pt x="1" y="26"/>
                    </a:lnTo>
                    <a:lnTo>
                      <a:pt x="4" y="29"/>
                    </a:lnTo>
                    <a:lnTo>
                      <a:pt x="6" y="33"/>
                    </a:lnTo>
                    <a:lnTo>
                      <a:pt x="9" y="35"/>
                    </a:lnTo>
                    <a:lnTo>
                      <a:pt x="11" y="36"/>
                    </a:lnTo>
                    <a:lnTo>
                      <a:pt x="16" y="37"/>
                    </a:lnTo>
                    <a:lnTo>
                      <a:pt x="19" y="38"/>
                    </a:lnTo>
                    <a:lnTo>
                      <a:pt x="19" y="38"/>
                    </a:lnTo>
                    <a:lnTo>
                      <a:pt x="23" y="37"/>
                    </a:lnTo>
                    <a:lnTo>
                      <a:pt x="27" y="36"/>
                    </a:lnTo>
                    <a:lnTo>
                      <a:pt x="29" y="35"/>
                    </a:lnTo>
                    <a:lnTo>
                      <a:pt x="33" y="33"/>
                    </a:lnTo>
                    <a:lnTo>
                      <a:pt x="35" y="29"/>
                    </a:lnTo>
                    <a:lnTo>
                      <a:pt x="37" y="26"/>
                    </a:lnTo>
                    <a:lnTo>
                      <a:pt x="38" y="22"/>
                    </a:lnTo>
                    <a:lnTo>
                      <a:pt x="38" y="19"/>
                    </a:lnTo>
                    <a:lnTo>
                      <a:pt x="38" y="19"/>
                    </a:lnTo>
                    <a:lnTo>
                      <a:pt x="38" y="15"/>
                    </a:lnTo>
                    <a:lnTo>
                      <a:pt x="37" y="11"/>
                    </a:lnTo>
                    <a:lnTo>
                      <a:pt x="35" y="8"/>
                    </a:lnTo>
                    <a:lnTo>
                      <a:pt x="33" y="6"/>
                    </a:lnTo>
                    <a:lnTo>
                      <a:pt x="29" y="3"/>
                    </a:lnTo>
                    <a:lnTo>
                      <a:pt x="27" y="1"/>
                    </a:lnTo>
                    <a:lnTo>
                      <a:pt x="23" y="0"/>
                    </a:lnTo>
                    <a:lnTo>
                      <a:pt x="19" y="0"/>
                    </a:lnTo>
                    <a:lnTo>
                      <a:pt x="1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5" name="Group 64"/>
            <p:cNvGrpSpPr>
              <a:grpSpLocks noChangeAspect="1"/>
            </p:cNvGrpSpPr>
            <p:nvPr/>
          </p:nvGrpSpPr>
          <p:grpSpPr>
            <a:xfrm>
              <a:off x="5989763" y="3481970"/>
              <a:ext cx="359056" cy="244464"/>
              <a:chOff x="7554913" y="3697288"/>
              <a:chExt cx="596900" cy="406400"/>
            </a:xfrm>
            <a:solidFill>
              <a:srgbClr val="0072C6"/>
            </a:solidFill>
          </p:grpSpPr>
          <p:sp>
            <p:nvSpPr>
              <p:cNvPr id="78" name="Freeform 16"/>
              <p:cNvSpPr>
                <a:spLocks noEditPoints="1"/>
              </p:cNvSpPr>
              <p:nvPr/>
            </p:nvSpPr>
            <p:spPr bwMode="auto">
              <a:xfrm>
                <a:off x="7554913" y="3697288"/>
                <a:ext cx="596900" cy="406400"/>
              </a:xfrm>
              <a:custGeom>
                <a:avLst/>
                <a:gdLst>
                  <a:gd name="T0" fmla="*/ 358 w 376"/>
                  <a:gd name="T1" fmla="*/ 0 h 256"/>
                  <a:gd name="T2" fmla="*/ 18 w 376"/>
                  <a:gd name="T3" fmla="*/ 0 h 256"/>
                  <a:gd name="T4" fmla="*/ 18 w 376"/>
                  <a:gd name="T5" fmla="*/ 0 h 256"/>
                  <a:gd name="T6" fmla="*/ 10 w 376"/>
                  <a:gd name="T7" fmla="*/ 2 h 256"/>
                  <a:gd name="T8" fmla="*/ 4 w 376"/>
                  <a:gd name="T9" fmla="*/ 6 h 256"/>
                  <a:gd name="T10" fmla="*/ 0 w 376"/>
                  <a:gd name="T11" fmla="*/ 12 h 256"/>
                  <a:gd name="T12" fmla="*/ 0 w 376"/>
                  <a:gd name="T13" fmla="*/ 18 h 256"/>
                  <a:gd name="T14" fmla="*/ 0 w 376"/>
                  <a:gd name="T15" fmla="*/ 236 h 256"/>
                  <a:gd name="T16" fmla="*/ 0 w 376"/>
                  <a:gd name="T17" fmla="*/ 236 h 256"/>
                  <a:gd name="T18" fmla="*/ 0 w 376"/>
                  <a:gd name="T19" fmla="*/ 244 h 256"/>
                  <a:gd name="T20" fmla="*/ 4 w 376"/>
                  <a:gd name="T21" fmla="*/ 250 h 256"/>
                  <a:gd name="T22" fmla="*/ 10 w 376"/>
                  <a:gd name="T23" fmla="*/ 254 h 256"/>
                  <a:gd name="T24" fmla="*/ 18 w 376"/>
                  <a:gd name="T25" fmla="*/ 256 h 256"/>
                  <a:gd name="T26" fmla="*/ 358 w 376"/>
                  <a:gd name="T27" fmla="*/ 256 h 256"/>
                  <a:gd name="T28" fmla="*/ 358 w 376"/>
                  <a:gd name="T29" fmla="*/ 256 h 256"/>
                  <a:gd name="T30" fmla="*/ 364 w 376"/>
                  <a:gd name="T31" fmla="*/ 254 h 256"/>
                  <a:gd name="T32" fmla="*/ 370 w 376"/>
                  <a:gd name="T33" fmla="*/ 250 h 256"/>
                  <a:gd name="T34" fmla="*/ 376 w 376"/>
                  <a:gd name="T35" fmla="*/ 244 h 256"/>
                  <a:gd name="T36" fmla="*/ 376 w 376"/>
                  <a:gd name="T37" fmla="*/ 236 h 256"/>
                  <a:gd name="T38" fmla="*/ 376 w 376"/>
                  <a:gd name="T39" fmla="*/ 18 h 256"/>
                  <a:gd name="T40" fmla="*/ 376 w 376"/>
                  <a:gd name="T41" fmla="*/ 18 h 256"/>
                  <a:gd name="T42" fmla="*/ 376 w 376"/>
                  <a:gd name="T43" fmla="*/ 12 h 256"/>
                  <a:gd name="T44" fmla="*/ 370 w 376"/>
                  <a:gd name="T45" fmla="*/ 6 h 256"/>
                  <a:gd name="T46" fmla="*/ 364 w 376"/>
                  <a:gd name="T47" fmla="*/ 2 h 256"/>
                  <a:gd name="T48" fmla="*/ 358 w 376"/>
                  <a:gd name="T49" fmla="*/ 0 h 256"/>
                  <a:gd name="T50" fmla="*/ 358 w 376"/>
                  <a:gd name="T51" fmla="*/ 0 h 256"/>
                  <a:gd name="T52" fmla="*/ 342 w 376"/>
                  <a:gd name="T53" fmla="*/ 224 h 256"/>
                  <a:gd name="T54" fmla="*/ 34 w 376"/>
                  <a:gd name="T55" fmla="*/ 224 h 256"/>
                  <a:gd name="T56" fmla="*/ 34 w 376"/>
                  <a:gd name="T57" fmla="*/ 30 h 256"/>
                  <a:gd name="T58" fmla="*/ 342 w 376"/>
                  <a:gd name="T59" fmla="*/ 30 h 256"/>
                  <a:gd name="T60" fmla="*/ 342 w 376"/>
                  <a:gd name="T61" fmla="*/ 22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76" h="256">
                    <a:moveTo>
                      <a:pt x="358" y="0"/>
                    </a:moveTo>
                    <a:lnTo>
                      <a:pt x="18" y="0"/>
                    </a:lnTo>
                    <a:lnTo>
                      <a:pt x="18" y="0"/>
                    </a:lnTo>
                    <a:lnTo>
                      <a:pt x="10" y="2"/>
                    </a:lnTo>
                    <a:lnTo>
                      <a:pt x="4" y="6"/>
                    </a:lnTo>
                    <a:lnTo>
                      <a:pt x="0" y="12"/>
                    </a:lnTo>
                    <a:lnTo>
                      <a:pt x="0" y="18"/>
                    </a:lnTo>
                    <a:lnTo>
                      <a:pt x="0" y="236"/>
                    </a:lnTo>
                    <a:lnTo>
                      <a:pt x="0" y="236"/>
                    </a:lnTo>
                    <a:lnTo>
                      <a:pt x="0" y="244"/>
                    </a:lnTo>
                    <a:lnTo>
                      <a:pt x="4" y="250"/>
                    </a:lnTo>
                    <a:lnTo>
                      <a:pt x="10" y="254"/>
                    </a:lnTo>
                    <a:lnTo>
                      <a:pt x="18" y="256"/>
                    </a:lnTo>
                    <a:lnTo>
                      <a:pt x="358" y="256"/>
                    </a:lnTo>
                    <a:lnTo>
                      <a:pt x="358" y="256"/>
                    </a:lnTo>
                    <a:lnTo>
                      <a:pt x="364" y="254"/>
                    </a:lnTo>
                    <a:lnTo>
                      <a:pt x="370" y="250"/>
                    </a:lnTo>
                    <a:lnTo>
                      <a:pt x="376" y="244"/>
                    </a:lnTo>
                    <a:lnTo>
                      <a:pt x="376" y="236"/>
                    </a:lnTo>
                    <a:lnTo>
                      <a:pt x="376" y="18"/>
                    </a:lnTo>
                    <a:lnTo>
                      <a:pt x="376" y="18"/>
                    </a:lnTo>
                    <a:lnTo>
                      <a:pt x="376" y="12"/>
                    </a:lnTo>
                    <a:lnTo>
                      <a:pt x="370" y="6"/>
                    </a:lnTo>
                    <a:lnTo>
                      <a:pt x="364" y="2"/>
                    </a:lnTo>
                    <a:lnTo>
                      <a:pt x="358" y="0"/>
                    </a:lnTo>
                    <a:lnTo>
                      <a:pt x="358" y="0"/>
                    </a:lnTo>
                    <a:close/>
                    <a:moveTo>
                      <a:pt x="342" y="224"/>
                    </a:moveTo>
                    <a:lnTo>
                      <a:pt x="34" y="224"/>
                    </a:lnTo>
                    <a:lnTo>
                      <a:pt x="34" y="30"/>
                    </a:lnTo>
                    <a:lnTo>
                      <a:pt x="342" y="30"/>
                    </a:lnTo>
                    <a:lnTo>
                      <a:pt x="342" y="2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9" name="Freeform 17"/>
              <p:cNvSpPr>
                <a:spLocks/>
              </p:cNvSpPr>
              <p:nvPr/>
            </p:nvSpPr>
            <p:spPr bwMode="auto">
              <a:xfrm>
                <a:off x="7910513" y="3805238"/>
                <a:ext cx="117475" cy="187325"/>
              </a:xfrm>
              <a:custGeom>
                <a:avLst/>
                <a:gdLst>
                  <a:gd name="T0" fmla="*/ 18 w 74"/>
                  <a:gd name="T1" fmla="*/ 70 h 118"/>
                  <a:gd name="T2" fmla="*/ 18 w 74"/>
                  <a:gd name="T3" fmla="*/ 118 h 118"/>
                  <a:gd name="T4" fmla="*/ 36 w 74"/>
                  <a:gd name="T5" fmla="*/ 100 h 118"/>
                  <a:gd name="T6" fmla="*/ 56 w 74"/>
                  <a:gd name="T7" fmla="*/ 118 h 118"/>
                  <a:gd name="T8" fmla="*/ 56 w 74"/>
                  <a:gd name="T9" fmla="*/ 70 h 118"/>
                  <a:gd name="T10" fmla="*/ 56 w 74"/>
                  <a:gd name="T11" fmla="*/ 70 h 118"/>
                  <a:gd name="T12" fmla="*/ 62 w 74"/>
                  <a:gd name="T13" fmla="*/ 64 h 118"/>
                  <a:gd name="T14" fmla="*/ 68 w 74"/>
                  <a:gd name="T15" fmla="*/ 56 h 118"/>
                  <a:gd name="T16" fmla="*/ 72 w 74"/>
                  <a:gd name="T17" fmla="*/ 48 h 118"/>
                  <a:gd name="T18" fmla="*/ 74 w 74"/>
                  <a:gd name="T19" fmla="*/ 38 h 118"/>
                  <a:gd name="T20" fmla="*/ 74 w 74"/>
                  <a:gd name="T21" fmla="*/ 38 h 118"/>
                  <a:gd name="T22" fmla="*/ 72 w 74"/>
                  <a:gd name="T23" fmla="*/ 30 h 118"/>
                  <a:gd name="T24" fmla="*/ 70 w 74"/>
                  <a:gd name="T25" fmla="*/ 22 h 118"/>
                  <a:gd name="T26" fmla="*/ 68 w 74"/>
                  <a:gd name="T27" fmla="*/ 16 h 118"/>
                  <a:gd name="T28" fmla="*/ 62 w 74"/>
                  <a:gd name="T29" fmla="*/ 10 h 118"/>
                  <a:gd name="T30" fmla="*/ 58 w 74"/>
                  <a:gd name="T31" fmla="*/ 6 h 118"/>
                  <a:gd name="T32" fmla="*/ 50 w 74"/>
                  <a:gd name="T33" fmla="*/ 2 h 118"/>
                  <a:gd name="T34" fmla="*/ 44 w 74"/>
                  <a:gd name="T35" fmla="*/ 0 h 118"/>
                  <a:gd name="T36" fmla="*/ 36 w 74"/>
                  <a:gd name="T37" fmla="*/ 0 h 118"/>
                  <a:gd name="T38" fmla="*/ 36 w 74"/>
                  <a:gd name="T39" fmla="*/ 0 h 118"/>
                  <a:gd name="T40" fmla="*/ 28 w 74"/>
                  <a:gd name="T41" fmla="*/ 0 h 118"/>
                  <a:gd name="T42" fmla="*/ 22 w 74"/>
                  <a:gd name="T43" fmla="*/ 2 h 118"/>
                  <a:gd name="T44" fmla="*/ 16 w 74"/>
                  <a:gd name="T45" fmla="*/ 6 h 118"/>
                  <a:gd name="T46" fmla="*/ 10 w 74"/>
                  <a:gd name="T47" fmla="*/ 10 h 118"/>
                  <a:gd name="T48" fmla="*/ 6 w 74"/>
                  <a:gd name="T49" fmla="*/ 16 h 118"/>
                  <a:gd name="T50" fmla="*/ 2 w 74"/>
                  <a:gd name="T51" fmla="*/ 22 h 118"/>
                  <a:gd name="T52" fmla="*/ 0 w 74"/>
                  <a:gd name="T53" fmla="*/ 30 h 118"/>
                  <a:gd name="T54" fmla="*/ 0 w 74"/>
                  <a:gd name="T55" fmla="*/ 38 h 118"/>
                  <a:gd name="T56" fmla="*/ 0 w 74"/>
                  <a:gd name="T57" fmla="*/ 38 h 118"/>
                  <a:gd name="T58" fmla="*/ 0 w 74"/>
                  <a:gd name="T59" fmla="*/ 48 h 118"/>
                  <a:gd name="T60" fmla="*/ 4 w 74"/>
                  <a:gd name="T61" fmla="*/ 56 h 118"/>
                  <a:gd name="T62" fmla="*/ 10 w 74"/>
                  <a:gd name="T63" fmla="*/ 64 h 118"/>
                  <a:gd name="T64" fmla="*/ 18 w 74"/>
                  <a:gd name="T65" fmla="*/ 70 h 118"/>
                  <a:gd name="T66" fmla="*/ 18 w 74"/>
                  <a:gd name="T67" fmla="*/ 70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4" h="118">
                    <a:moveTo>
                      <a:pt x="18" y="70"/>
                    </a:moveTo>
                    <a:lnTo>
                      <a:pt x="18" y="118"/>
                    </a:lnTo>
                    <a:lnTo>
                      <a:pt x="36" y="100"/>
                    </a:lnTo>
                    <a:lnTo>
                      <a:pt x="56" y="118"/>
                    </a:lnTo>
                    <a:lnTo>
                      <a:pt x="56" y="70"/>
                    </a:lnTo>
                    <a:lnTo>
                      <a:pt x="56" y="70"/>
                    </a:lnTo>
                    <a:lnTo>
                      <a:pt x="62" y="64"/>
                    </a:lnTo>
                    <a:lnTo>
                      <a:pt x="68" y="56"/>
                    </a:lnTo>
                    <a:lnTo>
                      <a:pt x="72" y="48"/>
                    </a:lnTo>
                    <a:lnTo>
                      <a:pt x="74" y="38"/>
                    </a:lnTo>
                    <a:lnTo>
                      <a:pt x="74" y="38"/>
                    </a:lnTo>
                    <a:lnTo>
                      <a:pt x="72" y="30"/>
                    </a:lnTo>
                    <a:lnTo>
                      <a:pt x="70" y="22"/>
                    </a:lnTo>
                    <a:lnTo>
                      <a:pt x="68" y="16"/>
                    </a:lnTo>
                    <a:lnTo>
                      <a:pt x="62" y="10"/>
                    </a:lnTo>
                    <a:lnTo>
                      <a:pt x="58" y="6"/>
                    </a:lnTo>
                    <a:lnTo>
                      <a:pt x="50" y="2"/>
                    </a:lnTo>
                    <a:lnTo>
                      <a:pt x="44" y="0"/>
                    </a:lnTo>
                    <a:lnTo>
                      <a:pt x="36" y="0"/>
                    </a:lnTo>
                    <a:lnTo>
                      <a:pt x="36" y="0"/>
                    </a:lnTo>
                    <a:lnTo>
                      <a:pt x="28" y="0"/>
                    </a:lnTo>
                    <a:lnTo>
                      <a:pt x="22" y="2"/>
                    </a:lnTo>
                    <a:lnTo>
                      <a:pt x="16" y="6"/>
                    </a:lnTo>
                    <a:lnTo>
                      <a:pt x="10" y="10"/>
                    </a:lnTo>
                    <a:lnTo>
                      <a:pt x="6" y="16"/>
                    </a:lnTo>
                    <a:lnTo>
                      <a:pt x="2" y="22"/>
                    </a:lnTo>
                    <a:lnTo>
                      <a:pt x="0" y="30"/>
                    </a:lnTo>
                    <a:lnTo>
                      <a:pt x="0" y="38"/>
                    </a:lnTo>
                    <a:lnTo>
                      <a:pt x="0" y="38"/>
                    </a:lnTo>
                    <a:lnTo>
                      <a:pt x="0" y="48"/>
                    </a:lnTo>
                    <a:lnTo>
                      <a:pt x="4" y="56"/>
                    </a:lnTo>
                    <a:lnTo>
                      <a:pt x="10" y="64"/>
                    </a:lnTo>
                    <a:lnTo>
                      <a:pt x="18" y="70"/>
                    </a:lnTo>
                    <a:lnTo>
                      <a:pt x="18"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0" name="Rectangle 18"/>
              <p:cNvSpPr>
                <a:spLocks noChangeArrowheads="1"/>
              </p:cNvSpPr>
              <p:nvPr/>
            </p:nvSpPr>
            <p:spPr bwMode="auto">
              <a:xfrm>
                <a:off x="7694613" y="380841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1" name="Rectangle 19"/>
              <p:cNvSpPr>
                <a:spLocks noChangeArrowheads="1"/>
              </p:cNvSpPr>
              <p:nvPr/>
            </p:nvSpPr>
            <p:spPr bwMode="auto">
              <a:xfrm>
                <a:off x="7694613" y="387826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2" name="Rectangle 20"/>
              <p:cNvSpPr>
                <a:spLocks noChangeArrowheads="1"/>
              </p:cNvSpPr>
              <p:nvPr/>
            </p:nvSpPr>
            <p:spPr bwMode="auto">
              <a:xfrm>
                <a:off x="7694613" y="3951288"/>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6" name="Group 65"/>
            <p:cNvGrpSpPr/>
            <p:nvPr/>
          </p:nvGrpSpPr>
          <p:grpSpPr>
            <a:xfrm>
              <a:off x="4576010" y="2578029"/>
              <a:ext cx="1719157" cy="1164284"/>
              <a:chOff x="8933043" y="3080582"/>
              <a:chExt cx="1940444" cy="1314148"/>
            </a:xfrm>
          </p:grpSpPr>
          <p:sp>
            <p:nvSpPr>
              <p:cNvPr id="67" name="Freeform 12"/>
              <p:cNvSpPr>
                <a:spLocks/>
              </p:cNvSpPr>
              <p:nvPr/>
            </p:nvSpPr>
            <p:spPr bwMode="auto">
              <a:xfrm>
                <a:off x="10739663" y="3286670"/>
                <a:ext cx="133824" cy="211441"/>
              </a:xfrm>
              <a:custGeom>
                <a:avLst/>
                <a:gdLst>
                  <a:gd name="T0" fmla="*/ 102 w 107"/>
                  <a:gd name="T1" fmla="*/ 60 h 169"/>
                  <a:gd name="T2" fmla="*/ 96 w 107"/>
                  <a:gd name="T3" fmla="*/ 60 h 169"/>
                  <a:gd name="T4" fmla="*/ 101 w 107"/>
                  <a:gd name="T5" fmla="*/ 47 h 169"/>
                  <a:gd name="T6" fmla="*/ 97 w 107"/>
                  <a:gd name="T7" fmla="*/ 37 h 169"/>
                  <a:gd name="T8" fmla="*/ 94 w 107"/>
                  <a:gd name="T9" fmla="*/ 37 h 169"/>
                  <a:gd name="T10" fmla="*/ 98 w 107"/>
                  <a:gd name="T11" fmla="*/ 26 h 169"/>
                  <a:gd name="T12" fmla="*/ 93 w 107"/>
                  <a:gd name="T13" fmla="*/ 14 h 169"/>
                  <a:gd name="T14" fmla="*/ 86 w 107"/>
                  <a:gd name="T15" fmla="*/ 15 h 169"/>
                  <a:gd name="T16" fmla="*/ 86 w 107"/>
                  <a:gd name="T17" fmla="*/ 13 h 169"/>
                  <a:gd name="T18" fmla="*/ 81 w 107"/>
                  <a:gd name="T19" fmla="*/ 1 h 169"/>
                  <a:gd name="T20" fmla="*/ 69 w 107"/>
                  <a:gd name="T21" fmla="*/ 7 h 169"/>
                  <a:gd name="T22" fmla="*/ 50 w 107"/>
                  <a:gd name="T23" fmla="*/ 56 h 169"/>
                  <a:gd name="T24" fmla="*/ 44 w 107"/>
                  <a:gd name="T25" fmla="*/ 49 h 169"/>
                  <a:gd name="T26" fmla="*/ 29 w 107"/>
                  <a:gd name="T27" fmla="*/ 55 h 169"/>
                  <a:gd name="T28" fmla="*/ 28 w 107"/>
                  <a:gd name="T29" fmla="*/ 58 h 169"/>
                  <a:gd name="T30" fmla="*/ 16 w 107"/>
                  <a:gd name="T31" fmla="*/ 89 h 169"/>
                  <a:gd name="T32" fmla="*/ 7 w 107"/>
                  <a:gd name="T33" fmla="*/ 112 h 169"/>
                  <a:gd name="T34" fmla="*/ 7 w 107"/>
                  <a:gd name="T35" fmla="*/ 112 h 169"/>
                  <a:gd name="T36" fmla="*/ 29 w 107"/>
                  <a:gd name="T37" fmla="*/ 161 h 169"/>
                  <a:gd name="T38" fmla="*/ 79 w 107"/>
                  <a:gd name="T39" fmla="*/ 139 h 169"/>
                  <a:gd name="T40" fmla="*/ 79 w 107"/>
                  <a:gd name="T41" fmla="*/ 139 h 169"/>
                  <a:gd name="T42" fmla="*/ 89 w 107"/>
                  <a:gd name="T43" fmla="*/ 114 h 169"/>
                  <a:gd name="T44" fmla="*/ 99 w 107"/>
                  <a:gd name="T45" fmla="*/ 86 h 169"/>
                  <a:gd name="T46" fmla="*/ 106 w 107"/>
                  <a:gd name="T47" fmla="*/ 69 h 169"/>
                  <a:gd name="T48" fmla="*/ 102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102" y="60"/>
                    </a:moveTo>
                    <a:cubicBezTo>
                      <a:pt x="100" y="59"/>
                      <a:pt x="98" y="59"/>
                      <a:pt x="96" y="60"/>
                    </a:cubicBezTo>
                    <a:cubicBezTo>
                      <a:pt x="99" y="53"/>
                      <a:pt x="101" y="47"/>
                      <a:pt x="101" y="47"/>
                    </a:cubicBezTo>
                    <a:cubicBezTo>
                      <a:pt x="102" y="43"/>
                      <a:pt x="101" y="39"/>
                      <a:pt x="97" y="37"/>
                    </a:cubicBezTo>
                    <a:cubicBezTo>
                      <a:pt x="96" y="37"/>
                      <a:pt x="95" y="37"/>
                      <a:pt x="94" y="37"/>
                    </a:cubicBezTo>
                    <a:cubicBezTo>
                      <a:pt x="96" y="31"/>
                      <a:pt x="98" y="27"/>
                      <a:pt x="98" y="26"/>
                    </a:cubicBezTo>
                    <a:cubicBezTo>
                      <a:pt x="100" y="21"/>
                      <a:pt x="98" y="16"/>
                      <a:pt x="93" y="14"/>
                    </a:cubicBezTo>
                    <a:cubicBezTo>
                      <a:pt x="90" y="13"/>
                      <a:pt x="88" y="13"/>
                      <a:pt x="86" y="15"/>
                    </a:cubicBezTo>
                    <a:cubicBezTo>
                      <a:pt x="86" y="14"/>
                      <a:pt x="86" y="13"/>
                      <a:pt x="86" y="13"/>
                    </a:cubicBezTo>
                    <a:cubicBezTo>
                      <a:pt x="88" y="8"/>
                      <a:pt x="86" y="3"/>
                      <a:pt x="81" y="1"/>
                    </a:cubicBezTo>
                    <a:cubicBezTo>
                      <a:pt x="76" y="0"/>
                      <a:pt x="71" y="2"/>
                      <a:pt x="69" y="7"/>
                    </a:cubicBezTo>
                    <a:cubicBezTo>
                      <a:pt x="68" y="9"/>
                      <a:pt x="56" y="41"/>
                      <a:pt x="50" y="56"/>
                    </a:cubicBezTo>
                    <a:cubicBezTo>
                      <a:pt x="49" y="53"/>
                      <a:pt x="47" y="50"/>
                      <a:pt x="44" y="49"/>
                    </a:cubicBezTo>
                    <a:cubicBezTo>
                      <a:pt x="38" y="46"/>
                      <a:pt x="31" y="49"/>
                      <a:pt x="29" y="55"/>
                    </a:cubicBezTo>
                    <a:cubicBezTo>
                      <a:pt x="29" y="56"/>
                      <a:pt x="28" y="57"/>
                      <a:pt x="28" y="58"/>
                    </a:cubicBezTo>
                    <a:cubicBezTo>
                      <a:pt x="25" y="67"/>
                      <a:pt x="17" y="86"/>
                      <a:pt x="16" y="89"/>
                    </a:cubicBezTo>
                    <a:cubicBezTo>
                      <a:pt x="7" y="112"/>
                      <a:pt x="7" y="112"/>
                      <a:pt x="7" y="112"/>
                    </a:cubicBezTo>
                    <a:cubicBezTo>
                      <a:pt x="7" y="112"/>
                      <a:pt x="7" y="112"/>
                      <a:pt x="7" y="112"/>
                    </a:cubicBezTo>
                    <a:cubicBezTo>
                      <a:pt x="0" y="132"/>
                      <a:pt x="10" y="154"/>
                      <a:pt x="29" y="161"/>
                    </a:cubicBezTo>
                    <a:cubicBezTo>
                      <a:pt x="49" y="169"/>
                      <a:pt x="71" y="159"/>
                      <a:pt x="79" y="139"/>
                    </a:cubicBezTo>
                    <a:cubicBezTo>
                      <a:pt x="79" y="139"/>
                      <a:pt x="79" y="139"/>
                      <a:pt x="79" y="139"/>
                    </a:cubicBezTo>
                    <a:cubicBezTo>
                      <a:pt x="89" y="114"/>
                      <a:pt x="89" y="114"/>
                      <a:pt x="89" y="114"/>
                    </a:cubicBezTo>
                    <a:cubicBezTo>
                      <a:pt x="89" y="113"/>
                      <a:pt x="95" y="98"/>
                      <a:pt x="99" y="86"/>
                    </a:cubicBezTo>
                    <a:cubicBezTo>
                      <a:pt x="103" y="77"/>
                      <a:pt x="106" y="70"/>
                      <a:pt x="106" y="69"/>
                    </a:cubicBezTo>
                    <a:cubicBezTo>
                      <a:pt x="107" y="65"/>
                      <a:pt x="105" y="61"/>
                      <a:pt x="102"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8" name="Freeform 13"/>
              <p:cNvSpPr>
                <a:spLocks/>
              </p:cNvSpPr>
              <p:nvPr/>
            </p:nvSpPr>
            <p:spPr bwMode="auto">
              <a:xfrm>
                <a:off x="8933043" y="3286670"/>
                <a:ext cx="136500" cy="211441"/>
              </a:xfrm>
              <a:custGeom>
                <a:avLst/>
                <a:gdLst>
                  <a:gd name="T0" fmla="*/ 5 w 107"/>
                  <a:gd name="T1" fmla="*/ 60 h 169"/>
                  <a:gd name="T2" fmla="*/ 11 w 107"/>
                  <a:gd name="T3" fmla="*/ 60 h 169"/>
                  <a:gd name="T4" fmla="*/ 6 w 107"/>
                  <a:gd name="T5" fmla="*/ 47 h 169"/>
                  <a:gd name="T6" fmla="*/ 10 w 107"/>
                  <a:gd name="T7" fmla="*/ 37 h 169"/>
                  <a:gd name="T8" fmla="*/ 13 w 107"/>
                  <a:gd name="T9" fmla="*/ 37 h 169"/>
                  <a:gd name="T10" fmla="*/ 9 w 107"/>
                  <a:gd name="T11" fmla="*/ 26 h 169"/>
                  <a:gd name="T12" fmla="*/ 14 w 107"/>
                  <a:gd name="T13" fmla="*/ 14 h 169"/>
                  <a:gd name="T14" fmla="*/ 21 w 107"/>
                  <a:gd name="T15" fmla="*/ 15 h 169"/>
                  <a:gd name="T16" fmla="*/ 21 w 107"/>
                  <a:gd name="T17" fmla="*/ 13 h 169"/>
                  <a:gd name="T18" fmla="*/ 26 w 107"/>
                  <a:gd name="T19" fmla="*/ 1 h 169"/>
                  <a:gd name="T20" fmla="*/ 38 w 107"/>
                  <a:gd name="T21" fmla="*/ 7 h 169"/>
                  <a:gd name="T22" fmla="*/ 57 w 107"/>
                  <a:gd name="T23" fmla="*/ 56 h 169"/>
                  <a:gd name="T24" fmla="*/ 63 w 107"/>
                  <a:gd name="T25" fmla="*/ 49 h 169"/>
                  <a:gd name="T26" fmla="*/ 78 w 107"/>
                  <a:gd name="T27" fmla="*/ 55 h 169"/>
                  <a:gd name="T28" fmla="*/ 79 w 107"/>
                  <a:gd name="T29" fmla="*/ 58 h 169"/>
                  <a:gd name="T30" fmla="*/ 91 w 107"/>
                  <a:gd name="T31" fmla="*/ 89 h 169"/>
                  <a:gd name="T32" fmla="*/ 100 w 107"/>
                  <a:gd name="T33" fmla="*/ 112 h 169"/>
                  <a:gd name="T34" fmla="*/ 100 w 107"/>
                  <a:gd name="T35" fmla="*/ 112 h 169"/>
                  <a:gd name="T36" fmla="*/ 78 w 107"/>
                  <a:gd name="T37" fmla="*/ 161 h 169"/>
                  <a:gd name="T38" fmla="*/ 28 w 107"/>
                  <a:gd name="T39" fmla="*/ 139 h 169"/>
                  <a:gd name="T40" fmla="*/ 28 w 107"/>
                  <a:gd name="T41" fmla="*/ 139 h 169"/>
                  <a:gd name="T42" fmla="*/ 18 w 107"/>
                  <a:gd name="T43" fmla="*/ 114 h 169"/>
                  <a:gd name="T44" fmla="*/ 8 w 107"/>
                  <a:gd name="T45" fmla="*/ 86 h 169"/>
                  <a:gd name="T46" fmla="*/ 1 w 107"/>
                  <a:gd name="T47" fmla="*/ 69 h 169"/>
                  <a:gd name="T48" fmla="*/ 5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5" y="60"/>
                    </a:moveTo>
                    <a:cubicBezTo>
                      <a:pt x="7" y="59"/>
                      <a:pt x="9" y="59"/>
                      <a:pt x="11" y="60"/>
                    </a:cubicBezTo>
                    <a:cubicBezTo>
                      <a:pt x="8" y="53"/>
                      <a:pt x="6" y="47"/>
                      <a:pt x="6" y="47"/>
                    </a:cubicBezTo>
                    <a:cubicBezTo>
                      <a:pt x="5" y="43"/>
                      <a:pt x="6" y="39"/>
                      <a:pt x="10" y="37"/>
                    </a:cubicBezTo>
                    <a:cubicBezTo>
                      <a:pt x="11" y="37"/>
                      <a:pt x="12" y="37"/>
                      <a:pt x="13" y="37"/>
                    </a:cubicBezTo>
                    <a:cubicBezTo>
                      <a:pt x="11" y="31"/>
                      <a:pt x="9" y="27"/>
                      <a:pt x="9" y="26"/>
                    </a:cubicBezTo>
                    <a:cubicBezTo>
                      <a:pt x="7" y="21"/>
                      <a:pt x="9" y="16"/>
                      <a:pt x="14" y="14"/>
                    </a:cubicBezTo>
                    <a:cubicBezTo>
                      <a:pt x="17" y="13"/>
                      <a:pt x="19" y="13"/>
                      <a:pt x="21" y="15"/>
                    </a:cubicBezTo>
                    <a:cubicBezTo>
                      <a:pt x="21" y="14"/>
                      <a:pt x="21" y="13"/>
                      <a:pt x="21" y="13"/>
                    </a:cubicBezTo>
                    <a:cubicBezTo>
                      <a:pt x="19" y="8"/>
                      <a:pt x="21" y="3"/>
                      <a:pt x="26" y="1"/>
                    </a:cubicBezTo>
                    <a:cubicBezTo>
                      <a:pt x="31" y="0"/>
                      <a:pt x="36" y="2"/>
                      <a:pt x="38" y="7"/>
                    </a:cubicBezTo>
                    <a:cubicBezTo>
                      <a:pt x="39" y="9"/>
                      <a:pt x="51" y="41"/>
                      <a:pt x="57" y="56"/>
                    </a:cubicBezTo>
                    <a:cubicBezTo>
                      <a:pt x="58" y="53"/>
                      <a:pt x="60" y="50"/>
                      <a:pt x="63" y="49"/>
                    </a:cubicBezTo>
                    <a:cubicBezTo>
                      <a:pt x="69" y="46"/>
                      <a:pt x="76" y="49"/>
                      <a:pt x="78" y="55"/>
                    </a:cubicBezTo>
                    <a:cubicBezTo>
                      <a:pt x="78" y="56"/>
                      <a:pt x="79" y="57"/>
                      <a:pt x="79" y="58"/>
                    </a:cubicBezTo>
                    <a:cubicBezTo>
                      <a:pt x="82" y="67"/>
                      <a:pt x="90" y="86"/>
                      <a:pt x="91" y="89"/>
                    </a:cubicBezTo>
                    <a:cubicBezTo>
                      <a:pt x="100" y="112"/>
                      <a:pt x="100" y="112"/>
                      <a:pt x="100" y="112"/>
                    </a:cubicBezTo>
                    <a:cubicBezTo>
                      <a:pt x="100" y="112"/>
                      <a:pt x="100" y="112"/>
                      <a:pt x="100" y="112"/>
                    </a:cubicBezTo>
                    <a:cubicBezTo>
                      <a:pt x="107" y="132"/>
                      <a:pt x="97" y="154"/>
                      <a:pt x="78" y="161"/>
                    </a:cubicBezTo>
                    <a:cubicBezTo>
                      <a:pt x="58" y="169"/>
                      <a:pt x="36" y="159"/>
                      <a:pt x="28" y="139"/>
                    </a:cubicBezTo>
                    <a:cubicBezTo>
                      <a:pt x="28" y="139"/>
                      <a:pt x="28" y="139"/>
                      <a:pt x="28" y="139"/>
                    </a:cubicBezTo>
                    <a:cubicBezTo>
                      <a:pt x="18" y="114"/>
                      <a:pt x="18" y="114"/>
                      <a:pt x="18" y="114"/>
                    </a:cubicBezTo>
                    <a:cubicBezTo>
                      <a:pt x="18" y="113"/>
                      <a:pt x="12" y="98"/>
                      <a:pt x="8" y="86"/>
                    </a:cubicBezTo>
                    <a:cubicBezTo>
                      <a:pt x="4" y="77"/>
                      <a:pt x="1" y="70"/>
                      <a:pt x="1" y="69"/>
                    </a:cubicBezTo>
                    <a:cubicBezTo>
                      <a:pt x="0" y="65"/>
                      <a:pt x="1" y="61"/>
                      <a:pt x="5"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9" name="Freeform 14"/>
              <p:cNvSpPr>
                <a:spLocks/>
              </p:cNvSpPr>
              <p:nvPr/>
            </p:nvSpPr>
            <p:spPr bwMode="auto">
              <a:xfrm>
                <a:off x="8973190" y="3436553"/>
                <a:ext cx="1862826" cy="958177"/>
              </a:xfrm>
              <a:custGeom>
                <a:avLst/>
                <a:gdLst>
                  <a:gd name="T0" fmla="*/ 1400 w 1478"/>
                  <a:gd name="T1" fmla="*/ 0 h 762"/>
                  <a:gd name="T2" fmla="*/ 1292 w 1478"/>
                  <a:gd name="T3" fmla="*/ 133 h 762"/>
                  <a:gd name="T4" fmla="*/ 1072 w 1478"/>
                  <a:gd name="T5" fmla="*/ 178 h 762"/>
                  <a:gd name="T6" fmla="*/ 898 w 1478"/>
                  <a:gd name="T7" fmla="*/ 72 h 762"/>
                  <a:gd name="T8" fmla="*/ 579 w 1478"/>
                  <a:gd name="T9" fmla="*/ 74 h 762"/>
                  <a:gd name="T10" fmla="*/ 406 w 1478"/>
                  <a:gd name="T11" fmla="*/ 178 h 762"/>
                  <a:gd name="T12" fmla="*/ 185 w 1478"/>
                  <a:gd name="T13" fmla="*/ 133 h 762"/>
                  <a:gd name="T14" fmla="*/ 78 w 1478"/>
                  <a:gd name="T15" fmla="*/ 0 h 762"/>
                  <a:gd name="T16" fmla="*/ 0 w 1478"/>
                  <a:gd name="T17" fmla="*/ 31 h 762"/>
                  <a:gd name="T18" fmla="*/ 139 w 1478"/>
                  <a:gd name="T19" fmla="*/ 203 h 762"/>
                  <a:gd name="T20" fmla="*/ 349 w 1478"/>
                  <a:gd name="T21" fmla="*/ 268 h 762"/>
                  <a:gd name="T22" fmla="*/ 422 w 1478"/>
                  <a:gd name="T23" fmla="*/ 261 h 762"/>
                  <a:gd name="T24" fmla="*/ 579 w 1478"/>
                  <a:gd name="T25" fmla="*/ 190 h 762"/>
                  <a:gd name="T26" fmla="*/ 579 w 1478"/>
                  <a:gd name="T27" fmla="*/ 762 h 762"/>
                  <a:gd name="T28" fmla="*/ 898 w 1478"/>
                  <a:gd name="T29" fmla="*/ 762 h 762"/>
                  <a:gd name="T30" fmla="*/ 898 w 1478"/>
                  <a:gd name="T31" fmla="*/ 189 h 762"/>
                  <a:gd name="T32" fmla="*/ 1128 w 1478"/>
                  <a:gd name="T33" fmla="*/ 267 h 762"/>
                  <a:gd name="T34" fmla="*/ 1339 w 1478"/>
                  <a:gd name="T35" fmla="*/ 203 h 762"/>
                  <a:gd name="T36" fmla="*/ 1478 w 1478"/>
                  <a:gd name="T37" fmla="*/ 31 h 762"/>
                  <a:gd name="T38" fmla="*/ 1400 w 1478"/>
                  <a:gd name="T39" fmla="*/ 0 h 7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78" h="762">
                    <a:moveTo>
                      <a:pt x="1400" y="0"/>
                    </a:move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762"/>
                      <a:pt x="579" y="762"/>
                      <a:pt x="579" y="762"/>
                    </a:cubicBezTo>
                    <a:cubicBezTo>
                      <a:pt x="898" y="762"/>
                      <a:pt x="898" y="762"/>
                      <a:pt x="898" y="762"/>
                    </a:cubicBezTo>
                    <a:cubicBezTo>
                      <a:pt x="898" y="189"/>
                      <a:pt x="898" y="189"/>
                      <a:pt x="898" y="189"/>
                    </a:cubicBezTo>
                    <a:cubicBezTo>
                      <a:pt x="964" y="241"/>
                      <a:pt x="1046" y="267"/>
                      <a:pt x="1128" y="267"/>
                    </a:cubicBezTo>
                    <a:cubicBezTo>
                      <a:pt x="1201" y="267"/>
                      <a:pt x="1274" y="247"/>
                      <a:pt x="1339" y="203"/>
                    </a:cubicBezTo>
                    <a:cubicBezTo>
                      <a:pt x="1402" y="161"/>
                      <a:pt x="1450" y="101"/>
                      <a:pt x="1478" y="31"/>
                    </a:cubicBezTo>
                    <a:lnTo>
                      <a:pt x="1400" y="0"/>
                    </a:lnTo>
                    <a:close/>
                  </a:path>
                </a:pathLst>
              </a:custGeom>
              <a:solidFill>
                <a:sysClr val="window" lastClr="FFFFFF">
                  <a:lumMod val="75000"/>
                </a:sysClr>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0" name="Freeform 15"/>
              <p:cNvSpPr>
                <a:spLocks/>
              </p:cNvSpPr>
              <p:nvPr/>
            </p:nvSpPr>
            <p:spPr bwMode="auto">
              <a:xfrm>
                <a:off x="8973190" y="3436552"/>
                <a:ext cx="1862827" cy="337236"/>
              </a:xfrm>
              <a:custGeom>
                <a:avLst/>
                <a:gdLst>
                  <a:gd name="T0" fmla="*/ 1128 w 1478"/>
                  <a:gd name="T1" fmla="*/ 267 h 268"/>
                  <a:gd name="T2" fmla="*/ 1339 w 1478"/>
                  <a:gd name="T3" fmla="*/ 203 h 268"/>
                  <a:gd name="T4" fmla="*/ 1478 w 1478"/>
                  <a:gd name="T5" fmla="*/ 31 h 268"/>
                  <a:gd name="T6" fmla="*/ 1400 w 1478"/>
                  <a:gd name="T7" fmla="*/ 0 h 268"/>
                  <a:gd name="T8" fmla="*/ 1292 w 1478"/>
                  <a:gd name="T9" fmla="*/ 133 h 268"/>
                  <a:gd name="T10" fmla="*/ 1072 w 1478"/>
                  <a:gd name="T11" fmla="*/ 178 h 268"/>
                  <a:gd name="T12" fmla="*/ 898 w 1478"/>
                  <a:gd name="T13" fmla="*/ 72 h 268"/>
                  <a:gd name="T14" fmla="*/ 579 w 1478"/>
                  <a:gd name="T15" fmla="*/ 74 h 268"/>
                  <a:gd name="T16" fmla="*/ 406 w 1478"/>
                  <a:gd name="T17" fmla="*/ 178 h 268"/>
                  <a:gd name="T18" fmla="*/ 185 w 1478"/>
                  <a:gd name="T19" fmla="*/ 133 h 268"/>
                  <a:gd name="T20" fmla="*/ 78 w 1478"/>
                  <a:gd name="T21" fmla="*/ 0 h 268"/>
                  <a:gd name="T22" fmla="*/ 0 w 1478"/>
                  <a:gd name="T23" fmla="*/ 31 h 268"/>
                  <a:gd name="T24" fmla="*/ 139 w 1478"/>
                  <a:gd name="T25" fmla="*/ 203 h 268"/>
                  <a:gd name="T26" fmla="*/ 349 w 1478"/>
                  <a:gd name="T27" fmla="*/ 268 h 268"/>
                  <a:gd name="T28" fmla="*/ 422 w 1478"/>
                  <a:gd name="T29" fmla="*/ 261 h 268"/>
                  <a:gd name="T30" fmla="*/ 579 w 1478"/>
                  <a:gd name="T31" fmla="*/ 190 h 268"/>
                  <a:gd name="T32" fmla="*/ 579 w 1478"/>
                  <a:gd name="T33" fmla="*/ 199 h 268"/>
                  <a:gd name="T34" fmla="*/ 613 w 1478"/>
                  <a:gd name="T35" fmla="*/ 85 h 268"/>
                  <a:gd name="T36" fmla="*/ 643 w 1478"/>
                  <a:gd name="T37" fmla="*/ 85 h 268"/>
                  <a:gd name="T38" fmla="*/ 713 w 1478"/>
                  <a:gd name="T39" fmla="*/ 135 h 268"/>
                  <a:gd name="T40" fmla="*/ 778 w 1478"/>
                  <a:gd name="T41" fmla="*/ 85 h 268"/>
                  <a:gd name="T42" fmla="*/ 835 w 1478"/>
                  <a:gd name="T43" fmla="*/ 85 h 268"/>
                  <a:gd name="T44" fmla="*/ 913 w 1478"/>
                  <a:gd name="T45" fmla="*/ 200 h 268"/>
                  <a:gd name="T46" fmla="*/ 1128 w 1478"/>
                  <a:gd name="T47" fmla="*/ 267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478" h="268">
                    <a:moveTo>
                      <a:pt x="1128" y="267"/>
                    </a:moveTo>
                    <a:cubicBezTo>
                      <a:pt x="1201" y="267"/>
                      <a:pt x="1274" y="247"/>
                      <a:pt x="1339" y="203"/>
                    </a:cubicBezTo>
                    <a:cubicBezTo>
                      <a:pt x="1402" y="161"/>
                      <a:pt x="1450" y="101"/>
                      <a:pt x="1478" y="31"/>
                    </a:cubicBezTo>
                    <a:cubicBezTo>
                      <a:pt x="1400" y="0"/>
                      <a:pt x="1400" y="0"/>
                      <a:pt x="1400" y="0"/>
                    </a:cubicBez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199"/>
                      <a:pt x="579" y="199"/>
                      <a:pt x="579" y="199"/>
                    </a:cubicBezTo>
                    <a:cubicBezTo>
                      <a:pt x="613" y="85"/>
                      <a:pt x="613" y="85"/>
                      <a:pt x="613" y="85"/>
                    </a:cubicBezTo>
                    <a:cubicBezTo>
                      <a:pt x="643" y="85"/>
                      <a:pt x="643" y="85"/>
                      <a:pt x="643" y="85"/>
                    </a:cubicBezTo>
                    <a:cubicBezTo>
                      <a:pt x="713" y="135"/>
                      <a:pt x="713" y="135"/>
                      <a:pt x="713" y="135"/>
                    </a:cubicBezTo>
                    <a:cubicBezTo>
                      <a:pt x="778" y="85"/>
                      <a:pt x="778" y="85"/>
                      <a:pt x="778" y="85"/>
                    </a:cubicBezTo>
                    <a:cubicBezTo>
                      <a:pt x="835" y="85"/>
                      <a:pt x="835" y="85"/>
                      <a:pt x="835" y="85"/>
                    </a:cubicBezTo>
                    <a:cubicBezTo>
                      <a:pt x="913" y="200"/>
                      <a:pt x="913" y="200"/>
                      <a:pt x="913" y="200"/>
                    </a:cubicBezTo>
                    <a:cubicBezTo>
                      <a:pt x="976" y="244"/>
                      <a:pt x="1052" y="267"/>
                      <a:pt x="1128" y="267"/>
                    </a:cubicBez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1" name="Freeform 35"/>
              <p:cNvSpPr>
                <a:spLocks/>
              </p:cNvSpPr>
              <p:nvPr/>
            </p:nvSpPr>
            <p:spPr bwMode="auto">
              <a:xfrm>
                <a:off x="9481720" y="3080582"/>
                <a:ext cx="291736" cy="291736"/>
              </a:xfrm>
              <a:custGeom>
                <a:avLst/>
                <a:gdLst>
                  <a:gd name="T0" fmla="*/ 92 w 232"/>
                  <a:gd name="T1" fmla="*/ 232 h 232"/>
                  <a:gd name="T2" fmla="*/ 139 w 232"/>
                  <a:gd name="T3" fmla="*/ 0 h 232"/>
                  <a:gd name="T4" fmla="*/ 92 w 232"/>
                  <a:gd name="T5" fmla="*/ 232 h 232"/>
                </a:gdLst>
                <a:ahLst/>
                <a:cxnLst>
                  <a:cxn ang="0">
                    <a:pos x="T0" y="T1"/>
                  </a:cxn>
                  <a:cxn ang="0">
                    <a:pos x="T2" y="T3"/>
                  </a:cxn>
                  <a:cxn ang="0">
                    <a:pos x="T4" y="T5"/>
                  </a:cxn>
                </a:cxnLst>
                <a:rect l="0" t="0" r="r" b="b"/>
                <a:pathLst>
                  <a:path w="232" h="232">
                    <a:moveTo>
                      <a:pt x="92" y="232"/>
                    </a:moveTo>
                    <a:cubicBezTo>
                      <a:pt x="92" y="232"/>
                      <a:pt x="0" y="92"/>
                      <a:pt x="139" y="0"/>
                    </a:cubicBezTo>
                    <a:cubicBezTo>
                      <a:pt x="139" y="0"/>
                      <a:pt x="232" y="139"/>
                      <a:pt x="92" y="232"/>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2" name="Freeform 36"/>
              <p:cNvSpPr>
                <a:spLocks/>
              </p:cNvSpPr>
              <p:nvPr/>
            </p:nvSpPr>
            <p:spPr bwMode="auto">
              <a:xfrm>
                <a:off x="9444250" y="3152847"/>
                <a:ext cx="278353" cy="278353"/>
              </a:xfrm>
              <a:custGeom>
                <a:avLst/>
                <a:gdLst>
                  <a:gd name="T0" fmla="*/ 153 w 220"/>
                  <a:gd name="T1" fmla="*/ 221 h 221"/>
                  <a:gd name="T2" fmla="*/ 67 w 220"/>
                  <a:gd name="T3" fmla="*/ 0 h 221"/>
                  <a:gd name="T4" fmla="*/ 153 w 220"/>
                  <a:gd name="T5" fmla="*/ 221 h 221"/>
                </a:gdLst>
                <a:ahLst/>
                <a:cxnLst>
                  <a:cxn ang="0">
                    <a:pos x="T0" y="T1"/>
                  </a:cxn>
                  <a:cxn ang="0">
                    <a:pos x="T2" y="T3"/>
                  </a:cxn>
                  <a:cxn ang="0">
                    <a:pos x="T4" y="T5"/>
                  </a:cxn>
                </a:cxnLst>
                <a:rect l="0" t="0" r="r" b="b"/>
                <a:pathLst>
                  <a:path w="220" h="221">
                    <a:moveTo>
                      <a:pt x="153" y="221"/>
                    </a:moveTo>
                    <a:cubicBezTo>
                      <a:pt x="153" y="221"/>
                      <a:pt x="0" y="153"/>
                      <a:pt x="67" y="0"/>
                    </a:cubicBezTo>
                    <a:cubicBezTo>
                      <a:pt x="67" y="0"/>
                      <a:pt x="220" y="68"/>
                      <a:pt x="153" y="221"/>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3" name="Freeform 37"/>
              <p:cNvSpPr>
                <a:spLocks/>
              </p:cNvSpPr>
              <p:nvPr/>
            </p:nvSpPr>
            <p:spPr bwMode="auto">
              <a:xfrm>
                <a:off x="9529897" y="3292023"/>
                <a:ext cx="270324" cy="283706"/>
              </a:xfrm>
              <a:custGeom>
                <a:avLst/>
                <a:gdLst>
                  <a:gd name="T0" fmla="*/ 216 w 216"/>
                  <a:gd name="T1" fmla="*/ 156 h 224"/>
                  <a:gd name="T2" fmla="*/ 0 w 216"/>
                  <a:gd name="T3" fmla="*/ 61 h 224"/>
                  <a:gd name="T4" fmla="*/ 216 w 216"/>
                  <a:gd name="T5" fmla="*/ 156 h 224"/>
                </a:gdLst>
                <a:ahLst/>
                <a:cxnLst>
                  <a:cxn ang="0">
                    <a:pos x="T0" y="T1"/>
                  </a:cxn>
                  <a:cxn ang="0">
                    <a:pos x="T2" y="T3"/>
                  </a:cxn>
                  <a:cxn ang="0">
                    <a:pos x="T4" y="T5"/>
                  </a:cxn>
                </a:cxnLst>
                <a:rect l="0" t="0" r="r" b="b"/>
                <a:pathLst>
                  <a:path w="216" h="224">
                    <a:moveTo>
                      <a:pt x="216" y="156"/>
                    </a:moveTo>
                    <a:cubicBezTo>
                      <a:pt x="206" y="160"/>
                      <a:pt x="63" y="224"/>
                      <a:pt x="0" y="61"/>
                    </a:cubicBezTo>
                    <a:cubicBezTo>
                      <a:pt x="0" y="61"/>
                      <a:pt x="156" y="0"/>
                      <a:pt x="216" y="156"/>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4" name="Freeform 38"/>
              <p:cNvSpPr>
                <a:spLocks/>
              </p:cNvSpPr>
              <p:nvPr/>
            </p:nvSpPr>
            <p:spPr bwMode="auto">
              <a:xfrm>
                <a:off x="9596809" y="3281317"/>
                <a:ext cx="222147" cy="187353"/>
              </a:xfrm>
              <a:custGeom>
                <a:avLst/>
                <a:gdLst>
                  <a:gd name="T0" fmla="*/ 83 w 83"/>
                  <a:gd name="T1" fmla="*/ 31 h 70"/>
                  <a:gd name="T2" fmla="*/ 65 w 83"/>
                  <a:gd name="T3" fmla="*/ 70 h 70"/>
                  <a:gd name="T4" fmla="*/ 0 w 83"/>
                  <a:gd name="T5" fmla="*/ 39 h 70"/>
                  <a:gd name="T6" fmla="*/ 18 w 83"/>
                  <a:gd name="T7" fmla="*/ 0 h 70"/>
                  <a:gd name="T8" fmla="*/ 83 w 83"/>
                  <a:gd name="T9" fmla="*/ 31 h 70"/>
                </a:gdLst>
                <a:ahLst/>
                <a:cxnLst>
                  <a:cxn ang="0">
                    <a:pos x="T0" y="T1"/>
                  </a:cxn>
                  <a:cxn ang="0">
                    <a:pos x="T2" y="T3"/>
                  </a:cxn>
                  <a:cxn ang="0">
                    <a:pos x="T4" y="T5"/>
                  </a:cxn>
                  <a:cxn ang="0">
                    <a:pos x="T6" y="T7"/>
                  </a:cxn>
                  <a:cxn ang="0">
                    <a:pos x="T8" y="T9"/>
                  </a:cxn>
                </a:cxnLst>
                <a:rect l="0" t="0" r="r" b="b"/>
                <a:pathLst>
                  <a:path w="83" h="70">
                    <a:moveTo>
                      <a:pt x="83" y="31"/>
                    </a:moveTo>
                    <a:lnTo>
                      <a:pt x="65" y="70"/>
                    </a:lnTo>
                    <a:lnTo>
                      <a:pt x="0" y="39"/>
                    </a:lnTo>
                    <a:lnTo>
                      <a:pt x="18" y="0"/>
                    </a:lnTo>
                    <a:lnTo>
                      <a:pt x="83" y="31"/>
                    </a:ln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5" name="Freeform 39"/>
              <p:cNvSpPr>
                <a:spLocks/>
              </p:cNvSpPr>
              <p:nvPr/>
            </p:nvSpPr>
            <p:spPr bwMode="auto">
              <a:xfrm>
                <a:off x="9626250" y="3171582"/>
                <a:ext cx="372030" cy="414853"/>
              </a:xfrm>
              <a:custGeom>
                <a:avLst/>
                <a:gdLst>
                  <a:gd name="T0" fmla="*/ 17 w 296"/>
                  <a:gd name="T1" fmla="*/ 0 h 330"/>
                  <a:gd name="T2" fmla="*/ 15 w 296"/>
                  <a:gd name="T3" fmla="*/ 73 h 330"/>
                  <a:gd name="T4" fmla="*/ 0 w 296"/>
                  <a:gd name="T5" fmla="*/ 90 h 330"/>
                  <a:gd name="T6" fmla="*/ 84 w 296"/>
                  <a:gd name="T7" fmla="*/ 125 h 330"/>
                  <a:gd name="T8" fmla="*/ 90 w 296"/>
                  <a:gd name="T9" fmla="*/ 129 h 330"/>
                  <a:gd name="T10" fmla="*/ 109 w 296"/>
                  <a:gd name="T11" fmla="*/ 146 h 330"/>
                  <a:gd name="T12" fmla="*/ 101 w 296"/>
                  <a:gd name="T13" fmla="*/ 163 h 330"/>
                  <a:gd name="T14" fmla="*/ 88 w 296"/>
                  <a:gd name="T15" fmla="*/ 155 h 330"/>
                  <a:gd name="T16" fmla="*/ 61 w 296"/>
                  <a:gd name="T17" fmla="*/ 161 h 330"/>
                  <a:gd name="T18" fmla="*/ 67 w 296"/>
                  <a:gd name="T19" fmla="*/ 189 h 330"/>
                  <a:gd name="T20" fmla="*/ 89 w 296"/>
                  <a:gd name="T21" fmla="*/ 203 h 330"/>
                  <a:gd name="T22" fmla="*/ 122 w 296"/>
                  <a:gd name="T23" fmla="*/ 223 h 330"/>
                  <a:gd name="T24" fmla="*/ 132 w 296"/>
                  <a:gd name="T25" fmla="*/ 291 h 330"/>
                  <a:gd name="T26" fmla="*/ 201 w 296"/>
                  <a:gd name="T27" fmla="*/ 330 h 330"/>
                  <a:gd name="T28" fmla="*/ 248 w 296"/>
                  <a:gd name="T29" fmla="*/ 205 h 330"/>
                  <a:gd name="T30" fmla="*/ 282 w 296"/>
                  <a:gd name="T31" fmla="*/ 176 h 330"/>
                  <a:gd name="T32" fmla="*/ 296 w 296"/>
                  <a:gd name="T33" fmla="*/ 153 h 330"/>
                  <a:gd name="T34" fmla="*/ 208 w 296"/>
                  <a:gd name="T35" fmla="*/ 89 h 330"/>
                  <a:gd name="T36" fmla="*/ 223 w 296"/>
                  <a:gd name="T37" fmla="*/ 64 h 330"/>
                  <a:gd name="T38" fmla="*/ 17 w 296"/>
                  <a:gd name="T39" fmla="*/ 0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96" h="330">
                    <a:moveTo>
                      <a:pt x="17" y="0"/>
                    </a:moveTo>
                    <a:cubicBezTo>
                      <a:pt x="30" y="20"/>
                      <a:pt x="30" y="48"/>
                      <a:pt x="15" y="73"/>
                    </a:cubicBezTo>
                    <a:cubicBezTo>
                      <a:pt x="10" y="79"/>
                      <a:pt x="6" y="85"/>
                      <a:pt x="0" y="90"/>
                    </a:cubicBezTo>
                    <a:cubicBezTo>
                      <a:pt x="27" y="95"/>
                      <a:pt x="56" y="107"/>
                      <a:pt x="84" y="125"/>
                    </a:cubicBezTo>
                    <a:cubicBezTo>
                      <a:pt x="86" y="126"/>
                      <a:pt x="88" y="127"/>
                      <a:pt x="90" y="129"/>
                    </a:cubicBezTo>
                    <a:cubicBezTo>
                      <a:pt x="101" y="139"/>
                      <a:pt x="109" y="146"/>
                      <a:pt x="109" y="146"/>
                    </a:cubicBezTo>
                    <a:cubicBezTo>
                      <a:pt x="106" y="152"/>
                      <a:pt x="104" y="158"/>
                      <a:pt x="101" y="163"/>
                    </a:cubicBezTo>
                    <a:cubicBezTo>
                      <a:pt x="96" y="160"/>
                      <a:pt x="91" y="156"/>
                      <a:pt x="88" y="155"/>
                    </a:cubicBezTo>
                    <a:cubicBezTo>
                      <a:pt x="79" y="149"/>
                      <a:pt x="67" y="152"/>
                      <a:pt x="61" y="161"/>
                    </a:cubicBezTo>
                    <a:cubicBezTo>
                      <a:pt x="55" y="171"/>
                      <a:pt x="58" y="183"/>
                      <a:pt x="67" y="189"/>
                    </a:cubicBezTo>
                    <a:cubicBezTo>
                      <a:pt x="71" y="191"/>
                      <a:pt x="85" y="200"/>
                      <a:pt x="89" y="203"/>
                    </a:cubicBezTo>
                    <a:cubicBezTo>
                      <a:pt x="90" y="203"/>
                      <a:pt x="122" y="223"/>
                      <a:pt x="122" y="223"/>
                    </a:cubicBezTo>
                    <a:cubicBezTo>
                      <a:pt x="122" y="239"/>
                      <a:pt x="132" y="291"/>
                      <a:pt x="132" y="291"/>
                    </a:cubicBezTo>
                    <a:cubicBezTo>
                      <a:pt x="201" y="330"/>
                      <a:pt x="201" y="330"/>
                      <a:pt x="201" y="330"/>
                    </a:cubicBezTo>
                    <a:cubicBezTo>
                      <a:pt x="248" y="205"/>
                      <a:pt x="248" y="205"/>
                      <a:pt x="248" y="205"/>
                    </a:cubicBezTo>
                    <a:cubicBezTo>
                      <a:pt x="260" y="195"/>
                      <a:pt x="273" y="191"/>
                      <a:pt x="282" y="176"/>
                    </a:cubicBezTo>
                    <a:cubicBezTo>
                      <a:pt x="287" y="168"/>
                      <a:pt x="293" y="162"/>
                      <a:pt x="296" y="153"/>
                    </a:cubicBezTo>
                    <a:cubicBezTo>
                      <a:pt x="208" y="89"/>
                      <a:pt x="208" y="89"/>
                      <a:pt x="208" y="89"/>
                    </a:cubicBezTo>
                    <a:cubicBezTo>
                      <a:pt x="223" y="64"/>
                      <a:pt x="223" y="64"/>
                      <a:pt x="223" y="64"/>
                    </a:cubicBezTo>
                    <a:lnTo>
                      <a:pt x="17" y="0"/>
                    </a:ln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6" name="Freeform 40"/>
              <p:cNvSpPr>
                <a:spLocks/>
              </p:cNvSpPr>
              <p:nvPr/>
            </p:nvSpPr>
            <p:spPr bwMode="auto">
              <a:xfrm>
                <a:off x="9778809" y="3259906"/>
                <a:ext cx="18735" cy="18735"/>
              </a:xfrm>
              <a:custGeom>
                <a:avLst/>
                <a:gdLst>
                  <a:gd name="T0" fmla="*/ 11 w 15"/>
                  <a:gd name="T1" fmla="*/ 2 h 16"/>
                  <a:gd name="T2" fmla="*/ 13 w 15"/>
                  <a:gd name="T3" fmla="*/ 12 h 16"/>
                  <a:gd name="T4" fmla="*/ 4 w 15"/>
                  <a:gd name="T5" fmla="*/ 14 h 16"/>
                  <a:gd name="T6" fmla="*/ 2 w 15"/>
                  <a:gd name="T7" fmla="*/ 5 h 16"/>
                  <a:gd name="T8" fmla="*/ 11 w 15"/>
                  <a:gd name="T9" fmla="*/ 2 h 16"/>
                </a:gdLst>
                <a:ahLst/>
                <a:cxnLst>
                  <a:cxn ang="0">
                    <a:pos x="T0" y="T1"/>
                  </a:cxn>
                  <a:cxn ang="0">
                    <a:pos x="T2" y="T3"/>
                  </a:cxn>
                  <a:cxn ang="0">
                    <a:pos x="T4" y="T5"/>
                  </a:cxn>
                  <a:cxn ang="0">
                    <a:pos x="T6" y="T7"/>
                  </a:cxn>
                  <a:cxn ang="0">
                    <a:pos x="T8" y="T9"/>
                  </a:cxn>
                </a:cxnLst>
                <a:rect l="0" t="0" r="r" b="b"/>
                <a:pathLst>
                  <a:path w="15" h="16">
                    <a:moveTo>
                      <a:pt x="11" y="2"/>
                    </a:moveTo>
                    <a:cubicBezTo>
                      <a:pt x="14" y="4"/>
                      <a:pt x="15" y="9"/>
                      <a:pt x="13" y="12"/>
                    </a:cubicBezTo>
                    <a:cubicBezTo>
                      <a:pt x="11" y="15"/>
                      <a:pt x="7" y="16"/>
                      <a:pt x="4" y="14"/>
                    </a:cubicBezTo>
                    <a:cubicBezTo>
                      <a:pt x="1" y="12"/>
                      <a:pt x="0" y="8"/>
                      <a:pt x="2" y="5"/>
                    </a:cubicBezTo>
                    <a:cubicBezTo>
                      <a:pt x="4" y="1"/>
                      <a:pt x="8" y="0"/>
                      <a:pt x="11" y="2"/>
                    </a:cubicBezTo>
                    <a:close/>
                  </a:path>
                </a:pathLst>
              </a:custGeom>
              <a:solidFill>
                <a:srgbClr val="002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7" name="Freeform 41"/>
              <p:cNvSpPr>
                <a:spLocks/>
              </p:cNvSpPr>
              <p:nvPr/>
            </p:nvSpPr>
            <p:spPr bwMode="auto">
              <a:xfrm>
                <a:off x="9816280" y="3356259"/>
                <a:ext cx="179324" cy="230177"/>
              </a:xfrm>
              <a:custGeom>
                <a:avLst/>
                <a:gdLst>
                  <a:gd name="T0" fmla="*/ 130 w 142"/>
                  <a:gd name="T1" fmla="*/ 0 h 184"/>
                  <a:gd name="T2" fmla="*/ 46 w 142"/>
                  <a:gd name="T3" fmla="*/ 69 h 184"/>
                  <a:gd name="T4" fmla="*/ 0 w 142"/>
                  <a:gd name="T5" fmla="*/ 59 h 184"/>
                  <a:gd name="T6" fmla="*/ 26 w 142"/>
                  <a:gd name="T7" fmla="*/ 171 h 184"/>
                  <a:gd name="T8" fmla="*/ 50 w 142"/>
                  <a:gd name="T9" fmla="*/ 184 h 184"/>
                  <a:gd name="T10" fmla="*/ 103 w 142"/>
                  <a:gd name="T11" fmla="*/ 137 h 184"/>
                  <a:gd name="T12" fmla="*/ 99 w 142"/>
                  <a:gd name="T13" fmla="*/ 75 h 184"/>
                  <a:gd name="T14" fmla="*/ 128 w 142"/>
                  <a:gd name="T15" fmla="*/ 38 h 184"/>
                  <a:gd name="T16" fmla="*/ 129 w 142"/>
                  <a:gd name="T17" fmla="*/ 33 h 184"/>
                  <a:gd name="T18" fmla="*/ 132 w 142"/>
                  <a:gd name="T19" fmla="*/ 31 h 184"/>
                  <a:gd name="T20" fmla="*/ 142 w 142"/>
                  <a:gd name="T21" fmla="*/ 7 h 184"/>
                  <a:gd name="T22" fmla="*/ 130 w 142"/>
                  <a:gd name="T23" fmla="*/ 0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2" h="184">
                    <a:moveTo>
                      <a:pt x="130" y="0"/>
                    </a:moveTo>
                    <a:cubicBezTo>
                      <a:pt x="46" y="69"/>
                      <a:pt x="46" y="69"/>
                      <a:pt x="46" y="69"/>
                    </a:cubicBezTo>
                    <a:cubicBezTo>
                      <a:pt x="0" y="59"/>
                      <a:pt x="0" y="59"/>
                      <a:pt x="0" y="59"/>
                    </a:cubicBezTo>
                    <a:cubicBezTo>
                      <a:pt x="26" y="171"/>
                      <a:pt x="26" y="171"/>
                      <a:pt x="26" y="171"/>
                    </a:cubicBezTo>
                    <a:cubicBezTo>
                      <a:pt x="50" y="184"/>
                      <a:pt x="50" y="184"/>
                      <a:pt x="50" y="184"/>
                    </a:cubicBezTo>
                    <a:cubicBezTo>
                      <a:pt x="103" y="137"/>
                      <a:pt x="103" y="137"/>
                      <a:pt x="103" y="137"/>
                    </a:cubicBezTo>
                    <a:cubicBezTo>
                      <a:pt x="99" y="75"/>
                      <a:pt x="99" y="75"/>
                      <a:pt x="99" y="75"/>
                    </a:cubicBezTo>
                    <a:cubicBezTo>
                      <a:pt x="110" y="64"/>
                      <a:pt x="120" y="52"/>
                      <a:pt x="128" y="38"/>
                    </a:cubicBezTo>
                    <a:cubicBezTo>
                      <a:pt x="128" y="36"/>
                      <a:pt x="128" y="35"/>
                      <a:pt x="129" y="33"/>
                    </a:cubicBezTo>
                    <a:cubicBezTo>
                      <a:pt x="130" y="32"/>
                      <a:pt x="131" y="32"/>
                      <a:pt x="132" y="31"/>
                    </a:cubicBezTo>
                    <a:cubicBezTo>
                      <a:pt x="136" y="23"/>
                      <a:pt x="139" y="15"/>
                      <a:pt x="142" y="7"/>
                    </a:cubicBezTo>
                    <a:lnTo>
                      <a:pt x="130" y="0"/>
                    </a:lnTo>
                    <a:close/>
                  </a:path>
                </a:pathLst>
              </a:custGeom>
              <a:solidFill>
                <a:srgbClr val="FFB9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spTree>
    <p:extLst>
      <p:ext uri="{BB962C8B-B14F-4D97-AF65-F5344CB8AC3E}">
        <p14:creationId xmlns:p14="http://schemas.microsoft.com/office/powerpoint/2010/main" val="273243370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72C6"/>
                </a:solidFill>
              </a:defRPr>
            </a:lvl1pPr>
          </a:lstStyle>
          <a:p>
            <a:r>
              <a:rPr lang="en-US"/>
              <a:t>Click to edit Master title style</a:t>
            </a:r>
          </a:p>
        </p:txBody>
      </p:sp>
      <p:pic>
        <p:nvPicPr>
          <p:cNvPr id="5" name="Picture 4"/>
          <p:cNvPicPr>
            <a:picLocks noChangeAspect="1"/>
          </p:cNvPicPr>
          <p:nvPr userDrawn="1"/>
        </p:nvPicPr>
        <p:blipFill>
          <a:blip r:embed="rId2"/>
          <a:stretch>
            <a:fillRect/>
          </a:stretch>
        </p:blipFill>
        <p:spPr>
          <a:xfrm>
            <a:off x="4703157" y="5897245"/>
            <a:ext cx="7197633" cy="1097280"/>
          </a:xfrm>
          <a:prstGeom prst="rect">
            <a:avLst/>
          </a:prstGeom>
        </p:spPr>
      </p:pic>
    </p:spTree>
    <p:extLst>
      <p:ext uri="{BB962C8B-B14F-4D97-AF65-F5344CB8AC3E}">
        <p14:creationId xmlns:p14="http://schemas.microsoft.com/office/powerpoint/2010/main" val="310242589"/>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solidFill>
                  <a:srgbClr val="0078D7"/>
                </a:solidFill>
              </a:defRPr>
            </a:lvl1pPr>
          </a:lstStyle>
          <a:p>
            <a:r>
              <a:rPr lang="en-US" dirty="0"/>
              <a:t>Click to edit Master title style</a:t>
            </a:r>
          </a:p>
        </p:txBody>
      </p:sp>
      <p:sp>
        <p:nvSpPr>
          <p:cNvPr id="6" name="Text Placeholder 5"/>
          <p:cNvSpPr>
            <a:spLocks noGrp="1"/>
          </p:cNvSpPr>
          <p:nvPr>
            <p:ph type="body" sz="quarter" idx="10"/>
          </p:nvPr>
        </p:nvSpPr>
        <p:spPr>
          <a:xfrm>
            <a:off x="365760" y="1371600"/>
            <a:ext cx="11704320" cy="2043636"/>
          </a:xfrm>
        </p:spPr>
        <p:txBody>
          <a:bodyPr>
            <a:spAutoFit/>
          </a:bodyPr>
          <a:lstStyle>
            <a:lvl1pPr marL="0" indent="0">
              <a:spcBef>
                <a:spcPts val="600"/>
              </a:spcBef>
              <a:buNone/>
              <a:defRPr sz="2800" spc="-30" baseline="0">
                <a:solidFill>
                  <a:srgbClr val="0072C6"/>
                </a:solidFill>
                <a:latin typeface="+mj-lt"/>
              </a:defRPr>
            </a:lvl1pPr>
            <a:lvl2pPr marL="0" indent="0">
              <a:spcBef>
                <a:spcPts val="600"/>
              </a:spcBef>
              <a:buFontTx/>
              <a:buNone/>
              <a:defRPr sz="2000"/>
            </a:lvl2pPr>
            <a:lvl3pPr marL="228600" indent="0">
              <a:spcBef>
                <a:spcPts val="600"/>
              </a:spcBef>
              <a:buNone/>
              <a:defRPr/>
            </a:lvl3pPr>
            <a:lvl4pPr marL="457200" indent="0">
              <a:spcBef>
                <a:spcPts val="600"/>
              </a:spcBef>
              <a:buNone/>
              <a:defRPr/>
            </a:lvl4pPr>
            <a:lvl5pPr marL="685800" indent="0">
              <a:spcBef>
                <a:spcPts val="600"/>
              </a:spcBef>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174816850"/>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0"/>
          </p:nvPr>
        </p:nvSpPr>
        <p:spPr>
          <a:xfrm>
            <a:off x="365760" y="1371600"/>
            <a:ext cx="11704320" cy="2043636"/>
          </a:xfrm>
        </p:spPr>
        <p:txBody>
          <a:bodyPr>
            <a:spAutoFit/>
          </a:bodyPr>
          <a:lstStyle>
            <a:lvl1pPr marL="0" indent="0">
              <a:spcBef>
                <a:spcPts val="600"/>
              </a:spcBef>
              <a:buNone/>
              <a:defRPr sz="2800" spc="-30" baseline="0">
                <a:solidFill>
                  <a:srgbClr val="0072C6"/>
                </a:solidFill>
                <a:latin typeface="+mj-lt"/>
              </a:defRPr>
            </a:lvl1pPr>
            <a:lvl2pPr marL="228600" indent="-228600">
              <a:spcBef>
                <a:spcPts val="600"/>
              </a:spcBef>
              <a:buFont typeface="Arial" charset="0"/>
              <a:buChar char="•"/>
              <a:defRPr sz="2000"/>
            </a:lvl2pPr>
            <a:lvl3pPr marL="457200" indent="-228600">
              <a:spcBef>
                <a:spcPts val="600"/>
              </a:spcBef>
              <a:buFont typeface="Arial" charset="0"/>
              <a:buChar char="•"/>
              <a:defRPr/>
            </a:lvl3pPr>
            <a:lvl4pPr marL="685800" indent="-228600">
              <a:spcBef>
                <a:spcPts val="600"/>
              </a:spcBef>
              <a:buFont typeface="Arial" charset="0"/>
              <a:buChar char="•"/>
              <a:defRPr/>
            </a:lvl4pPr>
            <a:lvl5pPr marL="914400" indent="-228600">
              <a:spcBef>
                <a:spcPts val="600"/>
              </a:spcBef>
              <a:buFont typeface="Arial"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43985228"/>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365760" y="1280160"/>
            <a:ext cx="11704320" cy="1877437"/>
          </a:xfrm>
        </p:spPr>
        <p:txBody>
          <a:bodyPr>
            <a:spAutoFit/>
          </a:bodyPr>
          <a:lstStyle>
            <a:lvl1pPr>
              <a:spcBef>
                <a:spcPts val="600"/>
              </a:spcBef>
              <a:defRPr sz="2000"/>
            </a:lvl1pPr>
            <a:lvl2pPr>
              <a:spcBef>
                <a:spcPts val="600"/>
              </a:spcBef>
              <a:defRPr sz="2000"/>
            </a:lvl2pPr>
            <a:lvl3pPr>
              <a:spcBef>
                <a:spcPts val="600"/>
              </a:spcBef>
              <a:defRPr sz="2000"/>
            </a:lvl3pPr>
            <a:lvl4pPr>
              <a:spcBef>
                <a:spcPts val="600"/>
              </a:spcBef>
              <a:defRPr sz="2000"/>
            </a:lvl4pPr>
            <a:lvl5pPr>
              <a:spcBef>
                <a:spcPts val="600"/>
              </a:spcBef>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5"/>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553196831"/>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non-bullete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4" name="Text Placeholder 3"/>
          <p:cNvSpPr>
            <a:spLocks noGrp="1"/>
          </p:cNvSpPr>
          <p:nvPr>
            <p:ph type="body" sz="quarter" idx="10"/>
          </p:nvPr>
        </p:nvSpPr>
        <p:spPr>
          <a:xfrm>
            <a:off x="365759" y="1371600"/>
            <a:ext cx="5669280" cy="2043636"/>
          </a:xfrm>
        </p:spPr>
        <p:txBody>
          <a:bodyPr wrap="square">
            <a:spAutoFit/>
          </a:bodyPr>
          <a:lstStyle>
            <a:lvl1pPr marL="0" indent="0">
              <a:spcBef>
                <a:spcPts val="600"/>
              </a:spcBef>
              <a:buClr>
                <a:schemeClr val="tx1"/>
              </a:buClr>
              <a:buFont typeface="Wingdings" pitchFamily="2" charset="2"/>
              <a:buNone/>
              <a:defRPr sz="2800" spc="-30" baseline="0">
                <a:solidFill>
                  <a:srgbClr val="0072C6"/>
                </a:solidFill>
                <a:latin typeface="+mj-lt"/>
              </a:defRPr>
            </a:lvl1pPr>
            <a:lvl2pPr marL="0" indent="0">
              <a:spcBef>
                <a:spcPts val="600"/>
              </a:spcBef>
              <a:buNone/>
              <a:defRPr sz="2000"/>
            </a:lvl2pPr>
            <a:lvl3pPr marL="231775" indent="0">
              <a:spcBef>
                <a:spcPts val="600"/>
              </a:spcBef>
              <a:buNone/>
              <a:tabLst/>
              <a:defRPr sz="2000"/>
            </a:lvl3pPr>
            <a:lvl4pPr marL="460375" indent="0">
              <a:spcBef>
                <a:spcPts val="600"/>
              </a:spcBef>
              <a:buNone/>
              <a:defRPr/>
            </a:lvl4pPr>
            <a:lvl5pPr marL="685800" indent="0">
              <a:spcBef>
                <a:spcPts val="600"/>
              </a:spcBef>
              <a:buNone/>
              <a:tabLs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3"/>
          <p:cNvSpPr>
            <a:spLocks noGrp="1"/>
          </p:cNvSpPr>
          <p:nvPr>
            <p:ph type="body" sz="quarter" idx="11"/>
          </p:nvPr>
        </p:nvSpPr>
        <p:spPr>
          <a:xfrm>
            <a:off x="6400800" y="1371600"/>
            <a:ext cx="5669280" cy="2043636"/>
          </a:xfrm>
        </p:spPr>
        <p:txBody>
          <a:bodyPr wrap="square">
            <a:spAutoFit/>
          </a:bodyPr>
          <a:lstStyle>
            <a:lvl1pPr marL="0" indent="0">
              <a:spcBef>
                <a:spcPts val="600"/>
              </a:spcBef>
              <a:buClr>
                <a:schemeClr val="tx1"/>
              </a:buClr>
              <a:buFont typeface="Wingdings" pitchFamily="2" charset="2"/>
              <a:buNone/>
              <a:defRPr sz="2800" spc="-30" baseline="0">
                <a:solidFill>
                  <a:srgbClr val="0072C6"/>
                </a:solidFill>
                <a:latin typeface="+mj-lt"/>
              </a:defRPr>
            </a:lvl1pPr>
            <a:lvl2pPr marL="0" indent="0">
              <a:spcBef>
                <a:spcPts val="600"/>
              </a:spcBef>
              <a:buNone/>
              <a:defRPr sz="2000"/>
            </a:lvl2pPr>
            <a:lvl3pPr marL="231775" indent="0">
              <a:spcBef>
                <a:spcPts val="600"/>
              </a:spcBef>
              <a:buNone/>
              <a:tabLst/>
              <a:defRPr sz="2000"/>
            </a:lvl3pPr>
            <a:lvl4pPr marL="460375" indent="0">
              <a:spcBef>
                <a:spcPts val="600"/>
              </a:spcBef>
              <a:buNone/>
              <a:defRPr/>
            </a:lvl4pPr>
            <a:lvl5pPr marL="685800" indent="0">
              <a:spcBef>
                <a:spcPts val="600"/>
              </a:spcBef>
              <a:buNone/>
              <a:tabLs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968534032"/>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lumn 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4" name="Text Placeholder 3"/>
          <p:cNvSpPr>
            <a:spLocks noGrp="1"/>
          </p:cNvSpPr>
          <p:nvPr>
            <p:ph type="body" sz="quarter" idx="10"/>
          </p:nvPr>
        </p:nvSpPr>
        <p:spPr>
          <a:xfrm>
            <a:off x="365760" y="1371600"/>
            <a:ext cx="5669280" cy="2043636"/>
          </a:xfrm>
        </p:spPr>
        <p:txBody>
          <a:bodyPr wrap="square">
            <a:spAutoFit/>
          </a:bodyPr>
          <a:lstStyle>
            <a:lvl1pPr marL="0" indent="0">
              <a:spcBef>
                <a:spcPts val="600"/>
              </a:spcBef>
              <a:buClr>
                <a:schemeClr val="tx2"/>
              </a:buClr>
              <a:buFont typeface="Arial" pitchFamily="34" charset="0"/>
              <a:buNone/>
              <a:defRPr sz="2800" spc="-30" baseline="0">
                <a:solidFill>
                  <a:srgbClr val="0072C6"/>
                </a:solidFill>
                <a:latin typeface="+mj-lt"/>
              </a:defRPr>
            </a:lvl1pPr>
            <a:lvl2pPr marL="228600" indent="-228600">
              <a:spcBef>
                <a:spcPts val="600"/>
              </a:spcBef>
              <a:defRPr sz="2000"/>
            </a:lvl2pPr>
            <a:lvl3pPr marL="457200" indent="-228600">
              <a:spcBef>
                <a:spcPts val="600"/>
              </a:spcBef>
              <a:tabLst/>
              <a:defRPr sz="2000"/>
            </a:lvl3pPr>
            <a:lvl4pPr marL="685800" indent="-228600">
              <a:spcBef>
                <a:spcPts val="600"/>
              </a:spcBef>
              <a:defRPr sz="2000"/>
            </a:lvl4pPr>
            <a:lvl5pPr marL="914400" indent="-228600">
              <a:spcBef>
                <a:spcPts val="600"/>
              </a:spcBef>
              <a:tabLst/>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3"/>
          <p:cNvSpPr>
            <a:spLocks noGrp="1"/>
          </p:cNvSpPr>
          <p:nvPr>
            <p:ph type="body" sz="quarter" idx="11"/>
          </p:nvPr>
        </p:nvSpPr>
        <p:spPr>
          <a:xfrm>
            <a:off x="6400800" y="1371600"/>
            <a:ext cx="5669280" cy="2043636"/>
          </a:xfrm>
        </p:spPr>
        <p:txBody>
          <a:bodyPr wrap="square">
            <a:spAutoFit/>
          </a:bodyPr>
          <a:lstStyle>
            <a:lvl1pPr marL="0" indent="0">
              <a:spcBef>
                <a:spcPts val="600"/>
              </a:spcBef>
              <a:buClr>
                <a:schemeClr val="tx2"/>
              </a:buClr>
              <a:buFont typeface="Arial" pitchFamily="34" charset="0"/>
              <a:buNone/>
              <a:defRPr sz="2800" spc="-30" baseline="0">
                <a:solidFill>
                  <a:srgbClr val="0072C6"/>
                </a:solidFill>
                <a:latin typeface="+mj-lt"/>
              </a:defRPr>
            </a:lvl1pPr>
            <a:lvl2pPr marL="228600" indent="-228600">
              <a:spcBef>
                <a:spcPts val="600"/>
              </a:spcBef>
              <a:defRPr sz="2000"/>
            </a:lvl2pPr>
            <a:lvl3pPr marL="457200" indent="-228600">
              <a:spcBef>
                <a:spcPts val="600"/>
              </a:spcBef>
              <a:tabLst/>
              <a:defRPr sz="2000"/>
            </a:lvl3pPr>
            <a:lvl4pPr marL="685800" indent="-228600">
              <a:spcBef>
                <a:spcPts val="600"/>
              </a:spcBef>
              <a:defRPr sz="2000"/>
            </a:lvl4pPr>
            <a:lvl5pPr marL="914400" indent="-228600">
              <a:spcBef>
                <a:spcPts val="600"/>
              </a:spcBef>
              <a:tabLst/>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98371309"/>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311135705"/>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subhead">
    <p:spTree>
      <p:nvGrpSpPr>
        <p:cNvPr id="1" name=""/>
        <p:cNvGrpSpPr/>
        <p:nvPr/>
      </p:nvGrpSpPr>
      <p:grpSpPr>
        <a:xfrm>
          <a:off x="0" y="0"/>
          <a:ext cx="0" cy="0"/>
          <a:chOff x="0" y="0"/>
          <a:chExt cx="0" cy="0"/>
        </a:xfrm>
      </p:grpSpPr>
      <p:sp>
        <p:nvSpPr>
          <p:cNvPr id="2" name="Title 1"/>
          <p:cNvSpPr>
            <a:spLocks noGrp="1"/>
          </p:cNvSpPr>
          <p:nvPr>
            <p:ph type="title"/>
          </p:nvPr>
        </p:nvSpPr>
        <p:spPr>
          <a:xfrm>
            <a:off x="365760" y="365760"/>
            <a:ext cx="11704320" cy="822960"/>
          </a:xfrm>
        </p:spPr>
        <p:txBody>
          <a:bodyPr/>
          <a:lstStyle/>
          <a:p>
            <a:r>
              <a:rPr lang="en-US" dirty="0"/>
              <a:t>Click to edit Master title style</a:t>
            </a:r>
          </a:p>
        </p:txBody>
      </p:sp>
      <p:sp>
        <p:nvSpPr>
          <p:cNvPr id="4" name="Text Placeholder 3"/>
          <p:cNvSpPr>
            <a:spLocks noGrp="1"/>
          </p:cNvSpPr>
          <p:nvPr>
            <p:ph type="body" sz="quarter" idx="10" hasCustomPrompt="1"/>
          </p:nvPr>
        </p:nvSpPr>
        <p:spPr>
          <a:xfrm>
            <a:off x="365760" y="1188720"/>
            <a:ext cx="11704320" cy="822960"/>
          </a:xfrm>
        </p:spPr>
        <p:txBody>
          <a:bodyPr/>
          <a:lstStyle>
            <a:lvl1pPr marL="0" indent="0">
              <a:buNone/>
              <a:defRPr sz="2800" spc="-30" baseline="0">
                <a:solidFill>
                  <a:schemeClr val="tx1"/>
                </a:solidFill>
                <a:latin typeface="+mj-lt"/>
              </a:defRPr>
            </a:lvl1pPr>
          </a:lstStyle>
          <a:p>
            <a:pPr lvl="0"/>
            <a:r>
              <a:rPr lang="en-US" dirty="0"/>
              <a:t>Click to edit Master subhead style</a:t>
            </a:r>
          </a:p>
        </p:txBody>
      </p:sp>
    </p:spTree>
    <p:extLst>
      <p:ext uri="{BB962C8B-B14F-4D97-AF65-F5344CB8AC3E}">
        <p14:creationId xmlns:p14="http://schemas.microsoft.com/office/powerpoint/2010/main" val="993967637"/>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subhead with boxes">
    <p:spTree>
      <p:nvGrpSpPr>
        <p:cNvPr id="1" name=""/>
        <p:cNvGrpSpPr/>
        <p:nvPr/>
      </p:nvGrpSpPr>
      <p:grpSpPr>
        <a:xfrm>
          <a:off x="0" y="0"/>
          <a:ext cx="0" cy="0"/>
          <a:chOff x="0" y="0"/>
          <a:chExt cx="0" cy="0"/>
        </a:xfrm>
      </p:grpSpPr>
      <p:sp>
        <p:nvSpPr>
          <p:cNvPr id="12" name="Text Placeholder 4"/>
          <p:cNvSpPr>
            <a:spLocks noGrp="1" noChangeAspect="1"/>
          </p:cNvSpPr>
          <p:nvPr>
            <p:ph type="body" sz="quarter" idx="17"/>
          </p:nvPr>
        </p:nvSpPr>
        <p:spPr>
          <a:xfrm>
            <a:off x="4663440" y="2560320"/>
            <a:ext cx="2103120" cy="2103120"/>
          </a:xfrm>
          <a:solidFill>
            <a:schemeClr val="accent4"/>
          </a:solidFill>
        </p:spPr>
        <p:txBody>
          <a:bodyPr lIns="365760" rIns="365760" anchor="ctr"/>
          <a:lstStyle>
            <a:lvl1pPr marL="0" indent="0" algn="ctr">
              <a:lnSpc>
                <a:spcPct val="100000"/>
              </a:lnSpc>
              <a:buNone/>
              <a:defRPr>
                <a:solidFill>
                  <a:schemeClr val="bg1"/>
                </a:solidFill>
              </a:defRPr>
            </a:lvl1pPr>
          </a:lstStyle>
          <a:p>
            <a:pPr lvl="0"/>
            <a:r>
              <a:rPr lang="en-US" dirty="0"/>
              <a:t>Click to edit Master text styles</a:t>
            </a:r>
          </a:p>
        </p:txBody>
      </p:sp>
      <p:sp>
        <p:nvSpPr>
          <p:cNvPr id="13" name="Text Placeholder 4"/>
          <p:cNvSpPr>
            <a:spLocks noGrp="1" noChangeAspect="1"/>
          </p:cNvSpPr>
          <p:nvPr>
            <p:ph type="body" sz="quarter" idx="18"/>
          </p:nvPr>
        </p:nvSpPr>
        <p:spPr>
          <a:xfrm>
            <a:off x="2560320" y="2560320"/>
            <a:ext cx="2103120" cy="2103120"/>
          </a:xfrm>
          <a:solidFill>
            <a:schemeClr val="accent3"/>
          </a:solidFill>
        </p:spPr>
        <p:txBody>
          <a:bodyPr lIns="365760" rIns="365760" anchor="ctr"/>
          <a:lstStyle>
            <a:lvl1pPr marL="0" indent="0" algn="ctr">
              <a:lnSpc>
                <a:spcPct val="100000"/>
              </a:lnSpc>
              <a:buNone/>
              <a:defRPr>
                <a:solidFill>
                  <a:schemeClr val="bg1"/>
                </a:solidFill>
              </a:defRPr>
            </a:lvl1pPr>
          </a:lstStyle>
          <a:p>
            <a:pPr lvl="0"/>
            <a:r>
              <a:rPr lang="en-US" dirty="0"/>
              <a:t>Click to edit Master text styles</a:t>
            </a:r>
          </a:p>
        </p:txBody>
      </p:sp>
      <p:sp>
        <p:nvSpPr>
          <p:cNvPr id="14" name="Text Placeholder 4"/>
          <p:cNvSpPr>
            <a:spLocks noGrp="1" noChangeAspect="1"/>
          </p:cNvSpPr>
          <p:nvPr>
            <p:ph type="body" sz="quarter" idx="19"/>
          </p:nvPr>
        </p:nvSpPr>
        <p:spPr>
          <a:xfrm>
            <a:off x="457200" y="2560320"/>
            <a:ext cx="2103120" cy="2103120"/>
          </a:xfrm>
          <a:solidFill>
            <a:schemeClr val="accent1"/>
          </a:solidFill>
        </p:spPr>
        <p:txBody>
          <a:bodyPr lIns="365760" rIns="365760" anchor="ctr"/>
          <a:lstStyle>
            <a:lvl1pPr marL="0" indent="0" algn="ctr">
              <a:lnSpc>
                <a:spcPct val="100000"/>
              </a:lnSpc>
              <a:buNone/>
              <a:defRPr>
                <a:solidFill>
                  <a:schemeClr val="bg1"/>
                </a:solidFill>
              </a:defRPr>
            </a:lvl1pPr>
          </a:lstStyle>
          <a:p>
            <a:pPr lvl="0"/>
            <a:r>
              <a:rPr lang="en-US" dirty="0"/>
              <a:t>Click to edit Master text styles</a:t>
            </a:r>
          </a:p>
        </p:txBody>
      </p:sp>
      <p:sp>
        <p:nvSpPr>
          <p:cNvPr id="2" name="Title 1"/>
          <p:cNvSpPr>
            <a:spLocks noGrp="1"/>
          </p:cNvSpPr>
          <p:nvPr>
            <p:ph type="title"/>
          </p:nvPr>
        </p:nvSpPr>
        <p:spPr>
          <a:xfrm>
            <a:off x="365760" y="365760"/>
            <a:ext cx="11704320" cy="822960"/>
          </a:xfrm>
        </p:spPr>
        <p:txBody>
          <a:bodyPr/>
          <a:lstStyle/>
          <a:p>
            <a:r>
              <a:rPr lang="en-US" dirty="0"/>
              <a:t>Click to edit Master title style</a:t>
            </a:r>
          </a:p>
        </p:txBody>
      </p:sp>
      <p:sp>
        <p:nvSpPr>
          <p:cNvPr id="4" name="Text Placeholder 3"/>
          <p:cNvSpPr>
            <a:spLocks noGrp="1"/>
          </p:cNvSpPr>
          <p:nvPr>
            <p:ph type="body" sz="quarter" idx="10" hasCustomPrompt="1"/>
          </p:nvPr>
        </p:nvSpPr>
        <p:spPr>
          <a:xfrm>
            <a:off x="365760" y="1188720"/>
            <a:ext cx="11704320" cy="822960"/>
          </a:xfrm>
        </p:spPr>
        <p:txBody>
          <a:bodyPr/>
          <a:lstStyle>
            <a:lvl1pPr marL="0" indent="0">
              <a:buNone/>
              <a:defRPr sz="2800" spc="-30" baseline="0">
                <a:solidFill>
                  <a:schemeClr val="tx1"/>
                </a:solidFill>
                <a:latin typeface="+mj-lt"/>
              </a:defRPr>
            </a:lvl1pPr>
          </a:lstStyle>
          <a:p>
            <a:pPr lvl="0"/>
            <a:r>
              <a:rPr lang="en-US" dirty="0"/>
              <a:t>Click to edit Master subhead style</a:t>
            </a:r>
          </a:p>
        </p:txBody>
      </p:sp>
      <p:sp>
        <p:nvSpPr>
          <p:cNvPr id="7" name="Text Placeholder 4"/>
          <p:cNvSpPr>
            <a:spLocks noGrp="1" noChangeAspect="1"/>
          </p:cNvSpPr>
          <p:nvPr>
            <p:ph type="body" sz="quarter" idx="20"/>
          </p:nvPr>
        </p:nvSpPr>
        <p:spPr>
          <a:xfrm>
            <a:off x="6766560" y="2560320"/>
            <a:ext cx="2103120" cy="2103120"/>
          </a:xfrm>
          <a:solidFill>
            <a:schemeClr val="accent5"/>
          </a:solidFill>
        </p:spPr>
        <p:txBody>
          <a:bodyPr lIns="365760" rIns="365760" anchor="ctr"/>
          <a:lstStyle>
            <a:lvl1pPr marL="0" indent="0" algn="ctr">
              <a:lnSpc>
                <a:spcPct val="100000"/>
              </a:lnSpc>
              <a:buNone/>
              <a:defRPr>
                <a:solidFill>
                  <a:schemeClr val="bg1"/>
                </a:solidFill>
              </a:defRPr>
            </a:lvl1pPr>
          </a:lstStyle>
          <a:p>
            <a:pPr lvl="0"/>
            <a:r>
              <a:rPr lang="en-US" dirty="0"/>
              <a:t>Click to edit Master text styles</a:t>
            </a:r>
          </a:p>
        </p:txBody>
      </p:sp>
      <p:pic>
        <p:nvPicPr>
          <p:cNvPr id="8" name="Picture 7"/>
          <p:cNvPicPr>
            <a:picLocks noChangeAspect="1"/>
          </p:cNvPicPr>
          <p:nvPr userDrawn="1"/>
        </p:nvPicPr>
        <p:blipFill>
          <a:blip r:embed="rId2"/>
          <a:stretch>
            <a:fillRect/>
          </a:stretch>
        </p:blipFill>
        <p:spPr>
          <a:xfrm>
            <a:off x="3160803" y="5051425"/>
            <a:ext cx="8928100" cy="1943100"/>
          </a:xfrm>
          <a:prstGeom prst="rect">
            <a:avLst/>
          </a:prstGeom>
        </p:spPr>
      </p:pic>
    </p:spTree>
    <p:extLst>
      <p:ext uri="{BB962C8B-B14F-4D97-AF65-F5344CB8AC3E}">
        <p14:creationId xmlns:p14="http://schemas.microsoft.com/office/powerpoint/2010/main" val="1295166342"/>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hoto layout">
    <p:spTree>
      <p:nvGrpSpPr>
        <p:cNvPr id="1" name=""/>
        <p:cNvGrpSpPr/>
        <p:nvPr/>
      </p:nvGrpSpPr>
      <p:grpSpPr>
        <a:xfrm>
          <a:off x="0" y="0"/>
          <a:ext cx="0" cy="0"/>
          <a:chOff x="0" y="0"/>
          <a:chExt cx="0" cy="0"/>
        </a:xfrm>
      </p:grpSpPr>
      <p:sp>
        <p:nvSpPr>
          <p:cNvPr id="2" name="Title 1"/>
          <p:cNvSpPr>
            <a:spLocks noGrp="1"/>
          </p:cNvSpPr>
          <p:nvPr>
            <p:ph type="title"/>
          </p:nvPr>
        </p:nvSpPr>
        <p:spPr>
          <a:xfrm>
            <a:off x="365760" y="365760"/>
            <a:ext cx="5486400" cy="1554480"/>
          </a:xfrm>
        </p:spPr>
        <p:txBody>
          <a:bodyPr/>
          <a:lstStyle/>
          <a:p>
            <a:r>
              <a:rPr lang="en-US" dirty="0"/>
              <a:t>Click to edit Master title style</a:t>
            </a:r>
          </a:p>
        </p:txBody>
      </p:sp>
      <p:sp>
        <p:nvSpPr>
          <p:cNvPr id="4" name="Picture Placeholder 3"/>
          <p:cNvSpPr>
            <a:spLocks noGrp="1"/>
          </p:cNvSpPr>
          <p:nvPr>
            <p:ph type="pic" sz="quarter" idx="10"/>
          </p:nvPr>
        </p:nvSpPr>
        <p:spPr>
          <a:xfrm>
            <a:off x="6217920" y="0"/>
            <a:ext cx="6217920" cy="6995160"/>
          </a:xfrm>
        </p:spPr>
        <p:txBody>
          <a:bodyPr/>
          <a:lstStyle/>
          <a:p>
            <a:endParaRPr lang="en-US"/>
          </a:p>
        </p:txBody>
      </p:sp>
      <p:sp>
        <p:nvSpPr>
          <p:cNvPr id="6" name="Text Placeholder 5"/>
          <p:cNvSpPr>
            <a:spLocks noGrp="1"/>
          </p:cNvSpPr>
          <p:nvPr>
            <p:ph type="body" sz="quarter" idx="11"/>
          </p:nvPr>
        </p:nvSpPr>
        <p:spPr>
          <a:xfrm>
            <a:off x="365759" y="2103120"/>
            <a:ext cx="5486400" cy="1815882"/>
          </a:xfrm>
        </p:spPr>
        <p:txBody>
          <a:bodyPr>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18264801"/>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hoto layout Alternate">
    <p:spTree>
      <p:nvGrpSpPr>
        <p:cNvPr id="1" name=""/>
        <p:cNvGrpSpPr/>
        <p:nvPr/>
      </p:nvGrpSpPr>
      <p:grpSpPr>
        <a:xfrm>
          <a:off x="0" y="0"/>
          <a:ext cx="0" cy="0"/>
          <a:chOff x="0" y="0"/>
          <a:chExt cx="0" cy="0"/>
        </a:xfrm>
      </p:grpSpPr>
      <p:sp>
        <p:nvSpPr>
          <p:cNvPr id="2" name="Title 1"/>
          <p:cNvSpPr>
            <a:spLocks noGrp="1"/>
          </p:cNvSpPr>
          <p:nvPr>
            <p:ph type="title"/>
          </p:nvPr>
        </p:nvSpPr>
        <p:spPr>
          <a:xfrm>
            <a:off x="6583680" y="365760"/>
            <a:ext cx="5486400" cy="1554480"/>
          </a:xfrm>
        </p:spPr>
        <p:txBody>
          <a:bodyPr/>
          <a:lstStyle/>
          <a:p>
            <a:r>
              <a:rPr lang="en-US" dirty="0"/>
              <a:t>Click to edit Master title style</a:t>
            </a:r>
          </a:p>
        </p:txBody>
      </p:sp>
      <p:sp>
        <p:nvSpPr>
          <p:cNvPr id="4" name="Picture Placeholder 3"/>
          <p:cNvSpPr>
            <a:spLocks noGrp="1"/>
          </p:cNvSpPr>
          <p:nvPr>
            <p:ph type="pic" sz="quarter" idx="10"/>
          </p:nvPr>
        </p:nvSpPr>
        <p:spPr>
          <a:xfrm>
            <a:off x="0" y="0"/>
            <a:ext cx="6217920" cy="6995160"/>
          </a:xfrm>
        </p:spPr>
        <p:txBody>
          <a:bodyPr/>
          <a:lstStyle/>
          <a:p>
            <a:endParaRPr lang="en-US"/>
          </a:p>
        </p:txBody>
      </p:sp>
      <p:sp>
        <p:nvSpPr>
          <p:cNvPr id="6" name="Text Placeholder 5"/>
          <p:cNvSpPr>
            <a:spLocks noGrp="1"/>
          </p:cNvSpPr>
          <p:nvPr>
            <p:ph type="body" sz="quarter" idx="11"/>
          </p:nvPr>
        </p:nvSpPr>
        <p:spPr>
          <a:xfrm>
            <a:off x="6583680" y="2103120"/>
            <a:ext cx="5486400" cy="1815882"/>
          </a:xfrm>
        </p:spPr>
        <p:txBody>
          <a:bodyPr>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999170"/>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xt and illustration A">
    <p:spTree>
      <p:nvGrpSpPr>
        <p:cNvPr id="1" name=""/>
        <p:cNvGrpSpPr/>
        <p:nvPr/>
      </p:nvGrpSpPr>
      <p:grpSpPr>
        <a:xfrm>
          <a:off x="0" y="0"/>
          <a:ext cx="0" cy="0"/>
          <a:chOff x="0" y="0"/>
          <a:chExt cx="0" cy="0"/>
        </a:xfrm>
      </p:grpSpPr>
      <p:pic>
        <p:nvPicPr>
          <p:cNvPr id="4" name="Picture 3"/>
          <p:cNvPicPr>
            <a:picLocks/>
          </p:cNvPicPr>
          <p:nvPr userDrawn="1"/>
        </p:nvPicPr>
        <p:blipFill>
          <a:blip r:embed="rId2"/>
          <a:stretch>
            <a:fillRect/>
          </a:stretch>
        </p:blipFill>
        <p:spPr>
          <a:xfrm>
            <a:off x="0" y="0"/>
            <a:ext cx="12435840" cy="6995160"/>
          </a:xfrm>
          <a:prstGeom prst="rect">
            <a:avLst/>
          </a:prstGeom>
        </p:spPr>
      </p:pic>
      <p:sp>
        <p:nvSpPr>
          <p:cNvPr id="2" name="Title 1"/>
          <p:cNvSpPr>
            <a:spLocks noGrp="1"/>
          </p:cNvSpPr>
          <p:nvPr>
            <p:ph type="title"/>
          </p:nvPr>
        </p:nvSpPr>
        <p:spPr>
          <a:xfrm>
            <a:off x="365760" y="731520"/>
            <a:ext cx="7772400" cy="615553"/>
          </a:xfrm>
        </p:spPr>
        <p:txBody>
          <a:bodyPr>
            <a:spAutoFit/>
          </a:bodyPr>
          <a:lstStyle>
            <a:lvl1pPr>
              <a:lnSpc>
                <a:spcPct val="100000"/>
              </a:lnSpc>
              <a:defRPr sz="2800" spc="-30" baseline="0">
                <a:solidFill>
                  <a:schemeClr val="tx1">
                    <a:lumMod val="50000"/>
                  </a:schemeClr>
                </a:solidFill>
                <a:latin typeface="+mj-lt"/>
              </a:defRPr>
            </a:lvl1pPr>
          </a:lstStyle>
          <a:p>
            <a:r>
              <a:rPr lang="en-US" dirty="0"/>
              <a:t>Click to edit Master title style</a:t>
            </a:r>
          </a:p>
        </p:txBody>
      </p:sp>
      <p:pic>
        <p:nvPicPr>
          <p:cNvPr id="3" name="Picture 2"/>
          <p:cNvPicPr>
            <a:picLocks noChangeAspect="1"/>
          </p:cNvPicPr>
          <p:nvPr userDrawn="1"/>
        </p:nvPicPr>
        <p:blipFill>
          <a:blip r:embed="rId3"/>
          <a:stretch>
            <a:fillRect/>
          </a:stretch>
        </p:blipFill>
        <p:spPr>
          <a:xfrm>
            <a:off x="4493069" y="3497580"/>
            <a:ext cx="7346006" cy="3505200"/>
          </a:xfrm>
          <a:prstGeom prst="rect">
            <a:avLst/>
          </a:prstGeom>
        </p:spPr>
      </p:pic>
    </p:spTree>
    <p:extLst>
      <p:ext uri="{BB962C8B-B14F-4D97-AF65-F5344CB8AC3E}">
        <p14:creationId xmlns:p14="http://schemas.microsoft.com/office/powerpoint/2010/main" val="1017565625"/>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and illustration B">
    <p:spTree>
      <p:nvGrpSpPr>
        <p:cNvPr id="1" name=""/>
        <p:cNvGrpSpPr/>
        <p:nvPr/>
      </p:nvGrpSpPr>
      <p:grpSpPr>
        <a:xfrm>
          <a:off x="0" y="0"/>
          <a:ext cx="0" cy="0"/>
          <a:chOff x="0" y="0"/>
          <a:chExt cx="0" cy="0"/>
        </a:xfrm>
      </p:grpSpPr>
      <p:pic>
        <p:nvPicPr>
          <p:cNvPr id="4" name="Picture 3"/>
          <p:cNvPicPr>
            <a:picLocks/>
          </p:cNvPicPr>
          <p:nvPr userDrawn="1"/>
        </p:nvPicPr>
        <p:blipFill>
          <a:blip r:embed="rId2"/>
          <a:stretch>
            <a:fillRect/>
          </a:stretch>
        </p:blipFill>
        <p:spPr>
          <a:xfrm>
            <a:off x="0" y="0"/>
            <a:ext cx="12435840" cy="6995160"/>
          </a:xfrm>
          <a:prstGeom prst="rect">
            <a:avLst/>
          </a:prstGeom>
        </p:spPr>
      </p:pic>
      <p:sp>
        <p:nvSpPr>
          <p:cNvPr id="2" name="Title 1"/>
          <p:cNvSpPr>
            <a:spLocks noGrp="1"/>
          </p:cNvSpPr>
          <p:nvPr>
            <p:ph type="title"/>
          </p:nvPr>
        </p:nvSpPr>
        <p:spPr>
          <a:xfrm>
            <a:off x="4297680" y="731520"/>
            <a:ext cx="7772400" cy="615553"/>
          </a:xfrm>
        </p:spPr>
        <p:txBody>
          <a:bodyPr>
            <a:spAutoFit/>
          </a:bodyPr>
          <a:lstStyle>
            <a:lvl1pPr algn="r">
              <a:lnSpc>
                <a:spcPct val="100000"/>
              </a:lnSpc>
              <a:defRPr sz="2800" spc="-30" baseline="0">
                <a:solidFill>
                  <a:schemeClr val="tx1">
                    <a:lumMod val="50000"/>
                  </a:schemeClr>
                </a:solidFill>
                <a:latin typeface="+mj-lt"/>
              </a:defRPr>
            </a:lvl1pPr>
          </a:lstStyle>
          <a:p>
            <a:r>
              <a:rPr lang="en-US" dirty="0"/>
              <a:t>Click to edit Master title style</a:t>
            </a:r>
          </a:p>
        </p:txBody>
      </p:sp>
      <p:pic>
        <p:nvPicPr>
          <p:cNvPr id="6" name="Picture 5"/>
          <p:cNvPicPr>
            <a:picLocks noChangeAspect="1"/>
          </p:cNvPicPr>
          <p:nvPr userDrawn="1"/>
        </p:nvPicPr>
        <p:blipFill>
          <a:blip r:embed="rId3"/>
          <a:stretch>
            <a:fillRect/>
          </a:stretch>
        </p:blipFill>
        <p:spPr>
          <a:xfrm>
            <a:off x="655637" y="3268662"/>
            <a:ext cx="7463692" cy="3048000"/>
          </a:xfrm>
          <a:prstGeom prst="rect">
            <a:avLst/>
          </a:prstGeom>
        </p:spPr>
      </p:pic>
    </p:spTree>
    <p:extLst>
      <p:ext uri="{BB962C8B-B14F-4D97-AF65-F5344CB8AC3E}">
        <p14:creationId xmlns:p14="http://schemas.microsoft.com/office/powerpoint/2010/main" val="1884167637"/>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title accent color 1">
    <p:bg>
      <p:bgPr>
        <a:solidFill>
          <a:srgbClr val="0072C6"/>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65760" y="1097280"/>
            <a:ext cx="7315200" cy="1181862"/>
          </a:xfrm>
          <a:noFill/>
        </p:spPr>
        <p:txBody>
          <a:bodyPr tIns="91440" bIns="91440" anchor="t" anchorCtr="0">
            <a:spAutoFit/>
          </a:bodyPr>
          <a:lstStyle>
            <a:lvl1pPr>
              <a:defRPr sz="7200" spc="-80" baseline="0">
                <a:gradFill>
                  <a:gsLst>
                    <a:gs pos="100000">
                      <a:schemeClr val="tx1"/>
                    </a:gs>
                    <a:gs pos="0">
                      <a:schemeClr val="tx1"/>
                    </a:gs>
                  </a:gsLst>
                  <a:lin ang="5400000" scaled="0"/>
                </a:gradFill>
              </a:defRPr>
            </a:lvl1pPr>
          </a:lstStyle>
          <a:p>
            <a:r>
              <a:rPr lang="en-US" dirty="0"/>
              <a:t>Section title</a:t>
            </a:r>
          </a:p>
        </p:txBody>
      </p:sp>
    </p:spTree>
    <p:extLst>
      <p:ext uri="{BB962C8B-B14F-4D97-AF65-F5344CB8AC3E}">
        <p14:creationId xmlns:p14="http://schemas.microsoft.com/office/powerpoint/2010/main" val="407535725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emo slide">
    <p:bg>
      <p:bgPr>
        <a:solidFill>
          <a:srgbClr val="00205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1209973"/>
            <a:ext cx="10056812" cy="1181862"/>
          </a:xfrm>
          <a:noFill/>
        </p:spPr>
        <p:txBody>
          <a:bodyPr tIns="91440" bIns="91440" anchor="t" anchorCtr="0">
            <a:spAutoFit/>
          </a:bodyPr>
          <a:lstStyle>
            <a:lvl1pPr>
              <a:defRPr sz="7200" spc="-100" baseline="0">
                <a:solidFill>
                  <a:schemeClr val="bg1"/>
                </a:solidFill>
              </a:defRPr>
            </a:lvl1pPr>
          </a:lstStyle>
          <a:p>
            <a:r>
              <a:rPr lang="en-US" dirty="0"/>
              <a:t>Demo title</a:t>
            </a:r>
          </a:p>
        </p:txBody>
      </p:sp>
      <p:sp>
        <p:nvSpPr>
          <p:cNvPr id="5" name="Text Placeholder 4"/>
          <p:cNvSpPr>
            <a:spLocks noGrp="1"/>
          </p:cNvSpPr>
          <p:nvPr>
            <p:ph type="body" sz="quarter" idx="12" hasCustomPrompt="1"/>
          </p:nvPr>
        </p:nvSpPr>
        <p:spPr>
          <a:xfrm>
            <a:off x="274638" y="3954463"/>
            <a:ext cx="10058401" cy="794064"/>
          </a:xfrm>
          <a:noFill/>
        </p:spPr>
        <p:txBody>
          <a:bodyPr lIns="182880" tIns="146304" rIns="182880" bIns="146304">
            <a:spAutoFit/>
          </a:bodyPr>
          <a:lstStyle>
            <a:lvl1pPr marL="0" indent="0">
              <a:spcBef>
                <a:spcPts val="0"/>
              </a:spcBef>
              <a:buNone/>
              <a:defRPr sz="3600" spc="0" baseline="0">
                <a:solidFill>
                  <a:schemeClr val="bg1"/>
                </a:solidFill>
                <a:latin typeface="+mj-lt"/>
              </a:defRPr>
            </a:lvl1pPr>
          </a:lstStyle>
          <a:p>
            <a:pPr lvl="0"/>
            <a:r>
              <a:rPr lang="en-US" dirty="0"/>
              <a:t>Speaker Name</a:t>
            </a:r>
          </a:p>
        </p:txBody>
      </p:sp>
    </p:spTree>
    <p:extLst>
      <p:ext uri="{BB962C8B-B14F-4D97-AF65-F5344CB8AC3E}">
        <p14:creationId xmlns:p14="http://schemas.microsoft.com/office/powerpoint/2010/main" val="241170260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Video slide">
    <p:bg>
      <p:bgPr>
        <a:solidFill>
          <a:schemeClr val="tx1">
            <a:lumMod val="5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1209973"/>
            <a:ext cx="10056812" cy="1181862"/>
          </a:xfrm>
          <a:noFill/>
        </p:spPr>
        <p:txBody>
          <a:bodyPr tIns="91440" bIns="91440" anchor="t" anchorCtr="0">
            <a:spAutoFit/>
          </a:bodyPr>
          <a:lstStyle>
            <a:lvl1pPr>
              <a:defRPr lang="en-US" sz="7200" b="0" kern="1200" cap="none" spc="-100" baseline="0" dirty="0">
                <a:ln w="3175">
                  <a:noFill/>
                </a:ln>
                <a:solidFill>
                  <a:schemeClr val="bg1"/>
                </a:solidFill>
                <a:effectLst/>
                <a:latin typeface="+mj-lt"/>
                <a:ea typeface="+mn-ea"/>
                <a:cs typeface="Segoe UI" pitchFamily="34" charset="0"/>
              </a:defRPr>
            </a:lvl1pPr>
          </a:lstStyle>
          <a:p>
            <a:r>
              <a:rPr lang="en-US" dirty="0"/>
              <a:t>Video title</a:t>
            </a:r>
          </a:p>
        </p:txBody>
      </p:sp>
    </p:spTree>
    <p:extLst>
      <p:ext uri="{BB962C8B-B14F-4D97-AF65-F5344CB8AC3E}">
        <p14:creationId xmlns:p14="http://schemas.microsoft.com/office/powerpoint/2010/main" val="64218242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9526804"/>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accent color 1">
    <p:bg>
      <p:bgPr>
        <a:solidFill>
          <a:srgbClr val="0072C6"/>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78450787"/>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dirty="0"/>
              <a:t>Slide for developer code</a:t>
            </a:r>
          </a:p>
        </p:txBody>
      </p:sp>
      <p:sp>
        <p:nvSpPr>
          <p:cNvPr id="5" name="Text Placeholder 4"/>
          <p:cNvSpPr>
            <a:spLocks noGrp="1"/>
          </p:cNvSpPr>
          <p:nvPr>
            <p:ph type="body" sz="quarter" idx="10"/>
          </p:nvPr>
        </p:nvSpPr>
        <p:spPr>
          <a:xfrm>
            <a:off x="365760" y="1371600"/>
            <a:ext cx="11704320" cy="2043636"/>
          </a:xfrm>
        </p:spPr>
        <p:txBody>
          <a:bodyPr>
            <a:spAutoFit/>
          </a:bodyPr>
          <a:lstStyle>
            <a:lvl1pPr marL="0" indent="0">
              <a:spcBef>
                <a:spcPts val="600"/>
              </a:spcBef>
              <a:buNone/>
              <a:defRPr sz="3200">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1pPr>
            <a:lvl2pPr marL="228600" indent="0">
              <a:spcBef>
                <a:spcPts val="600"/>
              </a:spcBef>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2pPr>
            <a:lvl3pPr marL="457200" indent="0">
              <a:spcBef>
                <a:spcPts val="600"/>
              </a:spcBef>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3pPr>
            <a:lvl4pPr marL="685800" indent="0">
              <a:spcBef>
                <a:spcPts val="600"/>
              </a:spcBef>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4pPr>
            <a:lvl5pPr marL="914400" indent="0">
              <a:spcBef>
                <a:spcPts val="600"/>
              </a:spcBef>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562577389"/>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losing logo slide">
    <p:bg>
      <p:bgPr>
        <a:solidFill>
          <a:srgbClr val="0072C6"/>
        </a:solidFill>
        <a:effectLst/>
      </p:bgPr>
    </p:bg>
    <p:spTree>
      <p:nvGrpSpPr>
        <p:cNvPr id="1" name=""/>
        <p:cNvGrpSpPr/>
        <p:nvPr/>
      </p:nvGrpSpPr>
      <p:grpSpPr>
        <a:xfrm>
          <a:off x="0" y="0"/>
          <a:ext cx="0" cy="0"/>
          <a:chOff x="0" y="0"/>
          <a:chExt cx="0" cy="0"/>
        </a:xfrm>
      </p:grpSpPr>
      <p:sp>
        <p:nvSpPr>
          <p:cNvPr id="2" name="Text Box 3"/>
          <p:cNvSpPr txBox="1">
            <a:spLocks noChangeArrowheads="1"/>
          </p:cNvSpPr>
          <p:nvPr userDrawn="1"/>
        </p:nvSpPr>
        <p:spPr bwMode="blackWhite">
          <a:xfrm>
            <a:off x="350837" y="5554662"/>
            <a:ext cx="11704320" cy="954107"/>
          </a:xfrm>
          <a:prstGeom prst="rect">
            <a:avLst/>
          </a:prstGeom>
          <a:noFill/>
          <a:ln w="12700">
            <a:noFill/>
            <a:miter lim="800000"/>
            <a:headEnd type="none" w="sm" len="sm"/>
            <a:tailEnd type="none" w="sm" len="sm"/>
          </a:ln>
          <a:effectLst/>
        </p:spPr>
        <p:txBody>
          <a:bodyPr vert="horz" wrap="square" lIns="91440" tIns="91440" rIns="91440" bIns="91440" numCol="1" anchor="t" anchorCtr="0" compatLnSpc="1">
            <a:prstTxWarp prst="textNoShape">
              <a:avLst/>
            </a:prstTxWarp>
            <a:spAutoFit/>
          </a:bodyPr>
          <a:lstStyle/>
          <a:p>
            <a:pPr defTabSz="932290" eaLnBrk="0" hangingPunct="0"/>
            <a:r>
              <a:rPr lang="en-US" sz="1000" baseline="0">
                <a:solidFill>
                  <a:schemeClr val="bg1"/>
                </a:solidFill>
                <a:cs typeface="Segoe UI" pitchFamily="34" charset="0"/>
              </a:rPr>
              <a:t>© 2016 Microsoft Corporation. All rights reserved. The text in this document is available under the Creative Commons Attribution 3.0 License, additional terms may apply.  All other content contained in this document (including, without limitation, trademarks, logos, images, etc.) are not included within the Creative Commons license grant.  This document does not provide you with any legal rights to any intellectual property in any Microsoft product. You may copy and use this document for your internal, reference purposes.  </a:t>
            </a:r>
          </a:p>
          <a:p>
            <a:pPr defTabSz="932290" eaLnBrk="0" hangingPunct="0"/>
            <a:r>
              <a:rPr lang="en-US" sz="1000" baseline="0">
                <a:solidFill>
                  <a:schemeClr val="bg1"/>
                </a:solidFill>
                <a:cs typeface="Segoe UI" pitchFamily="34" charset="0"/>
              </a:rPr>
              <a:t>This document is provided "as-is." Information and views expressed in this document, including URL and other Internet Web site references, may change without notice. You bear the risk of using it. Some examples are for illustration only and are fictitious. No real association is intended or inferred. Microsoft makes no warranties, express or implied, with respect to the information provided here. </a:t>
            </a:r>
          </a:p>
        </p:txBody>
      </p:sp>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invGray">
          <a:xfrm>
            <a:off x="459230" y="3145040"/>
            <a:ext cx="3288506" cy="704445"/>
          </a:xfrm>
          <a:prstGeom prst="rect">
            <a:avLst/>
          </a:prstGeom>
        </p:spPr>
      </p:pic>
    </p:spTree>
    <p:extLst>
      <p:ext uri="{BB962C8B-B14F-4D97-AF65-F5344CB8AC3E}">
        <p14:creationId xmlns:p14="http://schemas.microsoft.com/office/powerpoint/2010/main" val="3928358739"/>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365760" y="1371600"/>
            <a:ext cx="11704320" cy="1877437"/>
          </a:xfrm>
          <a:prstGeom prst="rect">
            <a:avLst/>
          </a:prstGeom>
        </p:spPr>
        <p:txBody>
          <a:bodyPr>
            <a:spAutoFit/>
          </a:bodyPr>
          <a:lstStyle>
            <a:lvl1pPr marL="228600" indent="-228600">
              <a:spcBef>
                <a:spcPts val="600"/>
              </a:spcBef>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457200" indent="-228600">
              <a:spcBef>
                <a:spcPts val="600"/>
              </a:spcBef>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685800" indent="-228600">
              <a:spcBef>
                <a:spcPts val="600"/>
              </a:spcBef>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914400" indent="-228600">
              <a:spcBef>
                <a:spcPts val="600"/>
              </a:spcBef>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143000" indent="-228600">
              <a:spcBef>
                <a:spcPts val="600"/>
              </a:spcBef>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dirty="0"/>
              <a:t>Use this Layout for Speaker Notes slides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6"/>
          <p:cNvSpPr>
            <a:spLocks noGrp="1"/>
          </p:cNvSpPr>
          <p:nvPr>
            <p:ph type="body" sz="quarter" idx="11" hasCustomPrompt="1"/>
          </p:nvPr>
        </p:nvSpPr>
        <p:spPr>
          <a:xfrm>
            <a:off x="1" y="6263640"/>
            <a:ext cx="12436476" cy="731520"/>
          </a:xfrm>
          <a:prstGeom prst="rect">
            <a:avLst/>
          </a:prstGeom>
          <a:solidFill>
            <a:srgbClr val="FFFF99"/>
          </a:solidFill>
        </p:spPr>
        <p:txBody>
          <a:bodyPr wrap="square" lIns="365760" tIns="91440" rIns="365760" bIns="91440" anchor="ctr" anchorCtr="0">
            <a:noAutofit/>
          </a:bodyPr>
          <a:lstStyle>
            <a:lvl1pPr algn="r">
              <a:buFont typeface="Arial" pitchFamily="34" charset="0"/>
              <a:buNone/>
              <a:defRPr sz="32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mj-lt"/>
                <a:ea typeface="Segoe UI" pitchFamily="34" charset="0"/>
                <a:cs typeface="Segoe UI" pitchFamily="34" charset="0"/>
              </a:defRPr>
            </a:lvl1pPr>
          </a:lstStyle>
          <a:p>
            <a:r>
              <a:rPr lang="en-US" dirty="0"/>
              <a:t>Click to edit Master title style</a:t>
            </a:r>
          </a:p>
        </p:txBody>
      </p:sp>
    </p:spTree>
    <p:extLst>
      <p:ext uri="{BB962C8B-B14F-4D97-AF65-F5344CB8AC3E}">
        <p14:creationId xmlns:p14="http://schemas.microsoft.com/office/powerpoint/2010/main" val="3530996961"/>
      </p:ext>
    </p:extLst>
  </p:cSld>
  <p:clrMapOvr>
    <a:overrideClrMapping bg1="dk1" tx1="lt1" bg2="dk2" tx2="lt2" accent1="accent1" accent2="accent2" accent3="accent3" accent4="accent4" accent5="accent5" accent6="accent6" hlink="hlink" folHlink="folHlink"/>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5760" y="365760"/>
            <a:ext cx="11704320" cy="914400"/>
          </a:xfrm>
          <a:prstGeom prst="rect">
            <a:avLst/>
          </a:prstGeom>
        </p:spPr>
        <p:txBody>
          <a:bodyPr vert="horz" wrap="square" lIns="91440" tIns="91440" rIns="91440" bIns="91440" rtlCol="0" anchor="t">
            <a:noAutofit/>
          </a:bodyPr>
          <a:lstStyle/>
          <a:p>
            <a:r>
              <a:rPr lang="en-US" dirty="0"/>
              <a:t>Click to edit Master title style</a:t>
            </a:r>
          </a:p>
        </p:txBody>
      </p:sp>
      <p:sp>
        <p:nvSpPr>
          <p:cNvPr id="4" name="Text Placeholder 3"/>
          <p:cNvSpPr>
            <a:spLocks noGrp="1"/>
          </p:cNvSpPr>
          <p:nvPr>
            <p:ph type="body" idx="1"/>
          </p:nvPr>
        </p:nvSpPr>
        <p:spPr>
          <a:xfrm>
            <a:off x="365760" y="1280160"/>
            <a:ext cx="11704320" cy="1828800"/>
          </a:xfrm>
          <a:prstGeom prst="rect">
            <a:avLst/>
          </a:prstGeom>
        </p:spPr>
        <p:txBody>
          <a:bodyPr vert="horz" wrap="square" lIns="91440" tIns="91440" rIns="91440" bIns="9144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90270825"/>
      </p:ext>
    </p:extLst>
  </p:cSld>
  <p:clrMap bg1="lt1" tx1="dk1" bg2="lt2" tx2="dk2" accent1="accent1" accent2="accent2" accent3="accent3" accent4="accent4" accent5="accent5" accent6="accent6" hlink="hlink" folHlink="folHlink"/>
  <p:sldLayoutIdLst>
    <p:sldLayoutId id="2147484167" r:id="rId1"/>
    <p:sldLayoutId id="2147484207" r:id="rId2"/>
    <p:sldLayoutId id="2147484203" r:id="rId3"/>
    <p:sldLayoutId id="2147484208" r:id="rId4"/>
    <p:sldLayoutId id="2147484204" r:id="rId5"/>
    <p:sldLayoutId id="2147484209" r:id="rId6"/>
    <p:sldLayoutId id="2147484197" r:id="rId7"/>
    <p:sldLayoutId id="2147484087" r:id="rId8"/>
    <p:sldLayoutId id="2147484098" r:id="rId9"/>
    <p:sldLayoutId id="2147484086" r:id="rId10"/>
    <p:sldLayoutId id="2147484099" r:id="rId11"/>
    <p:sldLayoutId id="2147484106" r:id="rId12"/>
    <p:sldLayoutId id="2147484092" r:id="rId13"/>
    <p:sldLayoutId id="2147484196" r:id="rId14"/>
    <p:sldLayoutId id="2147484201" r:id="rId15"/>
    <p:sldLayoutId id="2147484198" r:id="rId16"/>
    <p:sldLayoutId id="2147484202" r:id="rId17"/>
    <p:sldLayoutId id="2147484199" r:id="rId18"/>
    <p:sldLayoutId id="2147484200" r:id="rId19"/>
    <p:sldLayoutId id="2147484130" r:id="rId20"/>
    <p:sldLayoutId id="2147484205" r:id="rId21"/>
    <p:sldLayoutId id="2147484206" r:id="rId22"/>
    <p:sldLayoutId id="2147484093" r:id="rId23"/>
    <p:sldLayoutId id="2147484127" r:id="rId24"/>
    <p:sldLayoutId id="2147484094" r:id="rId25"/>
    <p:sldLayoutId id="2147484195" r:id="rId26"/>
    <p:sldLayoutId id="2147484096" r:id="rId27"/>
  </p:sldLayoutIdLst>
  <p:transition>
    <p:fade/>
  </p:transition>
  <p:txStyles>
    <p:titleStyle>
      <a:lvl1pPr algn="l" defTabSz="932742" rtl="0" eaLnBrk="1" latinLnBrk="0" hangingPunct="1">
        <a:lnSpc>
          <a:spcPct val="90000"/>
        </a:lnSpc>
        <a:spcBef>
          <a:spcPct val="0"/>
        </a:spcBef>
        <a:buNone/>
        <a:defRPr lang="en-US" sz="4800" b="0" kern="1200" cap="none" spc="-70" baseline="0" dirty="0" smtClean="0">
          <a:ln w="3175">
            <a:noFill/>
          </a:ln>
          <a:solidFill>
            <a:srgbClr val="0072C6"/>
          </a:solidFill>
          <a:effectLst/>
          <a:latin typeface="+mj-lt"/>
          <a:ea typeface="+mn-ea"/>
          <a:cs typeface="Segoe UI" pitchFamily="34" charset="0"/>
        </a:defRPr>
      </a:lvl1pPr>
    </p:titleStyle>
    <p:bodyStyle>
      <a:lvl1pPr marL="228600" marR="0" indent="-228600" algn="l" defTabSz="932742" rtl="0" eaLnBrk="1" fontAlgn="auto" latinLnBrk="0" hangingPunct="1">
        <a:lnSpc>
          <a:spcPct val="90000"/>
        </a:lnSpc>
        <a:spcBef>
          <a:spcPts val="6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1pPr>
      <a:lvl2pPr marL="457200" marR="0" indent="-228600" algn="l" defTabSz="932742" rtl="0" eaLnBrk="1" fontAlgn="auto" latinLnBrk="0" hangingPunct="1">
        <a:lnSpc>
          <a:spcPct val="90000"/>
        </a:lnSpc>
        <a:spcBef>
          <a:spcPts val="6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ts val="6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ts val="6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ts val="6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hyperlink" Target="https://azure.microsoft.com/en-us/documentation/articles/service-fabric-cloud-services-migration-worker-role-stateless-service/" TargetMode="External"/><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hyperlink" Target="https://azure.microsoft.com/en-us/documentation/articles/service-fabric-cloud-services-migration-worker-role-stateless-service/" TargetMode="External"/><Relationship Id="rId2" Type="http://schemas.openxmlformats.org/officeDocument/2006/relationships/hyperlink" Target="https://azure.microsoft.com/en-us/documentation/articles/service-fabric-application-model/" TargetMode="External"/><Relationship Id="rId1" Type="http://schemas.openxmlformats.org/officeDocument/2006/relationships/slideLayout" Target="../slideLayouts/slideLayout8.xml"/><Relationship Id="rId5" Type="http://schemas.openxmlformats.org/officeDocument/2006/relationships/hyperlink" Target="https://azure.microsoft.com/en-us/documentation/articles/load-balancer-get-started-ilb-arm-cli/" TargetMode="External"/><Relationship Id="rId4" Type="http://schemas.openxmlformats.org/officeDocument/2006/relationships/hyperlink" Target="https://azure.microsoft.com/en-us/documentation/articles/service-fabric-deploy-existing-app/"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4"/>
          <p:cNvSpPr>
            <a:spLocks noGrp="1"/>
          </p:cNvSpPr>
          <p:nvPr>
            <p:ph type="body" sz="quarter" idx="12"/>
          </p:nvPr>
        </p:nvSpPr>
        <p:spPr>
          <a:xfrm>
            <a:off x="350837" y="3421062"/>
            <a:ext cx="8229599" cy="914400"/>
          </a:xfrm>
          <a:noFill/>
        </p:spPr>
        <p:txBody>
          <a:bodyPr lIns="91440" tIns="91440" rIns="91440" bIns="91440">
            <a:noAutofit/>
          </a:bodyPr>
          <a:lstStyle>
            <a:lvl1pPr marL="0" indent="0">
              <a:spcBef>
                <a:spcPts val="0"/>
              </a:spcBef>
              <a:buNone/>
              <a:defRPr sz="2800" spc="0" baseline="0">
                <a:gradFill>
                  <a:gsLst>
                    <a:gs pos="0">
                      <a:schemeClr val="tx1"/>
                    </a:gs>
                    <a:gs pos="100000">
                      <a:schemeClr val="tx1"/>
                    </a:gs>
                  </a:gsLst>
                  <a:lin ang="5400000" scaled="0"/>
                </a:gradFill>
                <a:latin typeface="+mj-lt"/>
              </a:defRPr>
            </a:lvl1pPr>
          </a:lstStyle>
          <a:p>
            <a:pPr lvl="0"/>
            <a:endParaRPr lang="en-US" dirty="0">
              <a:solidFill>
                <a:schemeClr val="bg1"/>
              </a:solidFill>
            </a:endParaRPr>
          </a:p>
        </p:txBody>
      </p:sp>
      <p:sp>
        <p:nvSpPr>
          <p:cNvPr id="9" name="Title 1"/>
          <p:cNvSpPr>
            <a:spLocks noGrp="1"/>
          </p:cNvSpPr>
          <p:nvPr>
            <p:ph type="title"/>
          </p:nvPr>
        </p:nvSpPr>
        <p:spPr>
          <a:xfrm>
            <a:off x="274637" y="1677399"/>
            <a:ext cx="8229600" cy="1097280"/>
          </a:xfrm>
          <a:noFill/>
        </p:spPr>
        <p:txBody>
          <a:bodyPr lIns="91440" tIns="91440" rIns="91440" bIns="91440" anchor="t" anchorCtr="0"/>
          <a:lstStyle>
            <a:lvl1pPr>
              <a:defRPr sz="6000" spc="-80" baseline="0">
                <a:solidFill>
                  <a:srgbClr val="0072C6"/>
                </a:solidFill>
              </a:defRPr>
            </a:lvl1pPr>
          </a:lstStyle>
          <a:p>
            <a:r>
              <a:rPr lang="en-US" altLang="zh-CN" dirty="0">
                <a:solidFill>
                  <a:schemeClr val="bg1"/>
                </a:solidFill>
              </a:rPr>
              <a:t>Service Fabric Patterns &amp; Best Practices</a:t>
            </a:r>
            <a:endParaRPr lang="en-US" dirty="0">
              <a:solidFill>
                <a:schemeClr val="bg1"/>
              </a:solidFill>
            </a:endParaRPr>
          </a:p>
        </p:txBody>
      </p:sp>
    </p:spTree>
    <p:extLst>
      <p:ext uri="{BB962C8B-B14F-4D97-AF65-F5344CB8AC3E}">
        <p14:creationId xmlns:p14="http://schemas.microsoft.com/office/powerpoint/2010/main" val="184230914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4"/>
          <p:cNvSpPr>
            <a:spLocks noGrp="1"/>
          </p:cNvSpPr>
          <p:nvPr>
            <p:ph type="body" sz="quarter" idx="12"/>
          </p:nvPr>
        </p:nvSpPr>
        <p:spPr>
          <a:noFill/>
        </p:spPr>
        <p:txBody>
          <a:bodyPr lIns="91440" tIns="91440" rIns="91440" bIns="91440">
            <a:noAutofit/>
          </a:bodyPr>
          <a:lstStyle>
            <a:lvl1pPr marL="0" indent="0">
              <a:spcBef>
                <a:spcPts val="0"/>
              </a:spcBef>
              <a:buNone/>
              <a:defRPr sz="2800" spc="0" baseline="0">
                <a:gradFill>
                  <a:gsLst>
                    <a:gs pos="0">
                      <a:schemeClr val="tx1"/>
                    </a:gs>
                    <a:gs pos="100000">
                      <a:schemeClr val="tx1"/>
                    </a:gs>
                  </a:gsLst>
                  <a:lin ang="5400000" scaled="0"/>
                </a:gradFill>
                <a:latin typeface="+mj-lt"/>
              </a:defRPr>
            </a:lvl1pPr>
          </a:lstStyle>
          <a:p>
            <a:pPr lvl="0"/>
            <a:r>
              <a:rPr lang="en-US" dirty="0"/>
              <a:t>Khaled Henidak (Kal)</a:t>
            </a:r>
          </a:p>
          <a:p>
            <a:pPr lvl="0"/>
            <a:r>
              <a:rPr lang="en-US" dirty="0"/>
              <a:t>@khnidk</a:t>
            </a:r>
          </a:p>
          <a:p>
            <a:pPr lvl="0"/>
            <a:r>
              <a:rPr lang="en-US" dirty="0" err="1"/>
              <a:t>github.com</a:t>
            </a:r>
            <a:r>
              <a:rPr lang="en-US" dirty="0"/>
              <a:t>/</a:t>
            </a:r>
            <a:r>
              <a:rPr lang="en-US" dirty="0" err="1"/>
              <a:t>khenidak</a:t>
            </a:r>
            <a:endParaRPr lang="en-US" dirty="0"/>
          </a:p>
        </p:txBody>
      </p:sp>
      <p:sp>
        <p:nvSpPr>
          <p:cNvPr id="17" name="Title 1"/>
          <p:cNvSpPr>
            <a:spLocks noGrp="1"/>
          </p:cNvSpPr>
          <p:nvPr>
            <p:ph type="title"/>
          </p:nvPr>
        </p:nvSpPr>
        <p:spPr>
          <a:noFill/>
        </p:spPr>
        <p:txBody>
          <a:bodyPr lIns="91440" tIns="91440" rIns="91440" bIns="91440" anchor="t" anchorCtr="0"/>
          <a:lstStyle>
            <a:lvl1pPr>
              <a:defRPr sz="6000" spc="-80" baseline="0">
                <a:solidFill>
                  <a:srgbClr val="0072C6"/>
                </a:solidFill>
              </a:defRPr>
            </a:lvl1pPr>
          </a:lstStyle>
          <a:p>
            <a:r>
              <a:rPr lang="en-US" dirty="0"/>
              <a:t>Service Fabric - Migration</a:t>
            </a:r>
          </a:p>
        </p:txBody>
      </p:sp>
    </p:spTree>
    <p:extLst>
      <p:ext uri="{BB962C8B-B14F-4D97-AF65-F5344CB8AC3E}">
        <p14:creationId xmlns:p14="http://schemas.microsoft.com/office/powerpoint/2010/main" val="125160112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8199437" y="2354262"/>
            <a:ext cx="2819718" cy="2858881"/>
          </a:xfrm>
          <a:prstGeom prst="rect">
            <a:avLst/>
          </a:prstGeom>
        </p:spPr>
      </p:pic>
      <p:sp>
        <p:nvSpPr>
          <p:cNvPr id="2" name="Title 1"/>
          <p:cNvSpPr>
            <a:spLocks noGrp="1"/>
          </p:cNvSpPr>
          <p:nvPr>
            <p:ph type="title"/>
          </p:nvPr>
        </p:nvSpPr>
        <p:spPr/>
        <p:txBody>
          <a:bodyPr/>
          <a:lstStyle/>
          <a:p>
            <a:r>
              <a:rPr lang="en-US" altLang="zh-CN" dirty="0">
                <a:solidFill>
                  <a:srgbClr val="FF0000"/>
                </a:solidFill>
              </a:rPr>
              <a:t>Problem</a:t>
            </a:r>
            <a:endParaRPr lang="en-US" dirty="0">
              <a:solidFill>
                <a:srgbClr val="FF0000"/>
              </a:solidFill>
            </a:endParaRPr>
          </a:p>
        </p:txBody>
      </p:sp>
      <p:sp>
        <p:nvSpPr>
          <p:cNvPr id="3" name="Text Placeholder 2"/>
          <p:cNvSpPr>
            <a:spLocks noGrp="1"/>
          </p:cNvSpPr>
          <p:nvPr>
            <p:ph type="body" sz="quarter" idx="10"/>
          </p:nvPr>
        </p:nvSpPr>
        <p:spPr/>
        <p:txBody>
          <a:bodyPr/>
          <a:lstStyle/>
          <a:p>
            <a:r>
              <a:rPr lang="en-US" dirty="0"/>
              <a:t>How do I migrate existing applications to Service Fabric?</a:t>
            </a:r>
          </a:p>
          <a:p>
            <a:endParaRPr lang="en-US" dirty="0"/>
          </a:p>
        </p:txBody>
      </p:sp>
      <p:sp>
        <p:nvSpPr>
          <p:cNvPr id="4" name="TextBox 3"/>
          <p:cNvSpPr txBox="1"/>
          <p:nvPr/>
        </p:nvSpPr>
        <p:spPr>
          <a:xfrm>
            <a:off x="884237" y="2040330"/>
            <a:ext cx="6163931" cy="2674578"/>
          </a:xfrm>
          <a:prstGeom prst="rect">
            <a:avLst/>
          </a:prstGeom>
          <a:noFill/>
        </p:spPr>
        <p:txBody>
          <a:bodyPr wrap="none" lIns="182880" tIns="146304" rIns="182880" bIns="146304" rtlCol="0">
            <a:spAutoFit/>
          </a:bodyPr>
          <a:lstStyle/>
          <a:p>
            <a:pPr marL="342900" indent="-342900">
              <a:lnSpc>
                <a:spcPct val="90000"/>
              </a:lnSpc>
              <a:spcAft>
                <a:spcPts val="600"/>
              </a:spcAft>
              <a:buFont typeface="Arial" panose="020B0604020202020204" pitchFamily="34" charset="0"/>
              <a:buChar char="•"/>
            </a:pPr>
            <a:r>
              <a:rPr lang="en-US" sz="2400" dirty="0">
                <a:gradFill>
                  <a:gsLst>
                    <a:gs pos="2917">
                      <a:schemeClr val="tx1"/>
                    </a:gs>
                    <a:gs pos="30000">
                      <a:schemeClr val="tx1"/>
                    </a:gs>
                  </a:gsLst>
                  <a:lin ang="5400000" scaled="0"/>
                </a:gradFill>
              </a:rPr>
              <a:t>Migration from Azure Classic Cloud Services</a:t>
            </a:r>
          </a:p>
          <a:p>
            <a:pPr marL="342900" indent="-342900">
              <a:lnSpc>
                <a:spcPct val="90000"/>
              </a:lnSpc>
              <a:spcAft>
                <a:spcPts val="600"/>
              </a:spcAft>
              <a:buFont typeface="Arial" panose="020B0604020202020204" pitchFamily="34" charset="0"/>
              <a:buChar char="•"/>
            </a:pPr>
            <a:r>
              <a:rPr lang="en-US" sz="2400" dirty="0">
                <a:gradFill>
                  <a:gsLst>
                    <a:gs pos="2917">
                      <a:schemeClr val="tx1"/>
                    </a:gs>
                    <a:gs pos="30000">
                      <a:schemeClr val="tx1"/>
                    </a:gs>
                  </a:gsLst>
                  <a:lin ang="5400000" scaled="0"/>
                </a:gradFill>
              </a:rPr>
              <a:t>Migration from dedicated servers</a:t>
            </a:r>
          </a:p>
          <a:p>
            <a:pPr marL="809271" lvl="1" indent="-342900">
              <a:lnSpc>
                <a:spcPct val="90000"/>
              </a:lnSpc>
              <a:spcAft>
                <a:spcPts val="600"/>
              </a:spcAft>
              <a:buFont typeface="Arial" panose="020B0604020202020204" pitchFamily="34" charset="0"/>
              <a:buChar char="•"/>
            </a:pPr>
            <a:r>
              <a:rPr lang="en-US" sz="2400" dirty="0">
                <a:gradFill>
                  <a:gsLst>
                    <a:gs pos="2917">
                      <a:schemeClr val="tx1"/>
                    </a:gs>
                    <a:gs pos="30000">
                      <a:schemeClr val="tx1"/>
                    </a:gs>
                  </a:gsLst>
                  <a:lin ang="5400000" scaled="0"/>
                </a:gradFill>
              </a:rPr>
              <a:t>On premises</a:t>
            </a:r>
          </a:p>
          <a:p>
            <a:pPr marL="809271" lvl="1" indent="-342900">
              <a:lnSpc>
                <a:spcPct val="90000"/>
              </a:lnSpc>
              <a:spcAft>
                <a:spcPts val="600"/>
              </a:spcAft>
              <a:buFont typeface="Arial" panose="020B0604020202020204" pitchFamily="34" charset="0"/>
              <a:buChar char="•"/>
            </a:pPr>
            <a:r>
              <a:rPr lang="en-US" sz="2400" dirty="0">
                <a:gradFill>
                  <a:gsLst>
                    <a:gs pos="2917">
                      <a:schemeClr val="tx1"/>
                    </a:gs>
                    <a:gs pos="30000">
                      <a:schemeClr val="tx1"/>
                    </a:gs>
                  </a:gsLst>
                  <a:lin ang="5400000" scaled="0"/>
                </a:gradFill>
              </a:rPr>
              <a:t>On cloud</a:t>
            </a:r>
          </a:p>
          <a:p>
            <a:pPr marL="809271" lvl="1" indent="-342900">
              <a:lnSpc>
                <a:spcPct val="90000"/>
              </a:lnSpc>
              <a:spcAft>
                <a:spcPts val="600"/>
              </a:spcAft>
              <a:buFont typeface="Arial" panose="020B0604020202020204" pitchFamily="34" charset="0"/>
              <a:buChar char="•"/>
            </a:pPr>
            <a:r>
              <a:rPr lang="en-US" sz="2400" dirty="0">
                <a:gradFill>
                  <a:gsLst>
                    <a:gs pos="2917">
                      <a:schemeClr val="tx1"/>
                    </a:gs>
                    <a:gs pos="30000">
                      <a:schemeClr val="tx1"/>
                    </a:gs>
                  </a:gsLst>
                  <a:lin ang="5400000" scaled="0"/>
                </a:gradFill>
              </a:rPr>
              <a:t>Bare-metal </a:t>
            </a:r>
          </a:p>
          <a:p>
            <a:pPr marL="809271" lvl="1" indent="-342900">
              <a:lnSpc>
                <a:spcPct val="90000"/>
              </a:lnSpc>
              <a:spcAft>
                <a:spcPts val="600"/>
              </a:spcAft>
              <a:buFont typeface="Arial" panose="020B0604020202020204" pitchFamily="34" charset="0"/>
              <a:buChar char="•"/>
            </a:pPr>
            <a:endParaRPr lang="en-US" sz="2400" dirty="0">
              <a:gradFill>
                <a:gsLst>
                  <a:gs pos="2917">
                    <a:schemeClr val="tx1"/>
                  </a:gs>
                  <a:gs pos="30000">
                    <a:schemeClr val="tx1"/>
                  </a:gs>
                </a:gsLst>
                <a:lin ang="5400000" scaled="0"/>
              </a:gradFill>
            </a:endParaRPr>
          </a:p>
        </p:txBody>
      </p:sp>
    </p:spTree>
    <p:extLst>
      <p:ext uri="{BB962C8B-B14F-4D97-AF65-F5344CB8AC3E}">
        <p14:creationId xmlns:p14="http://schemas.microsoft.com/office/powerpoint/2010/main" val="2007549411"/>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should you consider migration?</a:t>
            </a:r>
          </a:p>
        </p:txBody>
      </p:sp>
      <p:sp>
        <p:nvSpPr>
          <p:cNvPr id="3" name="Text Placeholder 2"/>
          <p:cNvSpPr>
            <a:spLocks noGrp="1"/>
          </p:cNvSpPr>
          <p:nvPr>
            <p:ph type="body" sz="quarter" idx="10"/>
          </p:nvPr>
        </p:nvSpPr>
        <p:spPr/>
        <p:txBody>
          <a:bodyPr/>
          <a:lstStyle/>
          <a:p>
            <a:endParaRPr lang="en-US" dirty="0"/>
          </a:p>
        </p:txBody>
      </p:sp>
      <p:pic>
        <p:nvPicPr>
          <p:cNvPr id="13" name="Picture 12"/>
          <p:cNvPicPr>
            <a:picLocks noChangeAspect="1"/>
          </p:cNvPicPr>
          <p:nvPr/>
        </p:nvPicPr>
        <p:blipFill>
          <a:blip r:embed="rId2"/>
          <a:stretch>
            <a:fillRect/>
          </a:stretch>
        </p:blipFill>
        <p:spPr>
          <a:xfrm>
            <a:off x="8199437" y="2354262"/>
            <a:ext cx="2819717" cy="2819717"/>
          </a:xfrm>
          <a:prstGeom prst="rect">
            <a:avLst/>
          </a:prstGeom>
        </p:spPr>
      </p:pic>
      <p:sp>
        <p:nvSpPr>
          <p:cNvPr id="5" name="TextBox 4"/>
          <p:cNvSpPr txBox="1"/>
          <p:nvPr/>
        </p:nvSpPr>
        <p:spPr>
          <a:xfrm>
            <a:off x="884238" y="2040330"/>
            <a:ext cx="7162800" cy="4976747"/>
          </a:xfrm>
          <a:prstGeom prst="rect">
            <a:avLst/>
          </a:prstGeom>
          <a:noFill/>
        </p:spPr>
        <p:txBody>
          <a:bodyPr wrap="square" lIns="182880" tIns="146304" rIns="182880" bIns="146304" rtlCol="0">
            <a:spAutoFit/>
          </a:bodyPr>
          <a:lstStyle/>
          <a:p>
            <a:pPr marL="342900" indent="-342900">
              <a:lnSpc>
                <a:spcPct val="90000"/>
              </a:lnSpc>
              <a:spcAft>
                <a:spcPts val="600"/>
              </a:spcAft>
              <a:buFont typeface="Arial" panose="020B0604020202020204" pitchFamily="34" charset="0"/>
              <a:buChar char="•"/>
            </a:pPr>
            <a:r>
              <a:rPr lang="en-US" sz="2400" dirty="0">
                <a:gradFill>
                  <a:gsLst>
                    <a:gs pos="2917">
                      <a:schemeClr val="tx1"/>
                    </a:gs>
                    <a:gs pos="30000">
                      <a:schemeClr val="tx1"/>
                    </a:gs>
                  </a:gsLst>
                  <a:lin ang="5400000" scaled="0"/>
                </a:gradFill>
              </a:rPr>
              <a:t>As a first step of “breaking monolith into </a:t>
            </a:r>
            <a:r>
              <a:rPr lang="en-US" sz="2400" dirty="0" err="1">
                <a:gradFill>
                  <a:gsLst>
                    <a:gs pos="2917">
                      <a:schemeClr val="tx1"/>
                    </a:gs>
                    <a:gs pos="30000">
                      <a:schemeClr val="tx1"/>
                    </a:gs>
                  </a:gsLst>
                  <a:lin ang="5400000" scaled="0"/>
                </a:gradFill>
              </a:rPr>
              <a:t>microservices</a:t>
            </a:r>
            <a:r>
              <a:rPr lang="en-US" sz="2400" dirty="0">
                <a:gradFill>
                  <a:gsLst>
                    <a:gs pos="2917">
                      <a:schemeClr val="tx1"/>
                    </a:gs>
                    <a:gs pos="30000">
                      <a:schemeClr val="tx1"/>
                    </a:gs>
                  </a:gsLst>
                  <a:lin ang="5400000" scaled="0"/>
                </a:gradFill>
              </a:rPr>
              <a:t>” </a:t>
            </a:r>
            <a:r>
              <a:rPr lang="en-US" sz="2400" dirty="0" err="1">
                <a:gradFill>
                  <a:gsLst>
                    <a:gs pos="2917">
                      <a:schemeClr val="tx1"/>
                    </a:gs>
                    <a:gs pos="30000">
                      <a:schemeClr val="tx1"/>
                    </a:gs>
                  </a:gsLst>
                  <a:lin ang="5400000" scaled="0"/>
                </a:gradFill>
              </a:rPr>
              <a:t>journy</a:t>
            </a:r>
            <a:r>
              <a:rPr lang="en-US" sz="2400" dirty="0">
                <a:gradFill>
                  <a:gsLst>
                    <a:gs pos="2917">
                      <a:schemeClr val="tx1"/>
                    </a:gs>
                    <a:gs pos="30000">
                      <a:schemeClr val="tx1"/>
                    </a:gs>
                  </a:gsLst>
                  <a:lin ang="5400000" scaled="0"/>
                </a:gradFill>
              </a:rPr>
              <a:t>.</a:t>
            </a:r>
          </a:p>
          <a:p>
            <a:pPr marL="342900" indent="-342900">
              <a:lnSpc>
                <a:spcPct val="90000"/>
              </a:lnSpc>
              <a:spcAft>
                <a:spcPts val="600"/>
              </a:spcAft>
              <a:buFont typeface="Arial" panose="020B0604020202020204" pitchFamily="34" charset="0"/>
              <a:buChar char="•"/>
            </a:pPr>
            <a:r>
              <a:rPr lang="en-US" sz="2400" dirty="0">
                <a:gradFill>
                  <a:gsLst>
                    <a:gs pos="2917">
                      <a:schemeClr val="tx1"/>
                    </a:gs>
                    <a:gs pos="30000">
                      <a:schemeClr val="tx1"/>
                    </a:gs>
                  </a:gsLst>
                  <a:lin ang="5400000" scaled="0"/>
                </a:gradFill>
              </a:rPr>
              <a:t>Lift and shift migration (+ slightly change) from on-premises to cloud.</a:t>
            </a:r>
          </a:p>
          <a:p>
            <a:pPr marL="342900" indent="-342900">
              <a:lnSpc>
                <a:spcPct val="90000"/>
              </a:lnSpc>
              <a:spcAft>
                <a:spcPts val="600"/>
              </a:spcAft>
              <a:buFont typeface="Arial" panose="020B0604020202020204" pitchFamily="34" charset="0"/>
              <a:buChar char="•"/>
            </a:pPr>
            <a:r>
              <a:rPr lang="en-US" sz="2400" dirty="0">
                <a:gradFill>
                  <a:gsLst>
                    <a:gs pos="2917">
                      <a:schemeClr val="tx1"/>
                    </a:gs>
                    <a:gs pos="30000">
                      <a:schemeClr val="tx1"/>
                    </a:gs>
                  </a:gsLst>
                  <a:lin ang="5400000" scaled="0"/>
                </a:gradFill>
              </a:rPr>
              <a:t>Lower cost by employing high density deployment.</a:t>
            </a:r>
          </a:p>
          <a:p>
            <a:pPr marL="342900" indent="-342900">
              <a:lnSpc>
                <a:spcPct val="90000"/>
              </a:lnSpc>
              <a:spcAft>
                <a:spcPts val="600"/>
              </a:spcAft>
              <a:buFont typeface="Arial" panose="020B0604020202020204" pitchFamily="34" charset="0"/>
              <a:buChar char="•"/>
            </a:pPr>
            <a:r>
              <a:rPr lang="en-US" sz="2400" dirty="0">
                <a:gradFill>
                  <a:gsLst>
                    <a:gs pos="2917">
                      <a:schemeClr val="tx1"/>
                    </a:gs>
                    <a:gs pos="30000">
                      <a:schemeClr val="tx1"/>
                    </a:gs>
                  </a:gsLst>
                  <a:lin ang="5400000" scaled="0"/>
                </a:gradFill>
              </a:rPr>
              <a:t>A balanced choice between PaaS and IaaS.</a:t>
            </a:r>
          </a:p>
          <a:p>
            <a:pPr marL="342900" indent="-342900">
              <a:lnSpc>
                <a:spcPct val="90000"/>
              </a:lnSpc>
              <a:spcAft>
                <a:spcPts val="600"/>
              </a:spcAft>
              <a:buFont typeface="Arial" panose="020B0604020202020204" pitchFamily="34" charset="0"/>
              <a:buChar char="•"/>
            </a:pPr>
            <a:r>
              <a:rPr lang="en-US" sz="2400" dirty="0">
                <a:gradFill>
                  <a:gsLst>
                    <a:gs pos="2917">
                      <a:schemeClr val="tx1"/>
                    </a:gs>
                    <a:gs pos="30000">
                      <a:schemeClr val="tx1"/>
                    </a:gs>
                  </a:gsLst>
                  <a:lin ang="5400000" scaled="0"/>
                </a:gradFill>
              </a:rPr>
              <a:t>Note: Service Fabric runs everywhere, supporting</a:t>
            </a:r>
          </a:p>
          <a:p>
            <a:pPr marL="809271" lvl="1" indent="-342900">
              <a:lnSpc>
                <a:spcPct val="90000"/>
              </a:lnSpc>
              <a:spcAft>
                <a:spcPts val="600"/>
              </a:spcAft>
              <a:buFont typeface="Arial" panose="020B0604020202020204" pitchFamily="34" charset="0"/>
              <a:buChar char="•"/>
            </a:pPr>
            <a:r>
              <a:rPr lang="en-US" sz="2400" dirty="0">
                <a:gradFill>
                  <a:gsLst>
                    <a:gs pos="2917">
                      <a:schemeClr val="tx1"/>
                    </a:gs>
                    <a:gs pos="30000">
                      <a:schemeClr val="tx1"/>
                    </a:gs>
                  </a:gsLst>
                  <a:lin ang="5400000" scaled="0"/>
                </a:gradFill>
              </a:rPr>
              <a:t>Azure.</a:t>
            </a:r>
          </a:p>
          <a:p>
            <a:pPr marL="809271" lvl="1" indent="-342900">
              <a:lnSpc>
                <a:spcPct val="90000"/>
              </a:lnSpc>
              <a:spcAft>
                <a:spcPts val="600"/>
              </a:spcAft>
              <a:buFont typeface="Arial" panose="020B0604020202020204" pitchFamily="34" charset="0"/>
              <a:buChar char="•"/>
            </a:pPr>
            <a:r>
              <a:rPr lang="en-US" sz="2400" dirty="0">
                <a:gradFill>
                  <a:gsLst>
                    <a:gs pos="2917">
                      <a:schemeClr val="tx1"/>
                    </a:gs>
                    <a:gs pos="30000">
                      <a:schemeClr val="tx1"/>
                    </a:gs>
                  </a:gsLst>
                  <a:lin ang="5400000" scaled="0"/>
                </a:gradFill>
              </a:rPr>
              <a:t>On Prem.</a:t>
            </a:r>
          </a:p>
          <a:p>
            <a:pPr marL="809271" lvl="1" indent="-342900">
              <a:lnSpc>
                <a:spcPct val="90000"/>
              </a:lnSpc>
              <a:spcAft>
                <a:spcPts val="600"/>
              </a:spcAft>
              <a:buFont typeface="Arial" panose="020B0604020202020204" pitchFamily="34" charset="0"/>
              <a:buChar char="•"/>
            </a:pPr>
            <a:r>
              <a:rPr lang="en-US" sz="2400" dirty="0">
                <a:gradFill>
                  <a:gsLst>
                    <a:gs pos="2917">
                      <a:schemeClr val="tx1"/>
                    </a:gs>
                    <a:gs pos="30000">
                      <a:schemeClr val="tx1"/>
                    </a:gs>
                  </a:gsLst>
                  <a:lin ang="5400000" scaled="0"/>
                </a:gradFill>
              </a:rPr>
              <a:t>On other public clouds.</a:t>
            </a:r>
          </a:p>
          <a:p>
            <a:pPr marL="342900" indent="-342900">
              <a:lnSpc>
                <a:spcPct val="90000"/>
              </a:lnSpc>
              <a:spcAft>
                <a:spcPts val="600"/>
              </a:spcAft>
              <a:buFont typeface="Arial" panose="020B0604020202020204" pitchFamily="34" charset="0"/>
              <a:buChar char="•"/>
            </a:pPr>
            <a:endParaRPr lang="en-US" sz="2400" dirty="0">
              <a:gradFill>
                <a:gsLst>
                  <a:gs pos="2917">
                    <a:schemeClr val="tx1"/>
                  </a:gs>
                  <a:gs pos="30000">
                    <a:schemeClr val="tx1"/>
                  </a:gs>
                </a:gsLst>
                <a:lin ang="5400000" scaled="0"/>
              </a:gradFill>
            </a:endParaRPr>
          </a:p>
          <a:p>
            <a:pPr marL="342900" indent="-342900">
              <a:lnSpc>
                <a:spcPct val="90000"/>
              </a:lnSpc>
              <a:spcAft>
                <a:spcPts val="600"/>
              </a:spcAft>
              <a:buFont typeface="Arial" panose="020B0604020202020204" pitchFamily="34" charset="0"/>
              <a:buChar char="•"/>
            </a:pPr>
            <a:endParaRPr lang="en-US" sz="2400" dirty="0">
              <a:gradFill>
                <a:gsLst>
                  <a:gs pos="2917">
                    <a:schemeClr val="tx1"/>
                  </a:gs>
                  <a:gs pos="30000">
                    <a:schemeClr val="tx1"/>
                  </a:gs>
                </a:gsLst>
                <a:lin ang="5400000" scaled="0"/>
              </a:gradFill>
            </a:endParaRPr>
          </a:p>
        </p:txBody>
      </p:sp>
    </p:spTree>
    <p:extLst>
      <p:ext uri="{BB962C8B-B14F-4D97-AF65-F5344CB8AC3E}">
        <p14:creationId xmlns:p14="http://schemas.microsoft.com/office/powerpoint/2010/main" val="3562269219"/>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Migration From Cloud Services</a:t>
            </a:r>
          </a:p>
        </p:txBody>
      </p:sp>
    </p:spTree>
    <p:extLst>
      <p:ext uri="{BB962C8B-B14F-4D97-AF65-F5344CB8AC3E}">
        <p14:creationId xmlns:p14="http://schemas.microsoft.com/office/powerpoint/2010/main" val="136914001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Cloud Services to Service Fabric Migration Paths</a:t>
            </a:r>
          </a:p>
        </p:txBody>
      </p:sp>
      <p:graphicFrame>
        <p:nvGraphicFramePr>
          <p:cNvPr id="2" name="Table 1"/>
          <p:cNvGraphicFramePr>
            <a:graphicFrameLocks noGrp="1"/>
          </p:cNvGraphicFramePr>
          <p:nvPr>
            <p:extLst>
              <p:ext uri="{D42A27DB-BD31-4B8C-83A1-F6EECF244321}">
                <p14:modId xmlns:p14="http://schemas.microsoft.com/office/powerpoint/2010/main" val="3100733374"/>
              </p:ext>
            </p:extLst>
          </p:nvPr>
        </p:nvGraphicFramePr>
        <p:xfrm>
          <a:off x="503237" y="1820862"/>
          <a:ext cx="11621754" cy="4546600"/>
        </p:xfrm>
        <a:graphic>
          <a:graphicData uri="http://schemas.openxmlformats.org/drawingml/2006/table">
            <a:tbl>
              <a:tblPr firstRow="1" bandRow="1">
                <a:tableStyleId>{7DF18680-E054-41AD-8BC1-D1AEF772440D}</a:tableStyleId>
              </a:tblPr>
              <a:tblGrid>
                <a:gridCol w="1487154">
                  <a:extLst>
                    <a:ext uri="{9D8B030D-6E8A-4147-A177-3AD203B41FA5}">
                      <a16:colId xmlns:a16="http://schemas.microsoft.com/office/drawing/2014/main" xmlns="" val="20000"/>
                    </a:ext>
                  </a:extLst>
                </a:gridCol>
                <a:gridCol w="6260682">
                  <a:extLst>
                    <a:ext uri="{9D8B030D-6E8A-4147-A177-3AD203B41FA5}">
                      <a16:colId xmlns:a16="http://schemas.microsoft.com/office/drawing/2014/main" xmlns="" val="20001"/>
                    </a:ext>
                  </a:extLst>
                </a:gridCol>
                <a:gridCol w="3873918">
                  <a:extLst>
                    <a:ext uri="{9D8B030D-6E8A-4147-A177-3AD203B41FA5}">
                      <a16:colId xmlns:a16="http://schemas.microsoft.com/office/drawing/2014/main" xmlns="" val="20002"/>
                    </a:ext>
                  </a:extLst>
                </a:gridCol>
              </a:tblGrid>
              <a:tr h="370840">
                <a:tc>
                  <a:txBody>
                    <a:bodyPr/>
                    <a:lstStyle/>
                    <a:p>
                      <a:r>
                        <a:rPr lang="en-US" dirty="0"/>
                        <a:t>From</a:t>
                      </a:r>
                    </a:p>
                  </a:txBody>
                  <a:tcPr/>
                </a:tc>
                <a:tc>
                  <a:txBody>
                    <a:bodyPr/>
                    <a:lstStyle/>
                    <a:p>
                      <a:r>
                        <a:rPr lang="en-US" dirty="0"/>
                        <a:t>To Guest</a:t>
                      </a:r>
                      <a:r>
                        <a:rPr lang="en-US" baseline="0" dirty="0"/>
                        <a:t> Executable</a:t>
                      </a:r>
                      <a:endParaRPr lang="en-US" dirty="0"/>
                    </a:p>
                  </a:txBody>
                  <a:tcPr/>
                </a:tc>
                <a:tc>
                  <a:txBody>
                    <a:bodyPr/>
                    <a:lstStyle/>
                    <a:p>
                      <a:r>
                        <a:rPr lang="en-US" dirty="0"/>
                        <a:t>To SDK Application</a:t>
                      </a:r>
                    </a:p>
                  </a:txBody>
                  <a:tcPr/>
                </a:tc>
                <a:extLst>
                  <a:ext uri="{0D108BD9-81ED-4DB2-BD59-A6C34878D82A}">
                    <a16:rowId xmlns:a16="http://schemas.microsoft.com/office/drawing/2014/main" xmlns="" val="10000"/>
                  </a:ext>
                </a:extLst>
              </a:tr>
              <a:tr h="370840">
                <a:tc>
                  <a:txBody>
                    <a:bodyPr/>
                    <a:lstStyle/>
                    <a:p>
                      <a:r>
                        <a:rPr lang="en-US" sz="1600" dirty="0"/>
                        <a:t>Worker Roles</a:t>
                      </a:r>
                    </a:p>
                  </a:txBody>
                  <a:tcPr/>
                </a:tc>
                <a:tc>
                  <a:txBody>
                    <a:bodyPr/>
                    <a:lstStyle/>
                    <a:p>
                      <a:r>
                        <a:rPr lang="en-US" sz="1600" dirty="0"/>
                        <a:t>Wrap your “code” in executable</a:t>
                      </a:r>
                      <a:r>
                        <a:rPr lang="en-US" sz="1600" baseline="0" dirty="0"/>
                        <a:t> and re-deploy as Guest Executable to Service Fabric </a:t>
                      </a:r>
                      <a:endParaRPr lang="en-US" sz="1600" dirty="0"/>
                    </a:p>
                  </a:txBody>
                  <a:tcPr/>
                </a:tc>
                <a:tc>
                  <a:txBody>
                    <a:bodyPr/>
                    <a:lstStyle/>
                    <a:p>
                      <a:r>
                        <a:rPr lang="en-US" sz="1600" dirty="0"/>
                        <a:t>Re-write taking advantages of Service Fabric</a:t>
                      </a:r>
                      <a:r>
                        <a:rPr lang="en-US" sz="1600" baseline="0" dirty="0"/>
                        <a:t> </a:t>
                      </a:r>
                      <a:r>
                        <a:rPr lang="en-US" sz="1600" dirty="0"/>
                        <a:t>SDK. </a:t>
                      </a:r>
                    </a:p>
                  </a:txBody>
                  <a:tcPr/>
                </a:tc>
                <a:extLst>
                  <a:ext uri="{0D108BD9-81ED-4DB2-BD59-A6C34878D82A}">
                    <a16:rowId xmlns:a16="http://schemas.microsoft.com/office/drawing/2014/main" xmlns="" val="10001"/>
                  </a:ext>
                </a:extLst>
              </a:tr>
              <a:tr h="370840">
                <a:tc>
                  <a:txBody>
                    <a:bodyPr/>
                    <a:lstStyle/>
                    <a:p>
                      <a:r>
                        <a:rPr lang="en-US" sz="1600" dirty="0"/>
                        <a:t>Web Roles</a:t>
                      </a:r>
                    </a:p>
                  </a:txBody>
                  <a:tcPr/>
                </a:tc>
                <a:tc>
                  <a:txBody>
                    <a:bodyPr/>
                    <a:lstStyle/>
                    <a:p>
                      <a:r>
                        <a:rPr lang="en-US" sz="1600" dirty="0"/>
                        <a:t>Wrap your “code” in executable</a:t>
                      </a:r>
                      <a:r>
                        <a:rPr lang="en-US" sz="1600" baseline="0" dirty="0"/>
                        <a:t> and re-deploy as guest executables. </a:t>
                      </a:r>
                      <a:r>
                        <a:rPr lang="en-US" sz="1600" i="1" baseline="0" dirty="0"/>
                        <a:t>Keep in mind that there is no “IIS” on top of service fabric</a:t>
                      </a:r>
                      <a:r>
                        <a:rPr lang="en-US" sz="1600" baseline="0" dirty="0"/>
                        <a:t>. Use in-proc web servers/listeners (note: ASP.NET &lt; 4.6.2 will not work, MVC Web API will). </a:t>
                      </a:r>
                    </a:p>
                    <a:p>
                      <a:endParaRPr lang="en-US" sz="1600" baseline="0" dirty="0"/>
                    </a:p>
                  </a:txBody>
                  <a:tcPr/>
                </a:tc>
                <a:tc>
                  <a:txBody>
                    <a:bodyPr/>
                    <a:lstStyle/>
                    <a:p>
                      <a:r>
                        <a:rPr lang="en-US" sz="1600" dirty="0"/>
                        <a:t>Re-write taking advantages of Service Fabric</a:t>
                      </a:r>
                      <a:r>
                        <a:rPr lang="en-US" sz="1600" baseline="0" dirty="0"/>
                        <a:t> </a:t>
                      </a:r>
                      <a:r>
                        <a:rPr lang="en-US" sz="1600" dirty="0"/>
                        <a:t>SDK. </a:t>
                      </a:r>
                    </a:p>
                  </a:txBody>
                  <a:tcPr/>
                </a:tc>
                <a:extLst>
                  <a:ext uri="{0D108BD9-81ED-4DB2-BD59-A6C34878D82A}">
                    <a16:rowId xmlns:a16="http://schemas.microsoft.com/office/drawing/2014/main" xmlns="" val="10002"/>
                  </a:ext>
                </a:extLst>
              </a:tr>
              <a:tr h="370840">
                <a:tc>
                  <a:txBody>
                    <a:bodyPr/>
                    <a:lstStyle/>
                    <a:p>
                      <a:r>
                        <a:rPr lang="en-US" sz="1600" dirty="0"/>
                        <a:t>Notes on Both</a:t>
                      </a:r>
                    </a:p>
                  </a:txBody>
                  <a:tcPr/>
                </a:tc>
                <a:tc>
                  <a:txBody>
                    <a:bodyPr/>
                    <a:lstStyle/>
                    <a:p>
                      <a:pPr marL="342900" marR="0" indent="-342900" algn="l" defTabSz="932742" rtl="0" eaLnBrk="1" fontAlgn="auto" latinLnBrk="0" hangingPunct="1">
                        <a:lnSpc>
                          <a:spcPct val="100000"/>
                        </a:lnSpc>
                        <a:spcBef>
                          <a:spcPts val="0"/>
                        </a:spcBef>
                        <a:spcAft>
                          <a:spcPts val="0"/>
                        </a:spcAft>
                        <a:buClrTx/>
                        <a:buSzTx/>
                        <a:buFont typeface="+mj-lt"/>
                        <a:buAutoNum type="arabicPeriod"/>
                        <a:tabLst/>
                        <a:defRPr/>
                      </a:pPr>
                      <a:r>
                        <a:rPr lang="en-US" sz="1600" baseline="0" dirty="0"/>
                        <a:t>Use SetupEntryPoint to mechanically prepare nodes for apps.</a:t>
                      </a:r>
                    </a:p>
                    <a:p>
                      <a:pPr marL="342900" marR="0" indent="-342900" algn="l" defTabSz="932742" rtl="0" eaLnBrk="1" fontAlgn="auto" latinLnBrk="0" hangingPunct="1">
                        <a:lnSpc>
                          <a:spcPct val="100000"/>
                        </a:lnSpc>
                        <a:spcBef>
                          <a:spcPts val="0"/>
                        </a:spcBef>
                        <a:spcAft>
                          <a:spcPts val="0"/>
                        </a:spcAft>
                        <a:buClrTx/>
                        <a:buSzTx/>
                        <a:buFont typeface="+mj-lt"/>
                        <a:buAutoNum type="arabicPeriod"/>
                        <a:tabLst/>
                        <a:defRPr/>
                      </a:pPr>
                      <a:r>
                        <a:rPr lang="en-US" sz="1600" baseline="0" dirty="0"/>
                        <a:t>Use Service Fabric versioned “Configuration” and “Data” packages to consistently manage them.  </a:t>
                      </a:r>
                    </a:p>
                    <a:p>
                      <a:pPr marL="342900" marR="0" indent="-342900" algn="l" defTabSz="932742" rtl="0" eaLnBrk="1" fontAlgn="auto" latinLnBrk="0" hangingPunct="1">
                        <a:lnSpc>
                          <a:spcPct val="100000"/>
                        </a:lnSpc>
                        <a:spcBef>
                          <a:spcPts val="0"/>
                        </a:spcBef>
                        <a:spcAft>
                          <a:spcPts val="0"/>
                        </a:spcAft>
                        <a:buClrTx/>
                        <a:buSzTx/>
                        <a:buFont typeface="+mj-lt"/>
                        <a:buAutoNum type="arabicPeriod"/>
                        <a:tabLst/>
                        <a:defRPr/>
                      </a:pPr>
                      <a:r>
                        <a:rPr lang="en-US" sz="1600" baseline="0" dirty="0"/>
                        <a:t>Each application is a “complete” package that includes everything the app needs to run.</a:t>
                      </a:r>
                    </a:p>
                    <a:p>
                      <a:pPr marL="342900" marR="0" indent="-342900" algn="l" defTabSz="932742" rtl="0" eaLnBrk="1" fontAlgn="auto" latinLnBrk="0" hangingPunct="1">
                        <a:lnSpc>
                          <a:spcPct val="100000"/>
                        </a:lnSpc>
                        <a:spcBef>
                          <a:spcPts val="0"/>
                        </a:spcBef>
                        <a:spcAft>
                          <a:spcPts val="0"/>
                        </a:spcAft>
                        <a:buClrTx/>
                        <a:buSzTx/>
                        <a:buFont typeface="+mj-lt"/>
                        <a:buAutoNum type="arabicPeriod"/>
                        <a:tabLst/>
                        <a:defRPr/>
                      </a:pPr>
                      <a:r>
                        <a:rPr lang="en-US" sz="1600" baseline="0" dirty="0"/>
                        <a:t>No Azure Environment Emulation/Vars/SDK. No role lifetime management for guest executables (i.e. no OnRun/OnRunAsync). </a:t>
                      </a:r>
                    </a:p>
                    <a:p>
                      <a:pPr marL="342900" marR="0" indent="-342900" algn="l" defTabSz="932742" rtl="0" eaLnBrk="1" fontAlgn="auto" latinLnBrk="0" hangingPunct="1">
                        <a:lnSpc>
                          <a:spcPct val="100000"/>
                        </a:lnSpc>
                        <a:spcBef>
                          <a:spcPts val="0"/>
                        </a:spcBef>
                        <a:spcAft>
                          <a:spcPts val="0"/>
                        </a:spcAft>
                        <a:buClrTx/>
                        <a:buSzTx/>
                        <a:buFont typeface="+mj-lt"/>
                        <a:buAutoNum type="arabicPeriod"/>
                        <a:tabLst/>
                        <a:defRPr/>
                      </a:pPr>
                      <a:r>
                        <a:rPr lang="en-US" sz="1600" baseline="0" dirty="0"/>
                        <a:t>Plan for multiple apps instances on same server.</a:t>
                      </a:r>
                    </a:p>
                  </a:txBody>
                  <a:tcPr/>
                </a:tc>
                <a:tc>
                  <a:txBody>
                    <a:bodyPr/>
                    <a:lstStyle/>
                    <a:p>
                      <a:r>
                        <a:rPr lang="en-US" sz="1600" dirty="0"/>
                        <a:t>+ Follow </a:t>
                      </a:r>
                      <a:r>
                        <a:rPr lang="en-US" sz="1600" dirty="0">
                          <a:hlinkClick r:id="rId3"/>
                        </a:rPr>
                        <a:t>https://azure.microsoft.com/en-us/documentation/articles/service-fabric-cloud-services-migration-worker-role-stateless-service/</a:t>
                      </a:r>
                      <a:r>
                        <a:rPr lang="en-US" sz="1600" dirty="0"/>
                        <a:t> for details</a:t>
                      </a:r>
                      <a:r>
                        <a:rPr lang="en-US" sz="1600" baseline="0" dirty="0"/>
                        <a:t> on migration.</a:t>
                      </a:r>
                      <a:endParaRPr lang="en-US" sz="1600" dirty="0"/>
                    </a:p>
                  </a:txBody>
                  <a:tcPr/>
                </a:tc>
                <a:extLst>
                  <a:ext uri="{0D108BD9-81ED-4DB2-BD59-A6C34878D82A}">
                    <a16:rowId xmlns:a16="http://schemas.microsoft.com/office/drawing/2014/main" xmlns="" val="10003"/>
                  </a:ext>
                </a:extLst>
              </a:tr>
            </a:tbl>
          </a:graphicData>
        </a:graphic>
      </p:graphicFrame>
    </p:spTree>
    <p:extLst>
      <p:ext uri="{BB962C8B-B14F-4D97-AF65-F5344CB8AC3E}">
        <p14:creationId xmlns:p14="http://schemas.microsoft.com/office/powerpoint/2010/main" val="267416327"/>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Preparing Service Fabric nodes for your App</a:t>
            </a:r>
          </a:p>
        </p:txBody>
      </p:sp>
      <p:sp>
        <p:nvSpPr>
          <p:cNvPr id="4" name="Text Placeholder 3"/>
          <p:cNvSpPr>
            <a:spLocks noGrp="1"/>
          </p:cNvSpPr>
          <p:nvPr>
            <p:ph type="body" sz="quarter" idx="10"/>
          </p:nvPr>
        </p:nvSpPr>
        <p:spPr/>
        <p:txBody>
          <a:bodyPr/>
          <a:lstStyle/>
          <a:p>
            <a:endParaRPr lang="en-US" dirty="0"/>
          </a:p>
          <a:p>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681465968"/>
              </p:ext>
            </p:extLst>
          </p:nvPr>
        </p:nvGraphicFramePr>
        <p:xfrm>
          <a:off x="579437" y="1311060"/>
          <a:ext cx="10896600" cy="4572000"/>
        </p:xfrm>
        <a:graphic>
          <a:graphicData uri="http://schemas.openxmlformats.org/drawingml/2006/table">
            <a:tbl>
              <a:tblPr firstRow="1" bandRow="1">
                <a:tableStyleId>{7DF18680-E054-41AD-8BC1-D1AEF772440D}</a:tableStyleId>
              </a:tblPr>
              <a:tblGrid>
                <a:gridCol w="1066800">
                  <a:extLst>
                    <a:ext uri="{9D8B030D-6E8A-4147-A177-3AD203B41FA5}">
                      <a16:colId xmlns:a16="http://schemas.microsoft.com/office/drawing/2014/main" xmlns="" val="20000"/>
                    </a:ext>
                  </a:extLst>
                </a:gridCol>
                <a:gridCol w="3276600">
                  <a:extLst>
                    <a:ext uri="{9D8B030D-6E8A-4147-A177-3AD203B41FA5}">
                      <a16:colId xmlns:a16="http://schemas.microsoft.com/office/drawing/2014/main" xmlns="" val="20001"/>
                    </a:ext>
                  </a:extLst>
                </a:gridCol>
                <a:gridCol w="3829050">
                  <a:extLst>
                    <a:ext uri="{9D8B030D-6E8A-4147-A177-3AD203B41FA5}">
                      <a16:colId xmlns:a16="http://schemas.microsoft.com/office/drawing/2014/main" xmlns="" val="20002"/>
                    </a:ext>
                  </a:extLst>
                </a:gridCol>
                <a:gridCol w="2724150">
                  <a:extLst>
                    <a:ext uri="{9D8B030D-6E8A-4147-A177-3AD203B41FA5}">
                      <a16:colId xmlns:a16="http://schemas.microsoft.com/office/drawing/2014/main" xmlns="" val="20003"/>
                    </a:ext>
                  </a:extLst>
                </a:gridCol>
              </a:tblGrid>
              <a:tr h="370840">
                <a:tc>
                  <a:txBody>
                    <a:bodyPr/>
                    <a:lstStyle/>
                    <a:p>
                      <a:endParaRPr lang="en-US" sz="1600" baseline="0" dirty="0"/>
                    </a:p>
                  </a:txBody>
                  <a:tcPr/>
                </a:tc>
                <a:tc>
                  <a:txBody>
                    <a:bodyPr/>
                    <a:lstStyle/>
                    <a:p>
                      <a:r>
                        <a:rPr lang="en-US" dirty="0"/>
                        <a:t>Use App Packages</a:t>
                      </a:r>
                    </a:p>
                    <a:p>
                      <a:endParaRPr lang="en-US" dirty="0"/>
                    </a:p>
                    <a:p>
                      <a:r>
                        <a:rPr lang="en-US" sz="1400" dirty="0"/>
                        <a:t>Package all application + runtime on</a:t>
                      </a:r>
                      <a:r>
                        <a:rPr lang="en-US" sz="1400" baseline="0" dirty="0"/>
                        <a:t> a single deployable package (use </a:t>
                      </a:r>
                      <a:r>
                        <a:rPr lang="en-US" sz="1400" baseline="0" dirty="0" err="1"/>
                        <a:t>SetupEntry</a:t>
                      </a:r>
                      <a:r>
                        <a:rPr lang="en-US" sz="1400" baseline="0" dirty="0"/>
                        <a:t> point for any pre work).</a:t>
                      </a:r>
                    </a:p>
                  </a:txBody>
                  <a:tcPr/>
                </a:tc>
                <a:tc>
                  <a:txBody>
                    <a:bodyPr/>
                    <a:lstStyle/>
                    <a:p>
                      <a:r>
                        <a:rPr lang="en-US" dirty="0"/>
                        <a:t>Use</a:t>
                      </a:r>
                      <a:r>
                        <a:rPr lang="en-US" baseline="0" dirty="0"/>
                        <a:t> Scripts in Setup </a:t>
                      </a:r>
                      <a:r>
                        <a:rPr lang="en-US" baseline="0" dirty="0" err="1"/>
                        <a:t>EntryPoint</a:t>
                      </a:r>
                      <a:endParaRPr lang="en-US" baseline="0" dirty="0"/>
                    </a:p>
                    <a:p>
                      <a:endParaRPr lang="en-US" baseline="0" dirty="0"/>
                    </a:p>
                    <a:p>
                      <a:r>
                        <a:rPr lang="en-US" sz="1400" b="1" kern="1200" dirty="0">
                          <a:solidFill>
                            <a:schemeClr val="lt1"/>
                          </a:solidFill>
                          <a:latin typeface="+mn-lt"/>
                          <a:ea typeface="+mn-ea"/>
                          <a:cs typeface="+mn-cs"/>
                        </a:rPr>
                        <a:t>Use PowerShell scripts to download and install runtime</a:t>
                      </a:r>
                    </a:p>
                  </a:txBody>
                  <a:tcPr/>
                </a:tc>
                <a:tc>
                  <a:txBody>
                    <a:bodyPr/>
                    <a:lstStyle/>
                    <a:p>
                      <a:r>
                        <a:rPr lang="en-US" dirty="0"/>
                        <a:t>Use Azure</a:t>
                      </a:r>
                      <a:r>
                        <a:rPr lang="en-US" baseline="0" dirty="0"/>
                        <a:t> VM Agent</a:t>
                      </a:r>
                    </a:p>
                    <a:p>
                      <a:endParaRPr lang="en-US" baseline="0" dirty="0"/>
                    </a:p>
                    <a:p>
                      <a:r>
                        <a:rPr lang="en-US" sz="1400" baseline="0" dirty="0"/>
                        <a:t>Bootstrap upon provisioning</a:t>
                      </a:r>
                      <a:endParaRPr lang="en-US" sz="1400" dirty="0"/>
                    </a:p>
                  </a:txBody>
                  <a:tcPr/>
                </a:tc>
                <a:extLst>
                  <a:ext uri="{0D108BD9-81ED-4DB2-BD59-A6C34878D82A}">
                    <a16:rowId xmlns:a16="http://schemas.microsoft.com/office/drawing/2014/main" xmlns="" val="10000"/>
                  </a:ext>
                </a:extLst>
              </a:tr>
              <a:tr h="370840">
                <a:tc>
                  <a:txBody>
                    <a:bodyPr/>
                    <a:lstStyle/>
                    <a:p>
                      <a:pPr marL="0" indent="0">
                        <a:buFont typeface="Arial" charset="0"/>
                        <a:buNone/>
                      </a:pPr>
                      <a:r>
                        <a:rPr lang="en-US" dirty="0"/>
                        <a:t>Pros</a:t>
                      </a:r>
                    </a:p>
                  </a:txBody>
                  <a:tcPr/>
                </a:tc>
                <a:tc>
                  <a:txBody>
                    <a:bodyPr/>
                    <a:lstStyle/>
                    <a:p>
                      <a:pPr marL="285750" indent="-285750">
                        <a:buFont typeface="Arial" charset="0"/>
                        <a:buChar char="•"/>
                      </a:pPr>
                      <a:r>
                        <a:rPr lang="en-US" dirty="0"/>
                        <a:t>Service Fabric</a:t>
                      </a:r>
                      <a:r>
                        <a:rPr lang="en-US" baseline="0" dirty="0"/>
                        <a:t> tooling. </a:t>
                      </a:r>
                    </a:p>
                    <a:p>
                      <a:pPr marL="285750" indent="-285750">
                        <a:buFont typeface="Arial" charset="0"/>
                        <a:buChar char="•"/>
                      </a:pPr>
                      <a:r>
                        <a:rPr lang="en-US" baseline="0" dirty="0"/>
                        <a:t>Runtime has no footprint on nodes.</a:t>
                      </a:r>
                      <a:endParaRPr lang="en-US" dirty="0"/>
                    </a:p>
                  </a:txBody>
                  <a:tcPr/>
                </a:tc>
                <a:tc>
                  <a:txBody>
                    <a:bodyPr/>
                    <a:lstStyle/>
                    <a:p>
                      <a:pPr marL="285750" indent="-285750">
                        <a:buFont typeface="Arial" charset="0"/>
                        <a:buChar char="•"/>
                      </a:pPr>
                      <a:r>
                        <a:rPr lang="en-US" dirty="0"/>
                        <a:t>Service</a:t>
                      </a:r>
                      <a:r>
                        <a:rPr lang="en-US" baseline="0" dirty="0"/>
                        <a:t> Fabric tooling.</a:t>
                      </a:r>
                    </a:p>
                    <a:p>
                      <a:pPr marL="285750" indent="-285750">
                        <a:buFont typeface="Arial" charset="0"/>
                        <a:buChar char="•"/>
                      </a:pPr>
                      <a:r>
                        <a:rPr lang="en-US" baseline="0" dirty="0"/>
                        <a:t>Smaller Packages.</a:t>
                      </a:r>
                    </a:p>
                    <a:p>
                      <a:pPr marL="285750" indent="-285750">
                        <a:buFont typeface="Arial" charset="0"/>
                        <a:buChar char="•"/>
                      </a:pPr>
                      <a:r>
                        <a:rPr lang="en-US" baseline="0" dirty="0"/>
                        <a:t>Can be used to be upgrade runtime.</a:t>
                      </a:r>
                      <a:endParaRPr lang="en-US" dirty="0"/>
                    </a:p>
                  </a:txBody>
                  <a:tcPr/>
                </a:tc>
                <a:tc>
                  <a:txBody>
                    <a:bodyPr/>
                    <a:lstStyle/>
                    <a:p>
                      <a:pPr marL="285750" indent="-285750">
                        <a:buFont typeface="Arial" charset="0"/>
                        <a:buChar char="•"/>
                      </a:pPr>
                      <a:r>
                        <a:rPr lang="en-US" baseline="0" dirty="0"/>
                        <a:t>Familiar tooling.</a:t>
                      </a:r>
                    </a:p>
                    <a:p>
                      <a:pPr marL="285750" indent="-285750">
                        <a:buFont typeface="Arial" charset="0"/>
                        <a:buChar char="•"/>
                      </a:pPr>
                      <a:r>
                        <a:rPr lang="en-US" baseline="0" dirty="0"/>
                        <a:t>Good for node wide configuration.</a:t>
                      </a:r>
                      <a:endParaRPr lang="en-US" dirty="0"/>
                    </a:p>
                  </a:txBody>
                  <a:tcPr/>
                </a:tc>
                <a:extLst>
                  <a:ext uri="{0D108BD9-81ED-4DB2-BD59-A6C34878D82A}">
                    <a16:rowId xmlns:a16="http://schemas.microsoft.com/office/drawing/2014/main" xmlns="" val="10001"/>
                  </a:ext>
                </a:extLst>
              </a:tr>
              <a:tr h="370840">
                <a:tc>
                  <a:txBody>
                    <a:bodyPr/>
                    <a:lstStyle/>
                    <a:p>
                      <a:pPr marL="0" indent="0">
                        <a:buFont typeface="Arial" charset="0"/>
                        <a:buNone/>
                      </a:pPr>
                      <a:r>
                        <a:rPr lang="en-US" dirty="0"/>
                        <a:t>Cons</a:t>
                      </a:r>
                    </a:p>
                  </a:txBody>
                  <a:tcPr/>
                </a:tc>
                <a:tc>
                  <a:txBody>
                    <a:bodyPr/>
                    <a:lstStyle/>
                    <a:p>
                      <a:pPr marL="285750" indent="-285750">
                        <a:buFont typeface="Arial" charset="0"/>
                        <a:buChar char="•"/>
                      </a:pPr>
                      <a:r>
                        <a:rPr lang="en-US" dirty="0"/>
                        <a:t>Large application package takes longer to deploy.</a:t>
                      </a:r>
                    </a:p>
                    <a:p>
                      <a:pPr marL="285750" indent="-285750">
                        <a:buFont typeface="Arial" charset="0"/>
                        <a:buChar char="•"/>
                      </a:pPr>
                      <a:r>
                        <a:rPr lang="en-US" dirty="0"/>
                        <a:t>Possible complexity with multiple versions of the runtime running together.</a:t>
                      </a:r>
                    </a:p>
                  </a:txBody>
                  <a:tcPr/>
                </a:tc>
                <a:tc>
                  <a:txBody>
                    <a:bodyPr/>
                    <a:lstStyle/>
                    <a:p>
                      <a:pPr marL="285750" indent="-285750">
                        <a:buFont typeface="Arial" charset="0"/>
                        <a:buChar char="•"/>
                      </a:pPr>
                      <a:r>
                        <a:rPr lang="en-US" dirty="0"/>
                        <a:t>Complex scripts</a:t>
                      </a:r>
                      <a:r>
                        <a:rPr lang="en-US" baseline="0" dirty="0"/>
                        <a:t> to write (consider idempotent + concurrent deployment).</a:t>
                      </a:r>
                      <a:endParaRPr lang="en-US" dirty="0"/>
                    </a:p>
                  </a:txBody>
                  <a:tcPr/>
                </a:tc>
                <a:tc>
                  <a:txBody>
                    <a:bodyPr/>
                    <a:lstStyle/>
                    <a:p>
                      <a:pPr marL="285750" indent="-285750">
                        <a:buFont typeface="Arial" charset="0"/>
                        <a:buChar char="•"/>
                      </a:pPr>
                      <a:r>
                        <a:rPr lang="en-US" dirty="0"/>
                        <a:t>Consider</a:t>
                      </a:r>
                      <a:r>
                        <a:rPr lang="en-US" baseline="0" dirty="0"/>
                        <a:t> future </a:t>
                      </a:r>
                      <a:r>
                        <a:rPr lang="en-US" baseline="0" dirty="0" err="1"/>
                        <a:t>config</a:t>
                      </a:r>
                      <a:r>
                        <a:rPr lang="en-US" baseline="0" dirty="0"/>
                        <a:t> changes or upgrades (may require reimaging the node).</a:t>
                      </a:r>
                      <a:endParaRPr lang="en-US" dirty="0"/>
                    </a:p>
                  </a:txBody>
                  <a:tcPr/>
                </a:tc>
                <a:extLst>
                  <a:ext uri="{0D108BD9-81ED-4DB2-BD59-A6C34878D82A}">
                    <a16:rowId xmlns:a16="http://schemas.microsoft.com/office/drawing/2014/main" xmlns="" val="10002"/>
                  </a:ext>
                </a:extLst>
              </a:tr>
              <a:tr h="370840">
                <a:tc>
                  <a:txBody>
                    <a:bodyPr/>
                    <a:lstStyle/>
                    <a:p>
                      <a:pPr marL="0" indent="0">
                        <a:buFont typeface="Arial" charset="0"/>
                        <a:buNone/>
                      </a:pPr>
                      <a:r>
                        <a:rPr lang="en-US" dirty="0"/>
                        <a:t>Best with</a:t>
                      </a:r>
                    </a:p>
                  </a:txBody>
                  <a:tcPr/>
                </a:tc>
                <a:tc>
                  <a:txBody>
                    <a:bodyPr/>
                    <a:lstStyle/>
                    <a:p>
                      <a:pPr marL="0" indent="0">
                        <a:buFont typeface="Arial" charset="0"/>
                        <a:buNone/>
                      </a:pPr>
                      <a:r>
                        <a:rPr lang="en-US" dirty="0"/>
                        <a:t>Small</a:t>
                      </a:r>
                      <a:r>
                        <a:rPr lang="en-US" baseline="0" dirty="0"/>
                        <a:t> runtimes (i.e. python or similar)</a:t>
                      </a:r>
                      <a:endParaRPr lang="en-US" dirty="0"/>
                    </a:p>
                  </a:txBody>
                  <a:tcPr/>
                </a:tc>
                <a:tc>
                  <a:txBody>
                    <a:bodyPr/>
                    <a:lstStyle/>
                    <a:p>
                      <a:pPr marL="0" marR="0" lvl="0" indent="0" algn="l" defTabSz="932742" rtl="0" eaLnBrk="1" fontAlgn="auto" latinLnBrk="0" hangingPunct="1">
                        <a:lnSpc>
                          <a:spcPct val="100000"/>
                        </a:lnSpc>
                        <a:spcBef>
                          <a:spcPts val="0"/>
                        </a:spcBef>
                        <a:spcAft>
                          <a:spcPts val="0"/>
                        </a:spcAft>
                        <a:buClrTx/>
                        <a:buSzTx/>
                        <a:buFont typeface="Arial" charset="0"/>
                        <a:buNone/>
                        <a:tabLst/>
                        <a:defRPr/>
                      </a:pPr>
                      <a:r>
                        <a:rPr lang="en-US" dirty="0"/>
                        <a:t>Large runtime deployment</a:t>
                      </a:r>
                      <a:r>
                        <a:rPr lang="en-US" baseline="0" dirty="0"/>
                        <a:t> + low frequency upgrades.</a:t>
                      </a:r>
                      <a:r>
                        <a:rPr lang="en-US" dirty="0"/>
                        <a:t> </a:t>
                      </a:r>
                    </a:p>
                  </a:txBody>
                  <a:tcPr/>
                </a:tc>
                <a:tc>
                  <a:txBody>
                    <a:bodyPr/>
                    <a:lstStyle/>
                    <a:p>
                      <a:pPr marL="0" indent="0">
                        <a:buFont typeface="Arial" charset="0"/>
                        <a:buNone/>
                      </a:pPr>
                      <a:r>
                        <a:rPr lang="en-US" dirty="0"/>
                        <a:t>OS/machine</a:t>
                      </a:r>
                      <a:r>
                        <a:rPr lang="en-US" baseline="0" dirty="0"/>
                        <a:t> wide configuration.</a:t>
                      </a:r>
                      <a:endParaRPr lang="en-US" dirty="0"/>
                    </a:p>
                  </a:txBody>
                  <a:tcPr/>
                </a:tc>
                <a:extLst>
                  <a:ext uri="{0D108BD9-81ED-4DB2-BD59-A6C34878D82A}">
                    <a16:rowId xmlns:a16="http://schemas.microsoft.com/office/drawing/2014/main" xmlns="" val="10003"/>
                  </a:ext>
                </a:extLst>
              </a:tr>
            </a:tbl>
          </a:graphicData>
        </a:graphic>
      </p:graphicFrame>
    </p:spTree>
    <p:extLst>
      <p:ext uri="{BB962C8B-B14F-4D97-AF65-F5344CB8AC3E}">
        <p14:creationId xmlns:p14="http://schemas.microsoft.com/office/powerpoint/2010/main" val="95110002"/>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a:xfrm>
            <a:off x="274638" y="3649662"/>
            <a:ext cx="8436348" cy="914400"/>
          </a:xfrm>
        </p:spPr>
        <p:txBody>
          <a:bodyPr/>
          <a:lstStyle/>
          <a:p>
            <a:pPr marL="514350" indent="-514350">
              <a:buFont typeface="+mj-lt"/>
              <a:buAutoNum type="arabicPeriod"/>
            </a:pPr>
            <a:r>
              <a:rPr lang="en-US" dirty="0"/>
              <a:t>Simple Web App (Web FE Only)</a:t>
            </a:r>
          </a:p>
          <a:p>
            <a:pPr marL="514350" indent="-514350">
              <a:buFont typeface="+mj-lt"/>
              <a:buAutoNum type="arabicPeriod"/>
            </a:pPr>
            <a:r>
              <a:rPr lang="en-US" dirty="0"/>
              <a:t>Web FE &amp; Compute</a:t>
            </a:r>
          </a:p>
          <a:p>
            <a:pPr marL="514350" indent="-514350">
              <a:buFont typeface="+mj-lt"/>
              <a:buAutoNum type="arabicPeriod"/>
            </a:pPr>
            <a:r>
              <a:rPr lang="en-US" dirty="0"/>
              <a:t>Web FE, Compute &amp; Backend Service </a:t>
            </a:r>
          </a:p>
        </p:txBody>
      </p:sp>
      <p:sp>
        <p:nvSpPr>
          <p:cNvPr id="4" name="Title 3"/>
          <p:cNvSpPr>
            <a:spLocks noGrp="1"/>
          </p:cNvSpPr>
          <p:nvPr>
            <p:ph type="title"/>
          </p:nvPr>
        </p:nvSpPr>
        <p:spPr/>
        <p:txBody>
          <a:bodyPr/>
          <a:lstStyle/>
          <a:p>
            <a:r>
              <a:rPr lang="en-US" dirty="0"/>
              <a:t>Migration From VMs/IaaS/Bare-Metal</a:t>
            </a:r>
          </a:p>
        </p:txBody>
      </p:sp>
    </p:spTree>
    <p:extLst>
      <p:ext uri="{BB962C8B-B14F-4D97-AF65-F5344CB8AC3E}">
        <p14:creationId xmlns:p14="http://schemas.microsoft.com/office/powerpoint/2010/main" val="24240592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Simple Web Application</a:t>
            </a:r>
          </a:p>
        </p:txBody>
      </p:sp>
    </p:spTree>
    <p:extLst>
      <p:ext uri="{BB962C8B-B14F-4D97-AF65-F5344CB8AC3E}">
        <p14:creationId xmlns:p14="http://schemas.microsoft.com/office/powerpoint/2010/main" val="94847641"/>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Simple Web Application</a:t>
            </a: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2437" y="1274947"/>
            <a:ext cx="8915400" cy="5498915"/>
          </a:xfrm>
          <a:prstGeom prst="rect">
            <a:avLst/>
          </a:prstGeom>
        </p:spPr>
      </p:pic>
    </p:spTree>
    <p:extLst>
      <p:ext uri="{BB962C8B-B14F-4D97-AF65-F5344CB8AC3E}">
        <p14:creationId xmlns:p14="http://schemas.microsoft.com/office/powerpoint/2010/main" val="1236578319"/>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Demo: Simple Web Application Migration</a:t>
            </a:r>
          </a:p>
        </p:txBody>
      </p:sp>
    </p:spTree>
    <p:extLst>
      <p:ext uri="{BB962C8B-B14F-4D97-AF65-F5344CB8AC3E}">
        <p14:creationId xmlns:p14="http://schemas.microsoft.com/office/powerpoint/2010/main" val="1200868014"/>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Simple Web App </a:t>
            </a:r>
            <a:r>
              <a:rPr lang="mr-IN" dirty="0"/>
              <a:t>–</a:t>
            </a:r>
            <a:r>
              <a:rPr lang="en-US" dirty="0"/>
              <a:t> What to watch for?</a:t>
            </a:r>
          </a:p>
        </p:txBody>
      </p:sp>
      <p:sp>
        <p:nvSpPr>
          <p:cNvPr id="4" name="Text Placeholder 3"/>
          <p:cNvSpPr>
            <a:spLocks noGrp="1"/>
          </p:cNvSpPr>
          <p:nvPr>
            <p:ph type="body" sz="quarter" idx="10"/>
          </p:nvPr>
        </p:nvSpPr>
        <p:spPr>
          <a:xfrm>
            <a:off x="365760" y="1371600"/>
            <a:ext cx="11704320" cy="3881062"/>
          </a:xfrm>
        </p:spPr>
        <p:txBody>
          <a:bodyPr/>
          <a:lstStyle/>
          <a:p>
            <a:pPr marL="457200" indent="-457200">
              <a:buFont typeface="Arial" charset="0"/>
              <a:buChar char="•"/>
            </a:pPr>
            <a:r>
              <a:rPr lang="en-US" dirty="0"/>
              <a:t>Servers are commodity they will come and they will </a:t>
            </a:r>
            <a:r>
              <a:rPr lang="en-US" i="1" dirty="0"/>
              <a:t>absolutely</a:t>
            </a:r>
            <a:r>
              <a:rPr lang="en-US" dirty="0"/>
              <a:t> go, frequently.</a:t>
            </a:r>
          </a:p>
          <a:p>
            <a:pPr marL="457200" indent="-457200">
              <a:buFont typeface="Arial" charset="0"/>
              <a:buChar char="•"/>
            </a:pPr>
            <a:r>
              <a:rPr lang="en-US" dirty="0"/>
              <a:t>Treat your app package that gets to deployed to ”green field” servers every time. Use setup entry points to pave servers as needed.</a:t>
            </a:r>
          </a:p>
          <a:p>
            <a:pPr marL="457200" indent="-457200">
              <a:buFont typeface="Arial" charset="0"/>
              <a:buChar char="•"/>
            </a:pPr>
            <a:r>
              <a:rPr lang="en-US" dirty="0"/>
              <a:t>Watch out for instance count, fault domains and upgrade domains. </a:t>
            </a:r>
          </a:p>
          <a:p>
            <a:pPr marL="457200" indent="-457200">
              <a:buFont typeface="Arial" charset="0"/>
              <a:buChar char="•"/>
            </a:pPr>
            <a:r>
              <a:rPr lang="en-US" dirty="0"/>
              <a:t>Full blown / out of proc web servers (IIS/Apache)</a:t>
            </a:r>
          </a:p>
          <a:p>
            <a:pPr marL="685800" lvl="2" indent="-457200">
              <a:buFont typeface="Arial" charset="0"/>
              <a:buChar char="•"/>
            </a:pPr>
            <a:r>
              <a:rPr lang="en-US" i="1" dirty="0"/>
              <a:t>Now:</a:t>
            </a:r>
            <a:r>
              <a:rPr lang="en-US" dirty="0"/>
              <a:t> Break the dependencies and move to in-proc listeners.</a:t>
            </a:r>
          </a:p>
          <a:p>
            <a:pPr marL="685800" lvl="2" indent="-457200">
              <a:buFont typeface="Arial" charset="0"/>
              <a:buChar char="•"/>
            </a:pPr>
            <a:r>
              <a:rPr lang="en-US" i="1" dirty="0"/>
              <a:t>Later:</a:t>
            </a:r>
            <a:r>
              <a:rPr lang="en-US" dirty="0"/>
              <a:t> Move to “containers” (does not apply on all).</a:t>
            </a:r>
          </a:p>
          <a:p>
            <a:pPr marL="457200" indent="-457200">
              <a:buFont typeface="Arial" charset="0"/>
              <a:buChar char="•"/>
            </a:pPr>
            <a:r>
              <a:rPr lang="en-US" dirty="0"/>
              <a:t>Databases </a:t>
            </a:r>
          </a:p>
          <a:p>
            <a:pPr marL="685800" lvl="2" indent="-457200">
              <a:buFont typeface="Arial" charset="0"/>
              <a:buChar char="•"/>
            </a:pPr>
            <a:r>
              <a:rPr lang="en-US" dirty="0"/>
              <a:t>Move to managed databases or IaaS (when you absolutely have to).</a:t>
            </a:r>
          </a:p>
        </p:txBody>
      </p:sp>
    </p:spTree>
    <p:extLst>
      <p:ext uri="{BB962C8B-B14F-4D97-AF65-F5344CB8AC3E}">
        <p14:creationId xmlns:p14="http://schemas.microsoft.com/office/powerpoint/2010/main" val="937396792"/>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Web Front End + Compute Service</a:t>
            </a:r>
          </a:p>
        </p:txBody>
      </p:sp>
    </p:spTree>
    <p:extLst>
      <p:ext uri="{BB962C8B-B14F-4D97-AF65-F5344CB8AC3E}">
        <p14:creationId xmlns:p14="http://schemas.microsoft.com/office/powerpoint/2010/main" val="671436213"/>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Web Front End + Compute</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41437" y="1135061"/>
            <a:ext cx="9448800" cy="5609507"/>
          </a:xfrm>
          <a:prstGeom prst="rect">
            <a:avLst/>
          </a:prstGeom>
        </p:spPr>
      </p:pic>
    </p:spTree>
    <p:extLst>
      <p:ext uri="{BB962C8B-B14F-4D97-AF65-F5344CB8AC3E}">
        <p14:creationId xmlns:p14="http://schemas.microsoft.com/office/powerpoint/2010/main" val="1653029614"/>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65760" y="731520"/>
            <a:ext cx="7772400" cy="615553"/>
          </a:xfrm>
        </p:spPr>
        <p:txBody>
          <a:bodyPr/>
          <a:lstStyle/>
          <a:p>
            <a:r>
              <a:rPr lang="en-US" dirty="0"/>
              <a:t>Demo: Web Front End + Compute + custom </a:t>
            </a:r>
            <a:r>
              <a:rPr lang="en-US" dirty="0" err="1"/>
              <a:t>stdout</a:t>
            </a:r>
            <a:endParaRPr lang="en-US" dirty="0"/>
          </a:p>
        </p:txBody>
      </p:sp>
    </p:spTree>
    <p:extLst>
      <p:ext uri="{BB962C8B-B14F-4D97-AF65-F5344CB8AC3E}">
        <p14:creationId xmlns:p14="http://schemas.microsoft.com/office/powerpoint/2010/main" val="1329300509"/>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Web FE + Compute </a:t>
            </a:r>
            <a:r>
              <a:rPr lang="mr-IN" dirty="0"/>
              <a:t>–</a:t>
            </a:r>
            <a:r>
              <a:rPr lang="en-US" dirty="0"/>
              <a:t> What to watch for?</a:t>
            </a:r>
          </a:p>
        </p:txBody>
      </p:sp>
      <p:sp>
        <p:nvSpPr>
          <p:cNvPr id="4" name="Text Placeholder 3"/>
          <p:cNvSpPr>
            <a:spLocks noGrp="1"/>
          </p:cNvSpPr>
          <p:nvPr>
            <p:ph type="body" sz="quarter" idx="10"/>
          </p:nvPr>
        </p:nvSpPr>
        <p:spPr>
          <a:xfrm>
            <a:off x="365760" y="1371600"/>
            <a:ext cx="11704320" cy="2806922"/>
          </a:xfrm>
        </p:spPr>
        <p:txBody>
          <a:bodyPr/>
          <a:lstStyle/>
          <a:p>
            <a:pPr marL="457200" indent="-457200">
              <a:buFont typeface="Arial" charset="0"/>
              <a:buChar char="•"/>
            </a:pPr>
            <a:r>
              <a:rPr lang="en-US" dirty="0"/>
              <a:t>On Compute</a:t>
            </a:r>
          </a:p>
          <a:p>
            <a:pPr marL="457200" lvl="1" indent="-457200">
              <a:buFont typeface="Arial" charset="0"/>
              <a:buChar char="•"/>
            </a:pPr>
            <a:r>
              <a:rPr lang="en-US" dirty="0"/>
              <a:t>What is the nature of our Compute Service? </a:t>
            </a:r>
          </a:p>
          <a:p>
            <a:pPr marL="457200" lvl="1" indent="-457200">
              <a:buFont typeface="Arial" charset="0"/>
              <a:buChar char="•"/>
            </a:pPr>
            <a:r>
              <a:rPr lang="en-US" dirty="0"/>
              <a:t>Can we partition and scale our compute?</a:t>
            </a:r>
          </a:p>
          <a:p>
            <a:pPr marL="457200" indent="-457200">
              <a:buFont typeface="Arial" charset="0"/>
              <a:buChar char="•"/>
            </a:pPr>
            <a:r>
              <a:rPr lang="en-US" dirty="0"/>
              <a:t>Existing Logging</a:t>
            </a:r>
          </a:p>
          <a:p>
            <a:pPr marL="457200" lvl="1" indent="-457200">
              <a:buFont typeface="Arial" charset="0"/>
              <a:buChar char="•"/>
            </a:pPr>
            <a:r>
              <a:rPr lang="en-US" dirty="0"/>
              <a:t>Avoid major *</a:t>
            </a:r>
            <a:r>
              <a:rPr lang="en-US" dirty="0" err="1"/>
              <a:t>opps</a:t>
            </a:r>
            <a:r>
              <a:rPr lang="en-US" dirty="0"/>
              <a:t>* by reviewing log file naming + location for collision &amp; conflicts.</a:t>
            </a:r>
          </a:p>
          <a:p>
            <a:pPr marL="457200" lvl="1" indent="-457200">
              <a:buFont typeface="Arial" charset="0"/>
              <a:buChar char="•"/>
            </a:pPr>
            <a:r>
              <a:rPr lang="en-US" dirty="0"/>
              <a:t>Traditional windows specific logging event logs/ETW + custom log files =&gt; Azure Diagnostics Extension.</a:t>
            </a:r>
          </a:p>
          <a:p>
            <a:pPr marL="457200" lvl="1" indent="-457200">
              <a:buFont typeface="Arial" charset="0"/>
              <a:buChar char="•"/>
            </a:pPr>
            <a:r>
              <a:rPr lang="en-US" dirty="0"/>
              <a:t>Custom </a:t>
            </a:r>
            <a:r>
              <a:rPr lang="en-US" dirty="0" err="1"/>
              <a:t>stdout</a:t>
            </a:r>
            <a:r>
              <a:rPr lang="en-US" dirty="0"/>
              <a:t> =&gt; use redirect or custom solution.</a:t>
            </a:r>
          </a:p>
        </p:txBody>
      </p:sp>
    </p:spTree>
    <p:extLst>
      <p:ext uri="{BB962C8B-B14F-4D97-AF65-F5344CB8AC3E}">
        <p14:creationId xmlns:p14="http://schemas.microsoft.com/office/powerpoint/2010/main" val="1822902367"/>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65760" y="1097280"/>
            <a:ext cx="7315200" cy="3176254"/>
          </a:xfrm>
        </p:spPr>
        <p:txBody>
          <a:bodyPr/>
          <a:lstStyle/>
          <a:p>
            <a:r>
              <a:rPr lang="en-US" dirty="0"/>
              <a:t>Web Front End +  Backend Service  + Compute Service</a:t>
            </a:r>
          </a:p>
        </p:txBody>
      </p:sp>
    </p:spTree>
    <p:extLst>
      <p:ext uri="{BB962C8B-B14F-4D97-AF65-F5344CB8AC3E}">
        <p14:creationId xmlns:p14="http://schemas.microsoft.com/office/powerpoint/2010/main" val="1596027415"/>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Web FE + Backend FE + Compute</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93837" y="1058862"/>
            <a:ext cx="9220200" cy="5686912"/>
          </a:xfrm>
          <a:prstGeom prst="rect">
            <a:avLst/>
          </a:prstGeom>
        </p:spPr>
      </p:pic>
    </p:spTree>
    <p:extLst>
      <p:ext uri="{BB962C8B-B14F-4D97-AF65-F5344CB8AC3E}">
        <p14:creationId xmlns:p14="http://schemas.microsoft.com/office/powerpoint/2010/main" val="312942872"/>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65760" y="731520"/>
            <a:ext cx="7772400" cy="1046440"/>
          </a:xfrm>
        </p:spPr>
        <p:txBody>
          <a:bodyPr/>
          <a:lstStyle/>
          <a:p>
            <a:r>
              <a:rPr lang="en-US" dirty="0"/>
              <a:t>Demo: Web FE + BE + Compute + custom </a:t>
            </a:r>
            <a:r>
              <a:rPr lang="en-US" dirty="0" err="1"/>
              <a:t>stdout</a:t>
            </a:r>
            <a:r>
              <a:rPr lang="en-US" dirty="0"/>
              <a:t> + Health Monitoring</a:t>
            </a:r>
          </a:p>
        </p:txBody>
      </p:sp>
    </p:spTree>
    <p:extLst>
      <p:ext uri="{BB962C8B-B14F-4D97-AF65-F5344CB8AC3E}">
        <p14:creationId xmlns:p14="http://schemas.microsoft.com/office/powerpoint/2010/main" val="1860890643"/>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FE + BE + Compute </a:t>
            </a:r>
            <a:r>
              <a:rPr lang="mr-IN" dirty="0"/>
              <a:t>–</a:t>
            </a:r>
            <a:r>
              <a:rPr lang="en-US" dirty="0"/>
              <a:t> What to watch for?</a:t>
            </a:r>
          </a:p>
        </p:txBody>
      </p:sp>
      <p:sp>
        <p:nvSpPr>
          <p:cNvPr id="4" name="Text Placeholder 3"/>
          <p:cNvSpPr>
            <a:spLocks noGrp="1"/>
          </p:cNvSpPr>
          <p:nvPr>
            <p:ph type="body" sz="quarter" idx="10"/>
          </p:nvPr>
        </p:nvSpPr>
        <p:spPr>
          <a:xfrm>
            <a:off x="365760" y="1371600"/>
            <a:ext cx="11704320" cy="4853636"/>
          </a:xfrm>
        </p:spPr>
        <p:txBody>
          <a:bodyPr/>
          <a:lstStyle/>
          <a:p>
            <a:pPr marL="457200" indent="-457200">
              <a:buFont typeface="Arial" charset="0"/>
              <a:buChar char="•"/>
            </a:pPr>
            <a:r>
              <a:rPr lang="en-US" dirty="0"/>
              <a:t>On Backend Services</a:t>
            </a:r>
          </a:p>
          <a:p>
            <a:pPr marL="457200" lvl="1" indent="-457200">
              <a:buFont typeface="Arial" charset="0"/>
              <a:buChar char="•"/>
            </a:pPr>
            <a:r>
              <a:rPr lang="en-US" dirty="0"/>
              <a:t>Customize your cluster by using Azure internal load balancers and/or DMZs.</a:t>
            </a:r>
          </a:p>
          <a:p>
            <a:pPr marL="457200" lvl="1" indent="-457200">
              <a:buFont typeface="Arial" charset="0"/>
              <a:buChar char="•"/>
            </a:pPr>
            <a:r>
              <a:rPr lang="en-US" dirty="0"/>
              <a:t>Backend Services can be single or multiple instances as needed. </a:t>
            </a:r>
          </a:p>
          <a:p>
            <a:pPr marL="457200" lvl="1" indent="-457200">
              <a:buFont typeface="Arial" charset="0"/>
              <a:buChar char="•"/>
            </a:pPr>
            <a:r>
              <a:rPr lang="en-US" dirty="0"/>
              <a:t>Keep in mind that Service Fabric runs on customizable VMSSs.</a:t>
            </a:r>
          </a:p>
          <a:p>
            <a:pPr marL="457200" indent="-457200">
              <a:buFont typeface="Arial" charset="0"/>
              <a:buChar char="•"/>
            </a:pPr>
            <a:r>
              <a:rPr lang="en-US" dirty="0"/>
              <a:t>Interacting with Service Fabric</a:t>
            </a:r>
          </a:p>
          <a:p>
            <a:pPr marL="457200" lvl="1" indent="-457200">
              <a:buFont typeface="Arial" charset="0"/>
              <a:buChar char="•"/>
            </a:pPr>
            <a:r>
              <a:rPr lang="en-US" dirty="0"/>
              <a:t>Guest Executables does not have to live in void.</a:t>
            </a:r>
          </a:p>
          <a:p>
            <a:pPr marL="457200" lvl="1" indent="-457200">
              <a:buFont typeface="Arial" charset="0"/>
              <a:buChar char="•"/>
            </a:pPr>
            <a:r>
              <a:rPr lang="en-US" dirty="0"/>
              <a:t>App =&gt; Service Fabric</a:t>
            </a:r>
          </a:p>
          <a:p>
            <a:pPr marL="685800" lvl="2" indent="-457200">
              <a:buFont typeface="Arial" charset="0"/>
              <a:buChar char="•"/>
            </a:pPr>
            <a:r>
              <a:rPr lang="en-US" dirty="0"/>
              <a:t>Service Fabric APIs are exposed as REST.</a:t>
            </a:r>
            <a:endParaRPr lang="en-US" b="1" dirty="0"/>
          </a:p>
          <a:p>
            <a:pPr marL="685800" lvl="2" indent="-457200">
              <a:buFont typeface="Arial" charset="0"/>
              <a:buChar char="•"/>
            </a:pPr>
            <a:r>
              <a:rPr lang="en-US" dirty="0"/>
              <a:t>Use health monitoring as you can.</a:t>
            </a:r>
          </a:p>
          <a:p>
            <a:pPr marL="685800" lvl="2" indent="-457200">
              <a:buFont typeface="Arial" charset="0"/>
              <a:buChar char="•"/>
            </a:pPr>
            <a:r>
              <a:rPr lang="en-US" dirty="0"/>
              <a:t>Use performance metrics.</a:t>
            </a:r>
          </a:p>
          <a:p>
            <a:pPr marL="457200" lvl="1" indent="-457200">
              <a:buFont typeface="Arial" charset="0"/>
              <a:buChar char="•"/>
            </a:pPr>
            <a:r>
              <a:rPr lang="en-US" dirty="0"/>
              <a:t>Service Fabric =&gt; App</a:t>
            </a:r>
          </a:p>
          <a:p>
            <a:pPr marL="685800" lvl="2" indent="-457200">
              <a:buFont typeface="Arial" charset="0"/>
              <a:buChar char="•"/>
            </a:pPr>
            <a:r>
              <a:rPr lang="en-US" dirty="0"/>
              <a:t>Metadata information are available to applications as Environment Variables, look for vars prefixed with “Fabric”.	</a:t>
            </a:r>
          </a:p>
        </p:txBody>
      </p:sp>
    </p:spTree>
    <p:extLst>
      <p:ext uri="{BB962C8B-B14F-4D97-AF65-F5344CB8AC3E}">
        <p14:creationId xmlns:p14="http://schemas.microsoft.com/office/powerpoint/2010/main" val="351393718"/>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 / A + More Resources</a:t>
            </a:r>
          </a:p>
        </p:txBody>
      </p:sp>
      <p:sp>
        <p:nvSpPr>
          <p:cNvPr id="3" name="Text Placeholder 2"/>
          <p:cNvSpPr>
            <a:spLocks noGrp="1"/>
          </p:cNvSpPr>
          <p:nvPr>
            <p:ph type="body" sz="quarter" idx="10"/>
          </p:nvPr>
        </p:nvSpPr>
        <p:spPr>
          <a:xfrm>
            <a:off x="365760" y="1371600"/>
            <a:ext cx="11704320" cy="4370427"/>
          </a:xfrm>
        </p:spPr>
        <p:txBody>
          <a:bodyPr/>
          <a:lstStyle/>
          <a:p>
            <a:pPr marL="457200" indent="-457200">
              <a:buFont typeface="Arial" charset="0"/>
              <a:buChar char="•"/>
            </a:pPr>
            <a:r>
              <a:rPr lang="en-US" dirty="0"/>
              <a:t>Service Fabric Application Model </a:t>
            </a:r>
            <a:r>
              <a:rPr lang="en-US" dirty="0">
                <a:hlinkClick r:id="rId2"/>
              </a:rPr>
              <a:t>https://azure.microsoft.com/en-us/documentation/articles/service-fabric-application-model/</a:t>
            </a:r>
            <a:r>
              <a:rPr lang="en-US" dirty="0"/>
              <a:t> </a:t>
            </a:r>
          </a:p>
          <a:p>
            <a:pPr marL="457200" indent="-457200">
              <a:buFont typeface="Arial" charset="0"/>
              <a:buChar char="•"/>
            </a:pPr>
            <a:r>
              <a:rPr lang="en-US" dirty="0"/>
              <a:t>Cloud Service =&gt; Service Fabric guide </a:t>
            </a:r>
            <a:r>
              <a:rPr lang="en-US" dirty="0">
                <a:hlinkClick r:id="rId3"/>
              </a:rPr>
              <a:t>https://azure.microsoft.com/en-us/documentation/articles/service-fabric-cloud-services-migration-worker-role-stateless-service/</a:t>
            </a:r>
            <a:endParaRPr lang="en-US" dirty="0"/>
          </a:p>
          <a:p>
            <a:pPr marL="457200" indent="-457200">
              <a:buFont typeface="Arial" charset="0"/>
              <a:buChar char="•"/>
            </a:pPr>
            <a:r>
              <a:rPr lang="en-US" dirty="0"/>
              <a:t>Deploying Guest Executable on Service Fabric </a:t>
            </a:r>
            <a:r>
              <a:rPr lang="en-US" dirty="0">
                <a:hlinkClick r:id="rId4"/>
              </a:rPr>
              <a:t>https://azure.microsoft.com/en-us/documentation/articles/service-fabric-deploy-existing-app/</a:t>
            </a:r>
            <a:endParaRPr lang="en-US" dirty="0"/>
          </a:p>
          <a:p>
            <a:pPr marL="457200" indent="-457200">
              <a:buFont typeface="Arial" charset="0"/>
              <a:buChar char="•"/>
            </a:pPr>
            <a:r>
              <a:rPr lang="en-US" dirty="0"/>
              <a:t>Creating Azure Internal Load Balancer </a:t>
            </a:r>
            <a:r>
              <a:rPr lang="en-US" dirty="0">
                <a:hlinkClick r:id="rId5"/>
              </a:rPr>
              <a:t>https://azure.microsoft.com/en-us/documentation/articles/load-balancer-get-started-ilb-arm-cli/</a:t>
            </a:r>
            <a:r>
              <a:rPr lang="en-US" dirty="0"/>
              <a:t> </a:t>
            </a:r>
          </a:p>
          <a:p>
            <a:pPr marL="457200" indent="-457200">
              <a:buFont typeface="Arial" charset="0"/>
              <a:buChar char="•"/>
            </a:pPr>
            <a:r>
              <a:rPr lang="en-US" dirty="0"/>
              <a:t>All code used will be on github.com/khenidak </a:t>
            </a:r>
          </a:p>
        </p:txBody>
      </p:sp>
    </p:spTree>
    <p:extLst>
      <p:ext uri="{BB962C8B-B14F-4D97-AF65-F5344CB8AC3E}">
        <p14:creationId xmlns:p14="http://schemas.microsoft.com/office/powerpoint/2010/main" val="1161903171"/>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7390358"/>
      </p:ext>
    </p:extLst>
  </p:cSld>
  <p:clrMapOvr>
    <a:masterClrMapping/>
  </p:clrMapOvr>
  <p:transition>
    <p:fade/>
  </p:transition>
</p:sld>
</file>

<file path=ppt/theme/theme1.xml><?xml version="1.0" encoding="utf-8"?>
<a:theme xmlns:a="http://schemas.openxmlformats.org/drawingml/2006/main" name="WHITE TEMPLATE">
  <a:themeElements>
    <a:clrScheme name="Custom 6">
      <a:dk1>
        <a:srgbClr val="505050"/>
      </a:dk1>
      <a:lt1>
        <a:srgbClr val="FFFFFF"/>
      </a:lt1>
      <a:dk2>
        <a:srgbClr val="107C10"/>
      </a:dk2>
      <a:lt2>
        <a:srgbClr val="D5F7F6"/>
      </a:lt2>
      <a:accent1>
        <a:srgbClr val="107C10"/>
      </a:accent1>
      <a:accent2>
        <a:srgbClr val="0377D6"/>
      </a:accent2>
      <a:accent3>
        <a:srgbClr val="00B294"/>
      </a:accent3>
      <a:accent4>
        <a:srgbClr val="A80000"/>
      </a:accent4>
      <a:accent5>
        <a:srgbClr val="D83B01"/>
      </a:accent5>
      <a:accent6>
        <a:srgbClr val="FEB900"/>
      </a:accent6>
      <a:hlink>
        <a:srgbClr val="107C10"/>
      </a:hlink>
      <a:folHlink>
        <a:srgbClr val="107C10"/>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Brand_template_16-9_Consumer_GREEN_1.potx" id="{E6351070-060E-4EB7-8FC9-7F6CD9537A4B}" vid="{9FBE0A09-7139-47DB-B6B8-8BE9F30C10C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Brand_template_16-9_Consumer_GREEN_1</Template>
  <TotalTime>0</TotalTime>
  <Words>993</Words>
  <Application>Microsoft Office PowerPoint</Application>
  <PresentationFormat>自定义</PresentationFormat>
  <Paragraphs>127</Paragraphs>
  <Slides>22</Slides>
  <Notes>4</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22</vt:i4>
      </vt:variant>
    </vt:vector>
  </HeadingPairs>
  <TitlesOfParts>
    <vt:vector size="28" baseType="lpstr">
      <vt:lpstr>Arial</vt:lpstr>
      <vt:lpstr>Consolas</vt:lpstr>
      <vt:lpstr>Segoe UI</vt:lpstr>
      <vt:lpstr>Segoe UI Light</vt:lpstr>
      <vt:lpstr>Wingdings</vt:lpstr>
      <vt:lpstr>WHITE TEMPLATE</vt:lpstr>
      <vt:lpstr>Service Fabric Patterns &amp; Best Practices</vt:lpstr>
      <vt:lpstr>Service Fabric - Migration</vt:lpstr>
      <vt:lpstr>Problem</vt:lpstr>
      <vt:lpstr>Why should you consider migration?</vt:lpstr>
      <vt:lpstr>Migration From Cloud Services</vt:lpstr>
      <vt:lpstr>Cloud Services to Service Fabric Migration Paths</vt:lpstr>
      <vt:lpstr>Preparing Service Fabric nodes for your App</vt:lpstr>
      <vt:lpstr>Migration From VMs/IaaS/Bare-Metal</vt:lpstr>
      <vt:lpstr>Simple Web Application</vt:lpstr>
      <vt:lpstr>Simple Web Application</vt:lpstr>
      <vt:lpstr>Demo: Simple Web Application Migration</vt:lpstr>
      <vt:lpstr>Simple Web App – What to watch for?</vt:lpstr>
      <vt:lpstr>Web Front End + Compute Service</vt:lpstr>
      <vt:lpstr>Web Front End + Compute</vt:lpstr>
      <vt:lpstr>Demo: Web Front End + Compute + custom stdout</vt:lpstr>
      <vt:lpstr>Web FE + Compute – What to watch for?</vt:lpstr>
      <vt:lpstr>Web Front End +  Backend Service  + Compute Service</vt:lpstr>
      <vt:lpstr>Web FE + Backend FE + Compute</vt:lpstr>
      <vt:lpstr>Demo: Web FE + BE + Compute + custom stdout + Health Monitoring</vt:lpstr>
      <vt:lpstr>FE + BE + Compute – What to watch for?</vt:lpstr>
      <vt:lpstr>Q / A + More Resources</vt:lpstr>
      <vt:lpstr>PowerPoint 演示文稿</vt:lpstr>
    </vt:vector>
  </TitlesOfParts>
  <Manager/>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
  <cp:revision>1</cp:revision>
  <dcterms:created xsi:type="dcterms:W3CDTF">2016-11-13T16:45:05Z</dcterms:created>
  <dcterms:modified xsi:type="dcterms:W3CDTF">2018-07-18T13:28:34Z</dcterms:modified>
</cp:coreProperties>
</file>